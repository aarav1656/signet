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89" r:id="rId4"/>
  </p:sldMasterIdLst>
  <p:notesMasterIdLst>
    <p:notesMasterId r:id="rId5"/>
  </p:notesMasterIdLst>
  <p:sldIdLst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747775"/>
          </p15:clr>
        </p15:guide>
        <p15:guide id="2" orient="horz" pos="576">
          <p15:clr>
            <a:srgbClr val="747775"/>
          </p15:clr>
        </p15:guide>
        <p15:guide id="3" orient="horz" pos="886">
          <p15:clr>
            <a:srgbClr val="747775"/>
          </p15:clr>
        </p15:guide>
        <p15:guide id="4" orient="horz" pos="1264">
          <p15:clr>
            <a:srgbClr val="747775"/>
          </p15:clr>
        </p15:guide>
        <p15:guide id="5" orient="horz" pos="1465">
          <p15:clr>
            <a:srgbClr val="747775"/>
          </p15:clr>
        </p15:guide>
        <p15:guide id="6" orient="horz" pos="596">
          <p15:clr>
            <a:srgbClr val="747775"/>
          </p15:clr>
        </p15:guide>
        <p15:guide id="7" orient="horz" pos="1918">
          <p15:clr>
            <a:srgbClr val="747775"/>
          </p15:clr>
        </p15:guide>
        <p15:guide id="8" orient="horz" pos="1421">
          <p15:clr>
            <a:srgbClr val="747775"/>
          </p15:clr>
        </p15:guide>
        <p15:guide id="9" orient="horz" pos="121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  <p:guide pos="576" orient="horz"/>
        <p:guide pos="886" orient="horz"/>
        <p:guide pos="1264" orient="horz"/>
        <p:guide pos="1465" orient="horz"/>
        <p:guide pos="596" orient="horz"/>
        <p:guide pos="1918" orient="horz"/>
        <p:guide pos="1421" orient="horz"/>
        <p:guide pos="121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efe051518a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efe051518a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2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 Medium"/>
              <a:buNone/>
              <a:defRPr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 Medium"/>
              <a:buNone/>
              <a:defRPr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 Medium"/>
              <a:buNone/>
              <a:defRPr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 Medium"/>
              <a:buNone/>
              <a:defRPr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 Medium"/>
              <a:buNone/>
              <a:defRPr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 Medium"/>
              <a:buNone/>
              <a:defRPr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 Medium"/>
              <a:buNone/>
              <a:defRPr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 Medium"/>
              <a:buNone/>
              <a:defRPr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 Medium"/>
              <a:buNone/>
              <a:defRPr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2" type="subTitle"/>
          </p:nvPr>
        </p:nvSpPr>
        <p:spPr>
          <a:xfrm>
            <a:off x="297075" y="4175900"/>
            <a:ext cx="1565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3" type="subTitle"/>
          </p:nvPr>
        </p:nvSpPr>
        <p:spPr>
          <a:xfrm>
            <a:off x="1786375" y="4175900"/>
            <a:ext cx="1565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4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5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6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16" name="Google Shape;16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  <p15:guide id="2" pos="2882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rbanist Medium"/>
              <a:buChar char="●"/>
              <a:defRPr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rbanist Medium"/>
              <a:buChar char="○"/>
              <a:defRPr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rbanist Medium"/>
              <a:buChar char="■"/>
              <a:defRPr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rbanist Medium"/>
              <a:buChar char="●"/>
              <a:defRPr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rbanist Medium"/>
              <a:buChar char="○"/>
              <a:defRPr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rbanist Medium"/>
              <a:buChar char="■"/>
              <a:defRPr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rbanist Medium"/>
              <a:buChar char="●"/>
              <a:defRPr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rbanist Medium"/>
              <a:buChar char="○"/>
              <a:defRPr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rbanist Medium"/>
              <a:buChar char="■"/>
              <a:defRPr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2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23" name="Google Shape;2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4"/>
          <p:cNvSpPr txBox="1"/>
          <p:nvPr>
            <p:ph idx="2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>
            <p:ph idx="3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3" type="title"/>
          </p:nvPr>
        </p:nvSpPr>
        <p:spPr>
          <a:xfrm>
            <a:off x="4591800" y="738425"/>
            <a:ext cx="4290000" cy="12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sz="3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" type="body"/>
          </p:nvPr>
        </p:nvSpPr>
        <p:spPr>
          <a:xfrm>
            <a:off x="4618950" y="1957925"/>
            <a:ext cx="4290000" cy="219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cxnSp>
        <p:nvCxnSpPr>
          <p:cNvPr id="39" name="Google Shape;39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" name="Google Shape;40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" name="Google Shape;41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6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9" name="Google Shape;49;p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6"/>
          <p:cNvSpPr txBox="1"/>
          <p:nvPr>
            <p:ph idx="1" type="body"/>
          </p:nvPr>
        </p:nvSpPr>
        <p:spPr>
          <a:xfrm>
            <a:off x="233850" y="1726850"/>
            <a:ext cx="3740100" cy="27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000"/>
              <a:buFont typeface="Urbanist Medium"/>
              <a:buChar char="●"/>
              <a:defRPr sz="10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000"/>
              <a:buFont typeface="Urbanist Medium"/>
              <a:buChar char="○"/>
              <a:defRPr sz="10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000"/>
              <a:buFont typeface="Urbanist Medium"/>
              <a:buChar char="■"/>
              <a:defRPr sz="10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000"/>
              <a:buFont typeface="Urbanist Medium"/>
              <a:buChar char="●"/>
              <a:defRPr sz="10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000"/>
              <a:buFont typeface="Urbanist Medium"/>
              <a:buChar char="○"/>
              <a:defRPr sz="10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000"/>
              <a:buFont typeface="Urbanist Medium"/>
              <a:buChar char="■"/>
              <a:defRPr sz="10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000"/>
              <a:buFont typeface="Urbanist Medium"/>
              <a:buChar char="●"/>
              <a:defRPr sz="10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000"/>
              <a:buFont typeface="Urbanist Medium"/>
              <a:buChar char="○"/>
              <a:defRPr sz="10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000"/>
              <a:buFont typeface="Urbanist Medium"/>
              <a:buChar char="■"/>
              <a:defRPr sz="10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5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200"/>
              <a:buFont typeface="Urbanist Medium"/>
              <a:buNone/>
              <a:defRPr sz="1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200"/>
              <a:buFont typeface="Urbanist Medium"/>
              <a:buNone/>
              <a:defRPr sz="1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200"/>
              <a:buFont typeface="Urbanist Medium"/>
              <a:buNone/>
              <a:defRPr sz="1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200"/>
              <a:buFont typeface="Urbanist Medium"/>
              <a:buNone/>
              <a:defRPr sz="1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200"/>
              <a:buFont typeface="Urbanist Medium"/>
              <a:buNone/>
              <a:defRPr sz="1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200"/>
              <a:buFont typeface="Urbanist Medium"/>
              <a:buNone/>
              <a:defRPr sz="1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200"/>
              <a:buFont typeface="Urbanist Medium"/>
              <a:buNone/>
              <a:defRPr sz="1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200"/>
              <a:buFont typeface="Urbanist Medium"/>
              <a:buNone/>
              <a:defRPr sz="1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200"/>
              <a:buFont typeface="Urbanist Medium"/>
              <a:buNone/>
              <a:defRPr sz="1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6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55" name="Google Shape;5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1" name="Google Shape;61;p7"/>
          <p:cNvSpPr txBox="1"/>
          <p:nvPr>
            <p:ph idx="2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2" name="Google Shape;62;p7"/>
          <p:cNvSpPr txBox="1"/>
          <p:nvPr>
            <p:ph idx="3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3" name="Google Shape;63;p7"/>
          <p:cNvSpPr txBox="1"/>
          <p:nvPr>
            <p:ph idx="4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4" name="Google Shape;64;p7"/>
          <p:cNvSpPr txBox="1"/>
          <p:nvPr>
            <p:ph idx="5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5" name="Google Shape;65;p7"/>
          <p:cNvSpPr txBox="1"/>
          <p:nvPr>
            <p:ph idx="6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6" name="Google Shape;66;p7"/>
          <p:cNvSpPr txBox="1"/>
          <p:nvPr>
            <p:ph idx="7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67" name="Google Shape;6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8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72" name="Google Shape;72;p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73" name="Google Shape;73;p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8"/>
          <p:cNvSpPr txBox="1"/>
          <p:nvPr>
            <p:ph idx="3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75" name="Google Shape;75;p8"/>
          <p:cNvSpPr/>
          <p:nvPr>
            <p:ph idx="4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76" name="Google Shape;76;p8"/>
          <p:cNvSpPr txBox="1"/>
          <p:nvPr>
            <p:ph idx="5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77" name="Google Shape;77;p8"/>
          <p:cNvSpPr txBox="1"/>
          <p:nvPr>
            <p:ph idx="6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78" name="Google Shape;78;p8"/>
          <p:cNvSpPr/>
          <p:nvPr>
            <p:ph idx="7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79" name="Google Shape;79;p8"/>
          <p:cNvSpPr txBox="1"/>
          <p:nvPr>
            <p:ph idx="8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80" name="Google Shape;80;p8"/>
          <p:cNvSpPr txBox="1"/>
          <p:nvPr>
            <p:ph idx="9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81" name="Google Shape;81;p8"/>
          <p:cNvSpPr/>
          <p:nvPr>
            <p:ph idx="13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82" name="Google Shape;82;p8"/>
          <p:cNvSpPr txBox="1"/>
          <p:nvPr>
            <p:ph idx="14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15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84" name="Google Shape;84;p8"/>
          <p:cNvSpPr/>
          <p:nvPr>
            <p:ph idx="16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85" name="Google Shape;85;p8"/>
          <p:cNvSpPr txBox="1"/>
          <p:nvPr>
            <p:ph idx="17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18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87" name="Google Shape;87;p8"/>
          <p:cNvSpPr/>
          <p:nvPr>
            <p:ph idx="19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88" name="Google Shape;88;p8"/>
          <p:cNvSpPr txBox="1"/>
          <p:nvPr>
            <p:ph idx="20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89" name="Google Shape;89;p8"/>
          <p:cNvSpPr txBox="1"/>
          <p:nvPr>
            <p:ph idx="21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0" name="Google Shape;90;p8"/>
          <p:cNvSpPr txBox="1"/>
          <p:nvPr>
            <p:ph idx="22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91" name="Google Shape;9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8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9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None/>
              <a:defRPr sz="12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None/>
              <a:defRPr sz="12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None/>
              <a:defRPr sz="12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None/>
              <a:defRPr sz="12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None/>
              <a:defRPr sz="12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None/>
              <a:defRPr sz="12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None/>
              <a:defRPr sz="12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None/>
              <a:defRPr sz="12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None/>
              <a:defRPr sz="12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3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99" name="Google Shape;9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0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" name="Google Shape;103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04" name="Google Shape;104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05" name="Google Shape;105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06" name="Google Shape;106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" name="Google Shape;107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08" name="Google Shape;108;p10"/>
          <p:cNvSpPr/>
          <p:nvPr>
            <p:ph idx="2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09" name="Google Shape;109;p10"/>
          <p:cNvSpPr txBox="1"/>
          <p:nvPr>
            <p:ph idx="1" type="subTitle"/>
          </p:nvPr>
        </p:nvSpPr>
        <p:spPr>
          <a:xfrm>
            <a:off x="426700" y="2814635"/>
            <a:ext cx="176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0" name="Google Shape;110;p10"/>
          <p:cNvSpPr txBox="1"/>
          <p:nvPr>
            <p:ph idx="3" type="subTitle"/>
          </p:nvPr>
        </p:nvSpPr>
        <p:spPr>
          <a:xfrm>
            <a:off x="426700" y="3265335"/>
            <a:ext cx="17619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1" name="Google Shape;111;p10"/>
          <p:cNvSpPr/>
          <p:nvPr>
            <p:ph idx="4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12" name="Google Shape;112;p10"/>
          <p:cNvSpPr txBox="1"/>
          <p:nvPr>
            <p:ph idx="5" type="subTitle"/>
          </p:nvPr>
        </p:nvSpPr>
        <p:spPr>
          <a:xfrm>
            <a:off x="2621800" y="2814641"/>
            <a:ext cx="176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3" name="Google Shape;113;p10"/>
          <p:cNvSpPr txBox="1"/>
          <p:nvPr>
            <p:ph idx="6" type="subTitle"/>
          </p:nvPr>
        </p:nvSpPr>
        <p:spPr>
          <a:xfrm>
            <a:off x="2621800" y="3265334"/>
            <a:ext cx="17619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4" name="Google Shape;114;p10"/>
          <p:cNvSpPr/>
          <p:nvPr>
            <p:ph idx="7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15" name="Google Shape;115;p10"/>
          <p:cNvSpPr txBox="1"/>
          <p:nvPr>
            <p:ph idx="8" type="subTitle"/>
          </p:nvPr>
        </p:nvSpPr>
        <p:spPr>
          <a:xfrm>
            <a:off x="4816900" y="2814641"/>
            <a:ext cx="176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6" name="Google Shape;116;p10"/>
          <p:cNvSpPr txBox="1"/>
          <p:nvPr>
            <p:ph idx="9" type="subTitle"/>
          </p:nvPr>
        </p:nvSpPr>
        <p:spPr>
          <a:xfrm>
            <a:off x="4816900" y="3265335"/>
            <a:ext cx="17619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7" name="Google Shape;117;p10"/>
          <p:cNvSpPr/>
          <p:nvPr>
            <p:ph idx="13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18" name="Google Shape;118;p10"/>
          <p:cNvSpPr txBox="1"/>
          <p:nvPr>
            <p:ph idx="14" type="subTitle"/>
          </p:nvPr>
        </p:nvSpPr>
        <p:spPr>
          <a:xfrm>
            <a:off x="7012000" y="2814641"/>
            <a:ext cx="176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9" name="Google Shape;119;p10"/>
          <p:cNvSpPr txBox="1"/>
          <p:nvPr>
            <p:ph idx="15" type="subTitle"/>
          </p:nvPr>
        </p:nvSpPr>
        <p:spPr>
          <a:xfrm>
            <a:off x="7012000" y="3265335"/>
            <a:ext cx="17619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0" name="Google Shape;120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0"/>
          <p:cNvSpPr txBox="1"/>
          <p:nvPr>
            <p:ph idx="16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122" name="Google Shape;12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0"/>
          <p:cNvSpPr txBox="1"/>
          <p:nvPr>
            <p:ph idx="17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1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7" name="Google Shape;127;p1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28" name="Google Shape;128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p11"/>
          <p:cNvSpPr txBox="1"/>
          <p:nvPr>
            <p:ph idx="2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132" name="Google Shape;13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1"/>
          <p:cNvSpPr txBox="1"/>
          <p:nvPr>
            <p:ph idx="3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2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 sz="1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 sz="1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 sz="1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 sz="1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 sz="1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 sz="1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 sz="1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 sz="1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 sz="1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7" name="Google Shape;137;p1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" name="Google Shape;138;p12"/>
          <p:cNvSpPr txBox="1"/>
          <p:nvPr>
            <p:ph idx="3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9" name="Google Shape;139;p1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0" name="Google Shape;140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2"/>
          <p:cNvSpPr txBox="1"/>
          <p:nvPr>
            <p:ph idx="4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142" name="Google Shape;14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2"/>
          <p:cNvSpPr txBox="1"/>
          <p:nvPr>
            <p:ph idx="5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3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3"/>
          <p:cNvSpPr txBox="1"/>
          <p:nvPr>
            <p:ph type="title"/>
          </p:nvPr>
        </p:nvSpPr>
        <p:spPr>
          <a:xfrm>
            <a:off x="3386700" y="572202"/>
            <a:ext cx="1862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7" name="Google Shape;147;p13"/>
          <p:cNvSpPr txBox="1"/>
          <p:nvPr>
            <p:ph idx="1" type="subTitle"/>
          </p:nvPr>
        </p:nvSpPr>
        <p:spPr>
          <a:xfrm>
            <a:off x="3386700" y="1007869"/>
            <a:ext cx="19746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8" name="Google Shape;148;p13"/>
          <p:cNvSpPr txBox="1"/>
          <p:nvPr>
            <p:ph idx="2" type="subTitle"/>
          </p:nvPr>
        </p:nvSpPr>
        <p:spPr>
          <a:xfrm>
            <a:off x="3386700" y="1153190"/>
            <a:ext cx="24447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9" name="Google Shape;149;p13"/>
          <p:cNvSpPr txBox="1"/>
          <p:nvPr>
            <p:ph idx="3" type="title"/>
          </p:nvPr>
        </p:nvSpPr>
        <p:spPr>
          <a:xfrm>
            <a:off x="6307650" y="564931"/>
            <a:ext cx="1862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0" name="Google Shape;150;p13"/>
          <p:cNvSpPr txBox="1"/>
          <p:nvPr>
            <p:ph idx="4" type="subTitle"/>
          </p:nvPr>
        </p:nvSpPr>
        <p:spPr>
          <a:xfrm>
            <a:off x="6307650" y="1007869"/>
            <a:ext cx="19746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1" name="Google Shape;151;p13"/>
          <p:cNvSpPr txBox="1"/>
          <p:nvPr>
            <p:ph idx="5" type="subTitle"/>
          </p:nvPr>
        </p:nvSpPr>
        <p:spPr>
          <a:xfrm>
            <a:off x="6307650" y="1153190"/>
            <a:ext cx="24447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2" name="Google Shape;152;p1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3" name="Google Shape;153;p1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4" name="Google Shape;154;p1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grpSp>
        <p:nvGrpSpPr>
          <p:cNvPr id="155" name="Google Shape;155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56" name="Google Shape;156;p1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" name="Google Shape;157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8" name="Google Shape;158;p13"/>
          <p:cNvSpPr txBox="1"/>
          <p:nvPr>
            <p:ph idx="9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159" name="Google Shape;1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3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4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/>
            </a:lvl9pPr>
          </a:lstStyle>
          <a:p/>
        </p:txBody>
      </p:sp>
      <p:sp>
        <p:nvSpPr>
          <p:cNvPr id="164" name="Google Shape;164;p14"/>
          <p:cNvSpPr txBox="1"/>
          <p:nvPr>
            <p:ph idx="2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5" name="Google Shape;165;p14"/>
          <p:cNvSpPr txBox="1"/>
          <p:nvPr>
            <p:ph idx="1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6" name="Google Shape;166;p14"/>
          <p:cNvSpPr txBox="1"/>
          <p:nvPr>
            <p:ph idx="3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7" name="Google Shape;167;p14"/>
          <p:cNvSpPr txBox="1"/>
          <p:nvPr>
            <p:ph idx="4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8" name="Google Shape;168;p14"/>
          <p:cNvSpPr txBox="1"/>
          <p:nvPr>
            <p:ph idx="5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9" name="Google Shape;169;p14"/>
          <p:cNvSpPr txBox="1"/>
          <p:nvPr>
            <p:ph idx="6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70" name="Google Shape;170;p14"/>
          <p:cNvSpPr txBox="1"/>
          <p:nvPr>
            <p:ph idx="7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71" name="Google Shape;171;p14"/>
          <p:cNvSpPr txBox="1"/>
          <p:nvPr>
            <p:ph idx="8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72" name="Google Shape;172;p14"/>
          <p:cNvSpPr txBox="1"/>
          <p:nvPr>
            <p:ph idx="9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73" name="Google Shape;173;p14"/>
          <p:cNvSpPr txBox="1"/>
          <p:nvPr>
            <p:ph idx="13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74" name="Google Shape;174;p14"/>
          <p:cNvSpPr txBox="1"/>
          <p:nvPr>
            <p:ph idx="14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75" name="Google Shape;175;p14"/>
          <p:cNvSpPr txBox="1"/>
          <p:nvPr>
            <p:ph idx="15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76" name="Google Shape;176;p14"/>
          <p:cNvSpPr txBox="1"/>
          <p:nvPr>
            <p:ph idx="16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177" name="Google Shape;17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4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5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5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2" name="Google Shape;182;p1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3" name="Google Shape;183;p15"/>
          <p:cNvSpPr txBox="1"/>
          <p:nvPr>
            <p:ph idx="2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4" name="Google Shape;184;p15"/>
          <p:cNvSpPr txBox="1"/>
          <p:nvPr>
            <p:ph idx="3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5" name="Google Shape;185;p15"/>
          <p:cNvSpPr txBox="1"/>
          <p:nvPr>
            <p:ph idx="4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6" name="Google Shape;186;p15"/>
          <p:cNvSpPr txBox="1"/>
          <p:nvPr>
            <p:ph idx="5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7" name="Google Shape;187;p15"/>
          <p:cNvSpPr txBox="1"/>
          <p:nvPr>
            <p:ph idx="6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8" name="Google Shape;188;p15"/>
          <p:cNvSpPr txBox="1"/>
          <p:nvPr>
            <p:ph idx="7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9" name="Google Shape;189;p15"/>
          <p:cNvSpPr txBox="1"/>
          <p:nvPr>
            <p:ph idx="8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0" name="Google Shape;190;p15"/>
          <p:cNvSpPr txBox="1"/>
          <p:nvPr>
            <p:ph idx="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15"/>
          <p:cNvSpPr txBox="1"/>
          <p:nvPr>
            <p:ph idx="13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192" name="Google Shape;19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5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6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97" name="Google Shape;197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" name="Google Shape;198;p1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9" name="Google Shape;199;p16"/>
          <p:cNvSpPr/>
          <p:nvPr>
            <p:ph idx="2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6"/>
          <p:cNvSpPr txBox="1"/>
          <p:nvPr>
            <p:ph idx="3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1" name="Google Shape;201;p16"/>
          <p:cNvSpPr txBox="1"/>
          <p:nvPr>
            <p:ph idx="4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2" name="Google Shape;202;p16"/>
          <p:cNvSpPr txBox="1"/>
          <p:nvPr>
            <p:ph idx="5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3" name="Google Shape;203;p16"/>
          <p:cNvSpPr txBox="1"/>
          <p:nvPr>
            <p:ph idx="6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204" name="Google Shape;20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6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17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8" name="Google Shape;208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" name="Google Shape;209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0" name="Google Shape;210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1" name="Google Shape;211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3" name="Google Shape;213;p17"/>
          <p:cNvSpPr/>
          <p:nvPr>
            <p:ph idx="2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7"/>
          <p:cNvSpPr txBox="1"/>
          <p:nvPr>
            <p:ph idx="1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5" name="Google Shape;215;p17"/>
          <p:cNvSpPr txBox="1"/>
          <p:nvPr>
            <p:ph idx="3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6" name="Google Shape;216;p17"/>
          <p:cNvSpPr txBox="1"/>
          <p:nvPr>
            <p:ph idx="4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217" name="Google Shape;217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" name="Google Shape;219;p17"/>
          <p:cNvSpPr txBox="1"/>
          <p:nvPr>
            <p:ph idx="5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0" name="Google Shape;220;p17"/>
          <p:cNvSpPr txBox="1"/>
          <p:nvPr>
            <p:ph idx="6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21" name="Google Shape;221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2" name="Google Shape;222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3" name="Google Shape;223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4" name="Google Shape;224;p17"/>
          <p:cNvSpPr txBox="1"/>
          <p:nvPr>
            <p:ph idx="7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5" name="Google Shape;225;p17"/>
          <p:cNvSpPr txBox="1"/>
          <p:nvPr>
            <p:ph idx="8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6" name="Google Shape;226;p17"/>
          <p:cNvSpPr txBox="1"/>
          <p:nvPr>
            <p:ph idx="9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7" name="Google Shape;227;p17"/>
          <p:cNvSpPr txBox="1"/>
          <p:nvPr>
            <p:ph idx="13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8" name="Google Shape;228;p17"/>
          <p:cNvSpPr txBox="1"/>
          <p:nvPr>
            <p:ph idx="14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9" name="Google Shape;229;p17"/>
          <p:cNvSpPr txBox="1"/>
          <p:nvPr>
            <p:ph idx="15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0" name="Google Shape;230;p17"/>
          <p:cNvSpPr txBox="1"/>
          <p:nvPr>
            <p:ph idx="1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1" name="Google Shape;231;p17"/>
          <p:cNvSpPr txBox="1"/>
          <p:nvPr>
            <p:ph idx="17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232" name="Google Shape;23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7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8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8"/>
          <p:cNvSpPr txBox="1"/>
          <p:nvPr>
            <p:ph idx="1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37" name="Google Shape;237;p18"/>
          <p:cNvSpPr txBox="1"/>
          <p:nvPr>
            <p:ph idx="2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8" name="Google Shape;238;p1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9" name="Google Shape;239;p18"/>
          <p:cNvSpPr txBox="1"/>
          <p:nvPr>
            <p:ph idx="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0" name="Google Shape;240;p18"/>
          <p:cNvSpPr txBox="1"/>
          <p:nvPr>
            <p:ph idx="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1" name="Google Shape;241;p18"/>
          <p:cNvSpPr txBox="1"/>
          <p:nvPr>
            <p:ph idx="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2" name="Google Shape;242;p18"/>
          <p:cNvSpPr txBox="1"/>
          <p:nvPr>
            <p:ph idx="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3" name="Google Shape;243;p18"/>
          <p:cNvSpPr txBox="1"/>
          <p:nvPr>
            <p:ph idx="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18"/>
          <p:cNvSpPr txBox="1"/>
          <p:nvPr>
            <p:ph idx="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45" name="Google Shape;245;p18"/>
          <p:cNvSpPr txBox="1"/>
          <p:nvPr>
            <p:ph idx="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46" name="Google Shape;246;p18"/>
          <p:cNvSpPr txBox="1"/>
          <p:nvPr>
            <p:ph idx="13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47" name="Google Shape;247;p18"/>
          <p:cNvSpPr txBox="1"/>
          <p:nvPr>
            <p:ph idx="14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48" name="Google Shape;248;p18"/>
          <p:cNvSpPr txBox="1"/>
          <p:nvPr>
            <p:ph idx="15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49" name="Google Shape;249;p18"/>
          <p:cNvSpPr txBox="1"/>
          <p:nvPr>
            <p:ph idx="16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0" name="Google Shape;250;p18"/>
          <p:cNvSpPr txBox="1"/>
          <p:nvPr>
            <p:ph idx="17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1" name="Google Shape;251;p18"/>
          <p:cNvSpPr txBox="1"/>
          <p:nvPr>
            <p:ph idx="18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2" name="Google Shape;252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18"/>
          <p:cNvSpPr txBox="1"/>
          <p:nvPr>
            <p:ph idx="19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254" name="Google Shape;25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8"/>
          <p:cNvSpPr txBox="1"/>
          <p:nvPr>
            <p:ph idx="20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19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9"/>
          <p:cNvSpPr txBox="1"/>
          <p:nvPr>
            <p:ph idx="1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1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60" name="Google Shape;260;p19"/>
          <p:cNvSpPr txBox="1"/>
          <p:nvPr>
            <p:ph idx="2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1" name="Google Shape;261;p19"/>
          <p:cNvSpPr txBox="1"/>
          <p:nvPr>
            <p:ph idx="3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2" name="Google Shape;262;p19"/>
          <p:cNvSpPr txBox="1"/>
          <p:nvPr>
            <p:ph idx="4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3" name="Google Shape;263;p19"/>
          <p:cNvSpPr txBox="1"/>
          <p:nvPr>
            <p:ph idx="5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4" name="Google Shape;264;p19"/>
          <p:cNvSpPr txBox="1"/>
          <p:nvPr>
            <p:ph idx="6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5" name="Google Shape;265;p19"/>
          <p:cNvSpPr txBox="1"/>
          <p:nvPr>
            <p:ph idx="7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7" name="Google Shape;267;p19"/>
          <p:cNvSpPr txBox="1"/>
          <p:nvPr>
            <p:ph idx="8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268" name="Google Shape;26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9"/>
          <p:cNvSpPr txBox="1"/>
          <p:nvPr>
            <p:ph idx="9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0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5200"/>
              <a:buFont typeface="Urbanist Medium"/>
              <a:buChar char="●"/>
              <a:defRPr sz="5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5200"/>
              <a:buFont typeface="Urbanist Medium"/>
              <a:buChar char="○"/>
              <a:defRPr sz="5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5200"/>
              <a:buFont typeface="Urbanist Medium"/>
              <a:buChar char="■"/>
              <a:defRPr sz="5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5200"/>
              <a:buFont typeface="Urbanist Medium"/>
              <a:buChar char="●"/>
              <a:defRPr sz="5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5200"/>
              <a:buFont typeface="Urbanist Medium"/>
              <a:buChar char="○"/>
              <a:defRPr sz="5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5200"/>
              <a:buFont typeface="Urbanist Medium"/>
              <a:buChar char="■"/>
              <a:defRPr sz="5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5200"/>
              <a:buFont typeface="Urbanist Medium"/>
              <a:buChar char="●"/>
              <a:defRPr sz="5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5200"/>
              <a:buFont typeface="Urbanist Medium"/>
              <a:buChar char="○"/>
              <a:defRPr sz="5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5200"/>
              <a:buFont typeface="Urbanist Medium"/>
              <a:buChar char="■"/>
              <a:defRPr sz="5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3" name="Google Shape;273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2800"/>
              <a:buFont typeface="Urbanist Medium"/>
              <a:buNone/>
              <a:defRPr sz="28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2800"/>
              <a:buFont typeface="Urbanist Medium"/>
              <a:buNone/>
              <a:defRPr sz="28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2800"/>
              <a:buFont typeface="Urbanist Medium"/>
              <a:buNone/>
              <a:defRPr sz="28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2800"/>
              <a:buFont typeface="Urbanist Medium"/>
              <a:buNone/>
              <a:defRPr sz="28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2800"/>
              <a:buFont typeface="Urbanist Medium"/>
              <a:buNone/>
              <a:defRPr sz="28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2800"/>
              <a:buFont typeface="Urbanist Medium"/>
              <a:buNone/>
              <a:defRPr sz="28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2800"/>
              <a:buFont typeface="Urbanist Medium"/>
              <a:buNone/>
              <a:defRPr sz="28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2800"/>
              <a:buFont typeface="Urbanist Medium"/>
              <a:buNone/>
              <a:defRPr sz="28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2800"/>
              <a:buFont typeface="Urbanist Medium"/>
              <a:buNone/>
              <a:defRPr sz="28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4" name="Google Shape;274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5" name="Google Shape;275;p20"/>
          <p:cNvSpPr txBox="1"/>
          <p:nvPr>
            <p:ph idx="2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276" name="Google Shape;27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0"/>
          <p:cNvSpPr txBox="1"/>
          <p:nvPr>
            <p:ph idx="3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1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rbanist Medium"/>
              <a:buChar char="●"/>
              <a:defRPr sz="36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  <p:sp>
        <p:nvSpPr>
          <p:cNvPr id="281" name="Google Shape;281;p21"/>
          <p:cNvSpPr txBox="1"/>
          <p:nvPr>
            <p:ph idx="1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282" name="Google Shape;28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1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2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7" name="Google Shape;28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8" name="Google Shape;288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9" name="Google Shape;289;p22"/>
          <p:cNvSpPr txBox="1"/>
          <p:nvPr>
            <p:ph idx="2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290" name="Google Shape;29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2"/>
          <p:cNvSpPr txBox="1"/>
          <p:nvPr>
            <p:ph idx="3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3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5" name="Google Shape;295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 sz="1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6" name="Google Shape;296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 sz="1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7" name="Google Shape;297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8" name="Google Shape;298;p23"/>
          <p:cNvSpPr txBox="1"/>
          <p:nvPr>
            <p:ph idx="3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299" name="Google Shape;29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3"/>
          <p:cNvSpPr txBox="1"/>
          <p:nvPr>
            <p:ph idx="4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24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Char char="●"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Char char="○"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Char char="■"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Char char="●"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Char char="○"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Char char="■"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Char char="●"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Char char="○"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Char char="■"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4" name="Google Shape;304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5" name="Google Shape;305;p24"/>
          <p:cNvSpPr txBox="1"/>
          <p:nvPr>
            <p:ph idx="1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06" name="Google Shape;30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4"/>
          <p:cNvSpPr txBox="1"/>
          <p:nvPr>
            <p:ph idx="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5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 Medium"/>
              <a:buChar char="●"/>
              <a:defRPr sz="2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 Medium"/>
              <a:buChar char="○"/>
              <a:defRPr sz="2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 Medium"/>
              <a:buChar char="■"/>
              <a:defRPr sz="2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 Medium"/>
              <a:buChar char="●"/>
              <a:defRPr sz="2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 Medium"/>
              <a:buChar char="○"/>
              <a:defRPr sz="2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 Medium"/>
              <a:buChar char="■"/>
              <a:defRPr sz="2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 Medium"/>
              <a:buChar char="●"/>
              <a:defRPr sz="2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 Medium"/>
              <a:buChar char="○"/>
              <a:defRPr sz="2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 Medium"/>
              <a:buChar char="■"/>
              <a:defRPr sz="2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1" name="Google Shape;311;p25"/>
          <p:cNvSpPr txBox="1"/>
          <p:nvPr>
            <p:ph idx="1" type="body"/>
          </p:nvPr>
        </p:nvSpPr>
        <p:spPr>
          <a:xfrm>
            <a:off x="311700" y="1411100"/>
            <a:ext cx="7696200" cy="3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2" name="Google Shape;312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3" name="Google Shape;313;p25"/>
          <p:cNvSpPr txBox="1"/>
          <p:nvPr>
            <p:ph idx="2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14" name="Google Shape;31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5"/>
          <p:cNvSpPr txBox="1"/>
          <p:nvPr>
            <p:ph idx="3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26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Urbanist Medium"/>
              <a:buChar char="●"/>
              <a:defRPr sz="48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sp>
        <p:nvSpPr>
          <p:cNvPr id="319" name="Google Shape;319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0" name="Google Shape;320;p26"/>
          <p:cNvSpPr txBox="1"/>
          <p:nvPr>
            <p:ph idx="1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21" name="Google Shape;32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6"/>
          <p:cNvSpPr txBox="1"/>
          <p:nvPr>
            <p:ph idx="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27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rbanist Medium"/>
              <a:buChar char="●"/>
              <a:defRPr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rbanist Medium"/>
              <a:buChar char="○"/>
              <a:defRPr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rbanist Medium"/>
              <a:buChar char="■"/>
              <a:defRPr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rbanist Medium"/>
              <a:buChar char="●"/>
              <a:defRPr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rbanist Medium"/>
              <a:buChar char="○"/>
              <a:defRPr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rbanist Medium"/>
              <a:buChar char="■"/>
              <a:defRPr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rbanist Medium"/>
              <a:buChar char="●"/>
              <a:defRPr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rbanist Medium"/>
              <a:buChar char="○"/>
              <a:defRPr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rbanist Medium"/>
              <a:buChar char="■"/>
              <a:defRPr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6" name="Google Shape;326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Urbanist Medium"/>
              <a:buNone/>
              <a:defRPr sz="21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Urbanist Medium"/>
              <a:buNone/>
              <a:defRPr sz="21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Urbanist Medium"/>
              <a:buNone/>
              <a:defRPr sz="21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Urbanist Medium"/>
              <a:buNone/>
              <a:defRPr sz="21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Urbanist Medium"/>
              <a:buNone/>
              <a:defRPr sz="21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Urbanist Medium"/>
              <a:buNone/>
              <a:defRPr sz="21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Urbanist Medium"/>
              <a:buNone/>
              <a:defRPr sz="21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Urbanist Medium"/>
              <a:buNone/>
              <a:defRPr sz="21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Urbanist Medium"/>
              <a:buNone/>
              <a:defRPr sz="21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7" name="Google Shape;327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8" name="Google Shape;328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9" name="Google Shape;329;p27"/>
          <p:cNvSpPr txBox="1"/>
          <p:nvPr>
            <p:ph idx="3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0" name="Google Shape;33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7"/>
          <p:cNvSpPr txBox="1"/>
          <p:nvPr>
            <p:ph idx="4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28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8"/>
          <p:cNvSpPr txBox="1"/>
          <p:nvPr>
            <p:ph idx="1" type="body"/>
          </p:nvPr>
        </p:nvSpPr>
        <p:spPr>
          <a:xfrm>
            <a:off x="311700" y="3951100"/>
            <a:ext cx="59988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335" name="Google Shape;335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6" name="Google Shape;336;p28"/>
          <p:cNvSpPr txBox="1"/>
          <p:nvPr>
            <p:ph idx="2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7" name="Google Shape;33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8"/>
          <p:cNvSpPr txBox="1"/>
          <p:nvPr>
            <p:ph idx="3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9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9"/>
          <p:cNvSpPr txBox="1"/>
          <p:nvPr>
            <p:ph hasCustomPrompt="1" type="title"/>
          </p:nvPr>
        </p:nvSpPr>
        <p:spPr>
          <a:xfrm>
            <a:off x="311700" y="624000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Urbanist Medium"/>
              <a:buChar char="●"/>
              <a:defRPr sz="1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Urbanist Medium"/>
              <a:buChar char="○"/>
              <a:defRPr sz="1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Urbanist Medium"/>
              <a:buChar char="■"/>
              <a:defRPr sz="1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Urbanist Medium"/>
              <a:buChar char="●"/>
              <a:defRPr sz="1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Urbanist Medium"/>
              <a:buChar char="○"/>
              <a:defRPr sz="1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Urbanist Medium"/>
              <a:buChar char="■"/>
              <a:defRPr sz="1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Urbanist Medium"/>
              <a:buChar char="●"/>
              <a:defRPr sz="1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Urbanist Medium"/>
              <a:buChar char="○"/>
              <a:defRPr sz="1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Urbanist Medium"/>
              <a:buChar char="■"/>
              <a:defRPr sz="1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r>
              <a:t>xx%</a:t>
            </a:r>
          </a:p>
        </p:txBody>
      </p:sp>
      <p:sp>
        <p:nvSpPr>
          <p:cNvPr id="342" name="Google Shape;342;p29"/>
          <p:cNvSpPr txBox="1"/>
          <p:nvPr>
            <p:ph idx="1" type="body"/>
          </p:nvPr>
        </p:nvSpPr>
        <p:spPr>
          <a:xfrm>
            <a:off x="311700" y="2670100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3" name="Google Shape;343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4" name="Google Shape;344;p29"/>
          <p:cNvSpPr txBox="1"/>
          <p:nvPr>
            <p:ph idx="2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5" name="Google Shape;34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9"/>
          <p:cNvSpPr txBox="1"/>
          <p:nvPr>
            <p:ph idx="3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30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1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rbanist Medium"/>
              <a:buNone/>
              <a:defRPr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3" name="Google Shape;353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4" name="Google Shape;354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5" name="Google Shape;355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6" name="Google Shape;356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7" name="Google Shape;357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8" name="Google Shape;358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9" name="Google Shape;359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0" name="Google Shape;360;p31"/>
          <p:cNvSpPr txBox="1"/>
          <p:nvPr>
            <p:ph idx="7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61" name="Google Shape;36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>
            <p:ph idx="8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5" name="Google Shape;365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6" name="Google Shape;366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pic>
        <p:nvPicPr>
          <p:cNvPr id="367" name="Google Shape;367;p32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9" name="Google Shape;369;p32"/>
          <p:cNvSpPr txBox="1"/>
          <p:nvPr>
            <p:ph idx="3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70" name="Google Shape;37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2"/>
          <p:cNvSpPr txBox="1"/>
          <p:nvPr>
            <p:ph idx="4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/>
            </a:lvl9pPr>
          </a:lstStyle>
          <a:p/>
        </p:txBody>
      </p:sp>
      <p:sp>
        <p:nvSpPr>
          <p:cNvPr id="374" name="Google Shape;374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5" name="Google Shape;375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6" name="Google Shape;376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7" name="Google Shape;377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8" name="Google Shape;378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9" name="Google Shape;379;p33"/>
          <p:cNvSpPr txBox="1"/>
          <p:nvPr>
            <p:ph idx="5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80" name="Google Shape;380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3"/>
          <p:cNvSpPr txBox="1"/>
          <p:nvPr>
            <p:ph idx="6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4" name="Google Shape;384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5" name="Google Shape;385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/>
            </a:lvl9pPr>
          </a:lstStyle>
          <a:p/>
        </p:txBody>
      </p:sp>
      <p:sp>
        <p:nvSpPr>
          <p:cNvPr id="386" name="Google Shape;386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8" name="Google Shape;388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9" name="Google Shape;389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0" name="Google Shape;390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1" name="Google Shape;391;p34"/>
          <p:cNvSpPr txBox="1"/>
          <p:nvPr>
            <p:ph idx="7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92" name="Google Shape;392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34"/>
          <p:cNvSpPr txBox="1"/>
          <p:nvPr>
            <p:ph idx="8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6" name="Google Shape;396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7" name="Google Shape;397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8" name="Google Shape;398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9" name="Google Shape;399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/>
            </a:lvl9pPr>
          </a:lstStyle>
          <a:p/>
        </p:txBody>
      </p:sp>
      <p:sp>
        <p:nvSpPr>
          <p:cNvPr id="400" name="Google Shape;400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1" name="Google Shape;401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2" name="Google Shape;402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3" name="Google Shape;403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pic>
        <p:nvPicPr>
          <p:cNvPr id="404" name="Google Shape;404;p35" title="0226_OpenHouse_NewYork_cover_2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7" name="Google Shape;407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  <p:sp>
        <p:nvSpPr>
          <p:cNvPr id="408" name="Google Shape;408;p36"/>
          <p:cNvSpPr txBox="1"/>
          <p:nvPr>
            <p:ph idx="1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409" name="Google Shape;409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6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3" name="Google Shape;413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6" name="Google Shape;41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7" name="Google Shape;417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8" name="Google Shape;418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0" name="Google Shape;420;p37"/>
          <p:cNvSpPr txBox="1"/>
          <p:nvPr>
            <p:ph idx="7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421" name="Google Shape;421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37"/>
          <p:cNvSpPr txBox="1"/>
          <p:nvPr>
            <p:ph idx="8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5" name="Google Shape;425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8" name="Google Shape;428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0" name="Google Shape;43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1" name="Google Shape;431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2" name="Google Shape;432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3" name="Google Shape;433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4" name="Google Shape;434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5" name="Google Shape;435;p38"/>
          <p:cNvSpPr txBox="1"/>
          <p:nvPr>
            <p:ph idx="13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436" name="Google Shape;436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38"/>
          <p:cNvSpPr txBox="1"/>
          <p:nvPr>
            <p:ph idx="14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440" name="Google Shape;440;p39"/>
          <p:cNvSpPr txBox="1"/>
          <p:nvPr>
            <p:ph idx="1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441" name="Google Shape;441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9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5" name="Google Shape;445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7" name="Google Shape;447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1" name="Google Shape;451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2" name="Google Shape;452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3" name="Google Shape;453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4" name="Google Shape;454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6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7" name="Google Shape;457;p41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 1">
  <p:cSld name="BLANK_1_1_1_1_1_1_1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42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42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42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462" name="Google Shape;462;p42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3" name="Google Shape;463;p4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4" name="Google Shape;464;p4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5" name="Google Shape;465;p4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466" name="Google Shape;466;p4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7" name="Google Shape;467;p4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8" name="Google Shape;468;p4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47"/>
          <p:cNvSpPr txBox="1"/>
          <p:nvPr>
            <p:ph idx="13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Open House Singapore</a:t>
            </a:r>
            <a:endParaRPr/>
          </a:p>
        </p:txBody>
      </p:sp>
      <p:sp>
        <p:nvSpPr>
          <p:cNvPr id="525" name="Google Shape;525;p47"/>
          <p:cNvSpPr txBox="1"/>
          <p:nvPr>
            <p:ph idx="1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/>
            </a:r>
            <a:endParaRPr/>
          </a:p>
        </p:txBody>
      </p:sp>
      <p:sp>
        <p:nvSpPr>
          <p:cNvPr id="526" name="Google Shape;526;p47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/>
            </a:r>
            <a:endParaRPr/>
          </a:p>
        </p:txBody>
      </p:sp>
      <p:sp>
        <p:nvSpPr>
          <p:cNvPr id="527" name="Google Shape;527;p47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8" name="Google Shape;528;p47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9" name="Google Shape;529;p47"/>
          <p:cNvSpPr/>
          <p:nvPr/>
        </p:nvSpPr>
        <p:spPr>
          <a:xfrm>
            <a:off x="102062" y="114500"/>
            <a:ext cx="8919600" cy="489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Team Name: Signet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One line: What You’re Building: trading agents with a provable record and a private strategy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30" name="Google Shape;530;p47"/>
          <p:cNvSpPr/>
          <p:nvPr/>
        </p:nvSpPr>
        <p:spPr>
          <a:xfrm>
            <a:off x="65338" y="765133"/>
            <a:ext cx="2788500" cy="1070100"/>
          </a:xfrm>
          <a:prstGeom prst="rect">
            <a:avLst/>
          </a:prstGeom>
          <a:noFill/>
          <a:ln cap="flat" cmpd="sng" w="16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300" lIns="53300" spcFirstLastPara="1" rIns="53300" wrap="square" tIns="5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16">
                <a:solidFill>
                  <a:schemeClr val="lt1"/>
                </a:solidFill>
              </a:rPr>
              <a:t>Who is This For</a:t>
            </a:r>
            <a:endParaRPr b="1" sz="1316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16">
                <a:solidFill>
                  <a:schemeClr val="lt1"/>
                </a:solidFill>
              </a:rPr>
              <a:t>a stock token bot operator on Robinhood Chain, like @HarmonicAgents (2,502 followers), who posts pool volume and has no way to show a follower which code is trading</a:t>
            </a:r>
            <a:endParaRPr sz="816">
              <a:solidFill>
                <a:schemeClr val="lt1"/>
              </a:solidFill>
            </a:endParaRPr>
          </a:p>
        </p:txBody>
      </p:sp>
      <p:sp>
        <p:nvSpPr>
          <p:cNvPr id="531" name="Google Shape;531;p47"/>
          <p:cNvSpPr/>
          <p:nvPr/>
        </p:nvSpPr>
        <p:spPr>
          <a:xfrm>
            <a:off x="3130808" y="765133"/>
            <a:ext cx="2788500" cy="1070100"/>
          </a:xfrm>
          <a:prstGeom prst="rect">
            <a:avLst/>
          </a:prstGeom>
          <a:noFill/>
          <a:ln cap="flat" cmpd="sng" w="16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300" lIns="53300" spcFirstLastPara="1" rIns="53300" wrap="square" tIns="5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16">
                <a:solidFill>
                  <a:schemeClr val="lt1"/>
                </a:solidFill>
              </a:rPr>
              <a:t>What They Do Today</a:t>
            </a:r>
            <a:endParaRPr b="1" sz="1316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16">
                <a:solidFill>
                  <a:schemeClr val="lt1"/>
                </a:solidFill>
              </a:rPr>
              <a:t>post a screenshot or a wallet link. 0 of 22 viral AI trading bot posts gave a wallet to check (@Meta_ZET, 7,321 followers)</a:t>
            </a:r>
            <a:endParaRPr sz="816">
              <a:solidFill>
                <a:schemeClr val="lt1"/>
              </a:solidFill>
            </a:endParaRPr>
          </a:p>
        </p:txBody>
      </p:sp>
      <p:sp>
        <p:nvSpPr>
          <p:cNvPr id="532" name="Google Shape;532;p47"/>
          <p:cNvSpPr/>
          <p:nvPr/>
        </p:nvSpPr>
        <p:spPr>
          <a:xfrm>
            <a:off x="65338" y="1943976"/>
            <a:ext cx="2788500" cy="10701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300" lIns="53300" spcFirstLastPara="1" rIns="53300" wrap="square" tIns="5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16">
                <a:solidFill>
                  <a:schemeClr val="lt1"/>
                </a:solidFill>
              </a:rPr>
              <a:t>The Wedge</a:t>
            </a:r>
            <a:endParaRPr b="1" sz="1316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16">
                <a:solidFill>
                  <a:schemeClr val="lt1"/>
                </a:solidFill>
              </a:rPr>
              <a:t>the follower's account refuses every workload except the one it approved, so a trade belongs to code the follower chose</a:t>
            </a:r>
            <a:endParaRPr sz="816">
              <a:solidFill>
                <a:schemeClr val="lt1"/>
              </a:solidFill>
            </a:endParaRPr>
          </a:p>
        </p:txBody>
      </p:sp>
      <p:sp>
        <p:nvSpPr>
          <p:cNvPr id="533" name="Google Shape;533;p47"/>
          <p:cNvSpPr/>
          <p:nvPr/>
        </p:nvSpPr>
        <p:spPr>
          <a:xfrm>
            <a:off x="3130806" y="1943976"/>
            <a:ext cx="2788500" cy="1070100"/>
          </a:xfrm>
          <a:prstGeom prst="rect">
            <a:avLst/>
          </a:prstGeom>
          <a:noFill/>
          <a:ln cap="flat" cmpd="sng" w="16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300" lIns="53300" spcFirstLastPara="1" rIns="53300" wrap="square" tIns="5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16">
                <a:solidFill>
                  <a:schemeClr val="lt1"/>
                </a:solidFill>
              </a:rPr>
              <a:t>Why Now</a:t>
            </a:r>
            <a:endParaRPr b="1" sz="1316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16">
                <a:solidFill>
                  <a:schemeClr val="lt1"/>
                </a:solidFill>
              </a:rPr>
              <a:t>Robinhood Agents launched on 2026-09-29 and states it does not audit agents. Stock Tokens became Morpho collateral on Oct 22 (https://x.com/RobinhoodCrypto/status/2113270580472381515)</a:t>
            </a:r>
            <a:endParaRPr sz="816">
              <a:solidFill>
                <a:schemeClr val="lt1"/>
              </a:solidFill>
            </a:endParaRPr>
          </a:p>
        </p:txBody>
      </p:sp>
      <p:sp>
        <p:nvSpPr>
          <p:cNvPr id="534" name="Google Shape;534;p47"/>
          <p:cNvSpPr/>
          <p:nvPr/>
        </p:nvSpPr>
        <p:spPr>
          <a:xfrm>
            <a:off x="6196266" y="765112"/>
            <a:ext cx="2788500" cy="1070100"/>
          </a:xfrm>
          <a:prstGeom prst="rect">
            <a:avLst/>
          </a:prstGeom>
          <a:noFill/>
          <a:ln cap="flat" cmpd="sng" w="16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300" lIns="53300" spcFirstLastPara="1" rIns="53300" wrap="square" tIns="5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16">
                <a:solidFill>
                  <a:schemeClr val="lt1"/>
                </a:solidFill>
              </a:rPr>
              <a:t>Alternatives and Gaps</a:t>
            </a:r>
            <a:endParaRPr b="1" sz="1316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16">
                <a:solidFill>
                  <a:schemeClr val="lt1"/>
                </a:solidFill>
              </a:rPr>
              <a:t>ARCANA: the platform holds the keys and prompts. Hyperliquid: 9,478 vaults, no proof of which code trades. Robinhood Agents: limits, no audit. Knidos: proves rules, not the model. Automata: verifies TDX quotes onchain (~4M gas), no trading account</a:t>
            </a:r>
            <a:endParaRPr sz="816">
              <a:solidFill>
                <a:schemeClr val="lt1"/>
              </a:solidFill>
            </a:endParaRPr>
          </a:p>
        </p:txBody>
      </p:sp>
      <p:sp>
        <p:nvSpPr>
          <p:cNvPr id="535" name="Google Shape;535;p47"/>
          <p:cNvSpPr/>
          <p:nvPr/>
        </p:nvSpPr>
        <p:spPr>
          <a:xfrm>
            <a:off x="6196265" y="1943955"/>
            <a:ext cx="2788500" cy="1070100"/>
          </a:xfrm>
          <a:prstGeom prst="rect">
            <a:avLst/>
          </a:prstGeom>
          <a:noFill/>
          <a:ln cap="flat" cmpd="sng" w="16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300" lIns="53300" spcFirstLastPara="1" rIns="53300" wrap="square" tIns="5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16">
                <a:solidFill>
                  <a:schemeClr val="lt1"/>
                </a:solidFill>
              </a:rPr>
              <a:t>Why Onchain, Why Arbitrum</a:t>
            </a:r>
            <a:endParaRPr b="1" sz="1316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16">
                <a:solidFill>
                  <a:schemeClr val="lt1"/>
                </a:solidFill>
              </a:rPr>
              <a:t>the Stylus verifier walks Intel's cert chain in one tx anyone can replay: 2,584,842 gas to admit, 2,349,054 to refuse, 504,449 per attested trade. The Stock Tokens and the canonical Uniswap v4 pool live on Robinhood Chain</a:t>
            </a:r>
            <a:endParaRPr sz="816">
              <a:solidFill>
                <a:schemeClr val="lt1"/>
              </a:solidFill>
            </a:endParaRPr>
          </a:p>
        </p:txBody>
      </p:sp>
      <p:sp>
        <p:nvSpPr>
          <p:cNvPr id="536" name="Google Shape;536;p47"/>
          <p:cNvSpPr/>
          <p:nvPr/>
        </p:nvSpPr>
        <p:spPr>
          <a:xfrm>
            <a:off x="65275" y="3151285"/>
            <a:ext cx="4331400" cy="1301400"/>
          </a:xfrm>
          <a:prstGeom prst="rect">
            <a:avLst/>
          </a:prstGeom>
          <a:noFill/>
          <a:ln cap="flat" cmpd="sng" w="20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175" lIns="64175" spcFirstLastPara="1" rIns="64175" wrap="square" tIns="64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83">
                <a:solidFill>
                  <a:schemeClr val="lt1"/>
                </a:solidFill>
              </a:rPr>
              <a:t>First 5-10 Users</a:t>
            </a:r>
            <a:endParaRPr b="1" sz="1383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83">
                <a:solidFill>
                  <a:schemeClr val="lt1"/>
                </a:solidFill>
              </a:rPr>
              <a:t>@HarmonicAgents (2,502), Meridian402 (stock token market maker), @OxSimpleFarmer (28,443), @Agent_Minimum (470), @DeployFinance (7,295), @GrowiHF (1,592), @senpi_ai (14,741), @betashop (22,573), @the_nof1 (54,390). the first five get a dm this weekend with the TSLA receipt</a:t>
            </a:r>
            <a:endParaRPr sz="983">
              <a:solidFill>
                <a:schemeClr val="lt1"/>
              </a:solidFill>
            </a:endParaRPr>
          </a:p>
        </p:txBody>
      </p:sp>
      <p:sp>
        <p:nvSpPr>
          <p:cNvPr id="537" name="Google Shape;537;p47"/>
          <p:cNvSpPr/>
          <p:nvPr/>
        </p:nvSpPr>
        <p:spPr>
          <a:xfrm>
            <a:off x="4653427" y="3151285"/>
            <a:ext cx="4331400" cy="1301400"/>
          </a:xfrm>
          <a:prstGeom prst="rect">
            <a:avLst/>
          </a:prstGeom>
          <a:noFill/>
          <a:ln cap="flat" cmpd="sng" w="20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175" lIns="64175" spcFirstLastPara="1" rIns="64175" wrap="square" tIns="64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83">
                <a:solidFill>
                  <a:schemeClr val="lt1"/>
                </a:solidFill>
              </a:rPr>
              <a:t>Ship This Weekend</a:t>
            </a:r>
            <a:endParaRPr b="1" sz="1383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83">
                <a:solidFill>
                  <a:schemeClr val="lt1"/>
                </a:solidFill>
              </a:rPr>
              <a:t>the measured compose pins the strategy's hash and the decision loop runs inside the enclave; that CVM is admitted on Robinhood Chain testnet (tx 0x5fdc4acb...965c). following leaves exactly one measurement approved. demo: the attested TSLA trade and a different workload refused, both read from the chain</a:t>
            </a:r>
            <a:endParaRPr sz="983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D4FF00"/>
      </a:lt1>
      <a:dk2>
        <a:srgbClr val="D4FF00"/>
      </a:dk2>
      <a:lt2>
        <a:srgbClr val="434343"/>
      </a:lt2>
      <a:accent1>
        <a:srgbClr val="434343"/>
      </a:accent1>
      <a:accent2>
        <a:srgbClr val="252525"/>
      </a:accent2>
      <a:accent3>
        <a:srgbClr val="D4FF00"/>
      </a:accent3>
      <a:accent4>
        <a:srgbClr val="D4FF00"/>
      </a:accent4>
      <a:accent5>
        <a:srgbClr val="D4FF00"/>
      </a:accent5>
      <a:accent6>
        <a:srgbClr val="13AAFF"/>
      </a:accent6>
      <a:hlink>
        <a:srgbClr val="13AA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