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89" r:id="rId4"/>
  </p:sldMasterIdLst>
  <p:notesMasterIdLst>
    <p:notesMasterId r:id="rId5"/>
  </p:notesMasterIdLst>
  <p:sldIdLst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576">
          <p15:clr>
            <a:srgbClr val="747775"/>
          </p15:clr>
        </p15:guide>
        <p15:guide id="3" orient="horz" pos="886">
          <p15:clr>
            <a:srgbClr val="747775"/>
          </p15:clr>
        </p15:guide>
        <p15:guide id="4" orient="horz" pos="1264">
          <p15:clr>
            <a:srgbClr val="747775"/>
          </p15:clr>
        </p15:guide>
        <p15:guide id="5" orient="horz" pos="1465">
          <p15:clr>
            <a:srgbClr val="747775"/>
          </p15:clr>
        </p15:guide>
        <p15:guide id="6" orient="horz" pos="596">
          <p15:clr>
            <a:srgbClr val="747775"/>
          </p15:clr>
        </p15:guide>
        <p15:guide id="7" orient="horz" pos="1918">
          <p15:clr>
            <a:srgbClr val="747775"/>
          </p15:clr>
        </p15:guide>
        <p15:guide id="8" orient="horz" pos="1421">
          <p15:clr>
            <a:srgbClr val="747775"/>
          </p15:clr>
        </p15:guide>
        <p15:guide id="9" orient="horz" pos="121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576" orient="horz"/>
        <p:guide pos="886" orient="horz"/>
        <p:guide pos="1264" orient="horz"/>
        <p:guide pos="1465" orient="horz"/>
        <p:guide pos="596" orient="horz"/>
        <p:guide pos="1918" orient="horz"/>
        <p:guide pos="1421" orient="horz"/>
        <p:guide pos="121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efe05470c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efe05470c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297075" y="4175900"/>
            <a:ext cx="156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3" type="subTitle"/>
          </p:nvPr>
        </p:nvSpPr>
        <p:spPr>
          <a:xfrm>
            <a:off x="1786375" y="4175900"/>
            <a:ext cx="156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4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5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6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6" name="Google Shape;1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  <p15:guide id="2" pos="2882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●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○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■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●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○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■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●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○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■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3" name="Google Shape;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4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3" type="title"/>
          </p:nvPr>
        </p:nvSpPr>
        <p:spPr>
          <a:xfrm>
            <a:off x="4591800" y="738425"/>
            <a:ext cx="42900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sz="3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4618950" y="1957925"/>
            <a:ext cx="4290000" cy="219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cxnSp>
        <p:nvCxnSpPr>
          <p:cNvPr id="39" name="Google Shape;39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" name="Google Shape;40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" name="Google Shape;41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6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9" name="Google Shape;49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6"/>
          <p:cNvSpPr txBox="1"/>
          <p:nvPr>
            <p:ph idx="1" type="body"/>
          </p:nvPr>
        </p:nvSpPr>
        <p:spPr>
          <a:xfrm>
            <a:off x="233850" y="1726850"/>
            <a:ext cx="3740100" cy="27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●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○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■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●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○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■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●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○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■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5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6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55" name="Google Shape;5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2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3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4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5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5" name="Google Shape;65;p7"/>
          <p:cNvSpPr txBox="1"/>
          <p:nvPr>
            <p:ph idx="6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6" name="Google Shape;66;p7"/>
          <p:cNvSpPr txBox="1"/>
          <p:nvPr>
            <p:ph idx="7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67" name="Google Shape;6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72" name="Google Shape;72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3" name="Google Shape;73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 txBox="1"/>
          <p:nvPr>
            <p:ph idx="3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5" name="Google Shape;75;p8"/>
          <p:cNvSpPr/>
          <p:nvPr>
            <p:ph idx="4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76" name="Google Shape;76;p8"/>
          <p:cNvSpPr txBox="1"/>
          <p:nvPr>
            <p:ph idx="5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7" name="Google Shape;77;p8"/>
          <p:cNvSpPr txBox="1"/>
          <p:nvPr>
            <p:ph idx="6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8" name="Google Shape;78;p8"/>
          <p:cNvSpPr/>
          <p:nvPr>
            <p:ph idx="7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79" name="Google Shape;79;p8"/>
          <p:cNvSpPr txBox="1"/>
          <p:nvPr>
            <p:ph idx="8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0" name="Google Shape;80;p8"/>
          <p:cNvSpPr txBox="1"/>
          <p:nvPr>
            <p:ph idx="9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1" name="Google Shape;81;p8"/>
          <p:cNvSpPr/>
          <p:nvPr>
            <p:ph idx="13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82" name="Google Shape;82;p8"/>
          <p:cNvSpPr txBox="1"/>
          <p:nvPr>
            <p:ph idx="14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15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4" name="Google Shape;84;p8"/>
          <p:cNvSpPr/>
          <p:nvPr>
            <p:ph idx="16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85" name="Google Shape;85;p8"/>
          <p:cNvSpPr txBox="1"/>
          <p:nvPr>
            <p:ph idx="17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18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7" name="Google Shape;87;p8"/>
          <p:cNvSpPr/>
          <p:nvPr>
            <p:ph idx="19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88" name="Google Shape;88;p8"/>
          <p:cNvSpPr txBox="1"/>
          <p:nvPr>
            <p:ph idx="20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9" name="Google Shape;89;p8"/>
          <p:cNvSpPr txBox="1"/>
          <p:nvPr>
            <p:ph idx="21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0" name="Google Shape;90;p8"/>
          <p:cNvSpPr txBox="1"/>
          <p:nvPr>
            <p:ph idx="2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91" name="Google Shape;9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9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99" name="Google Shape;9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0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04" name="Google Shape;104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05" name="Google Shape;105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06" name="Google Shape;106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08" name="Google Shape;108;p10"/>
          <p:cNvSpPr/>
          <p:nvPr>
            <p:ph idx="2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09" name="Google Shape;109;p10"/>
          <p:cNvSpPr txBox="1"/>
          <p:nvPr>
            <p:ph idx="1" type="subTitle"/>
          </p:nvPr>
        </p:nvSpPr>
        <p:spPr>
          <a:xfrm>
            <a:off x="426700" y="2814635"/>
            <a:ext cx="17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0" name="Google Shape;110;p10"/>
          <p:cNvSpPr txBox="1"/>
          <p:nvPr>
            <p:ph idx="3" type="subTitle"/>
          </p:nvPr>
        </p:nvSpPr>
        <p:spPr>
          <a:xfrm>
            <a:off x="426700" y="3265335"/>
            <a:ext cx="17619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1" name="Google Shape;111;p10"/>
          <p:cNvSpPr/>
          <p:nvPr>
            <p:ph idx="4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12" name="Google Shape;112;p10"/>
          <p:cNvSpPr txBox="1"/>
          <p:nvPr>
            <p:ph idx="5" type="subTitle"/>
          </p:nvPr>
        </p:nvSpPr>
        <p:spPr>
          <a:xfrm>
            <a:off x="2621800" y="2814641"/>
            <a:ext cx="17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3" name="Google Shape;113;p10"/>
          <p:cNvSpPr txBox="1"/>
          <p:nvPr>
            <p:ph idx="6" type="subTitle"/>
          </p:nvPr>
        </p:nvSpPr>
        <p:spPr>
          <a:xfrm>
            <a:off x="2621800" y="3265334"/>
            <a:ext cx="17619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4" name="Google Shape;114;p10"/>
          <p:cNvSpPr/>
          <p:nvPr>
            <p:ph idx="7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15" name="Google Shape;115;p10"/>
          <p:cNvSpPr txBox="1"/>
          <p:nvPr>
            <p:ph idx="8" type="subTitle"/>
          </p:nvPr>
        </p:nvSpPr>
        <p:spPr>
          <a:xfrm>
            <a:off x="4816900" y="2814641"/>
            <a:ext cx="17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6" name="Google Shape;116;p10"/>
          <p:cNvSpPr txBox="1"/>
          <p:nvPr>
            <p:ph idx="9" type="subTitle"/>
          </p:nvPr>
        </p:nvSpPr>
        <p:spPr>
          <a:xfrm>
            <a:off x="4816900" y="3265335"/>
            <a:ext cx="17619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7" name="Google Shape;117;p10"/>
          <p:cNvSpPr/>
          <p:nvPr>
            <p:ph idx="13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18" name="Google Shape;118;p10"/>
          <p:cNvSpPr txBox="1"/>
          <p:nvPr>
            <p:ph idx="14" type="subTitle"/>
          </p:nvPr>
        </p:nvSpPr>
        <p:spPr>
          <a:xfrm>
            <a:off x="7012000" y="2814641"/>
            <a:ext cx="17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9" name="Google Shape;119;p10"/>
          <p:cNvSpPr txBox="1"/>
          <p:nvPr>
            <p:ph idx="15" type="subTitle"/>
          </p:nvPr>
        </p:nvSpPr>
        <p:spPr>
          <a:xfrm>
            <a:off x="7012000" y="3265335"/>
            <a:ext cx="17619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0" name="Google Shape;120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0"/>
          <p:cNvSpPr txBox="1"/>
          <p:nvPr>
            <p:ph idx="16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22" name="Google Shape;12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0"/>
          <p:cNvSpPr txBox="1"/>
          <p:nvPr>
            <p:ph idx="17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1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8" name="Google Shape;12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11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32" name="Google Shape;13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1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2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7" name="Google Shape;137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" name="Google Shape;138;p12"/>
          <p:cNvSpPr txBox="1"/>
          <p:nvPr>
            <p:ph idx="3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9" name="Google Shape;13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0" name="Google Shape;14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2"/>
          <p:cNvSpPr txBox="1"/>
          <p:nvPr>
            <p:ph idx="4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42" name="Google Shape;14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2"/>
          <p:cNvSpPr txBox="1"/>
          <p:nvPr>
            <p:ph idx="5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3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3"/>
          <p:cNvSpPr txBox="1"/>
          <p:nvPr>
            <p:ph type="title"/>
          </p:nvPr>
        </p:nvSpPr>
        <p:spPr>
          <a:xfrm>
            <a:off x="3386700" y="572202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13"/>
          <p:cNvSpPr txBox="1"/>
          <p:nvPr>
            <p:ph idx="1" type="subTitle"/>
          </p:nvPr>
        </p:nvSpPr>
        <p:spPr>
          <a:xfrm>
            <a:off x="3386700" y="1007869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8" name="Google Shape;148;p13"/>
          <p:cNvSpPr txBox="1"/>
          <p:nvPr>
            <p:ph idx="2" type="subTitle"/>
          </p:nvPr>
        </p:nvSpPr>
        <p:spPr>
          <a:xfrm>
            <a:off x="3386700" y="1153190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9" name="Google Shape;149;p13"/>
          <p:cNvSpPr txBox="1"/>
          <p:nvPr>
            <p:ph idx="3" type="title"/>
          </p:nvPr>
        </p:nvSpPr>
        <p:spPr>
          <a:xfrm>
            <a:off x="6307650" y="564931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0" name="Google Shape;150;p13"/>
          <p:cNvSpPr txBox="1"/>
          <p:nvPr>
            <p:ph idx="4" type="subTitle"/>
          </p:nvPr>
        </p:nvSpPr>
        <p:spPr>
          <a:xfrm>
            <a:off x="6307650" y="1007869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1" name="Google Shape;151;p13"/>
          <p:cNvSpPr txBox="1"/>
          <p:nvPr>
            <p:ph idx="5" type="subTitle"/>
          </p:nvPr>
        </p:nvSpPr>
        <p:spPr>
          <a:xfrm>
            <a:off x="6307650" y="1153190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2" name="Google Shape;152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3" name="Google Shape;153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4" name="Google Shape;154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grpSp>
        <p:nvGrpSpPr>
          <p:cNvPr id="155" name="Google Shape;155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56" name="Google Shape;156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8" name="Google Shape;158;p13"/>
          <p:cNvSpPr txBox="1"/>
          <p:nvPr>
            <p:ph idx="9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59" name="Google Shape;1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3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4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9pPr>
          </a:lstStyle>
          <a:p/>
        </p:txBody>
      </p:sp>
      <p:sp>
        <p:nvSpPr>
          <p:cNvPr id="164" name="Google Shape;164;p14"/>
          <p:cNvSpPr txBox="1"/>
          <p:nvPr>
            <p:ph idx="2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5" name="Google Shape;165;p14"/>
          <p:cNvSpPr txBox="1"/>
          <p:nvPr>
            <p:ph idx="1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6" name="Google Shape;166;p14"/>
          <p:cNvSpPr txBox="1"/>
          <p:nvPr>
            <p:ph idx="3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7" name="Google Shape;167;p14"/>
          <p:cNvSpPr txBox="1"/>
          <p:nvPr>
            <p:ph idx="4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8" name="Google Shape;168;p14"/>
          <p:cNvSpPr txBox="1"/>
          <p:nvPr>
            <p:ph idx="5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9" name="Google Shape;169;p14"/>
          <p:cNvSpPr txBox="1"/>
          <p:nvPr>
            <p:ph idx="6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0" name="Google Shape;170;p14"/>
          <p:cNvSpPr txBox="1"/>
          <p:nvPr>
            <p:ph idx="7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71" name="Google Shape;171;p14"/>
          <p:cNvSpPr txBox="1"/>
          <p:nvPr>
            <p:ph idx="8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2" name="Google Shape;172;p14"/>
          <p:cNvSpPr txBox="1"/>
          <p:nvPr>
            <p:ph idx="9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3" name="Google Shape;173;p14"/>
          <p:cNvSpPr txBox="1"/>
          <p:nvPr>
            <p:ph idx="13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74" name="Google Shape;174;p14"/>
          <p:cNvSpPr txBox="1"/>
          <p:nvPr>
            <p:ph idx="14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5" name="Google Shape;175;p14"/>
          <p:cNvSpPr txBox="1"/>
          <p:nvPr>
            <p:ph idx="15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6" name="Google Shape;176;p14"/>
          <p:cNvSpPr txBox="1"/>
          <p:nvPr>
            <p:ph idx="16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77" name="Google Shape;17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5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5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2" name="Google Shape;182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3" name="Google Shape;183;p15"/>
          <p:cNvSpPr txBox="1"/>
          <p:nvPr>
            <p:ph idx="2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4" name="Google Shape;184;p15"/>
          <p:cNvSpPr txBox="1"/>
          <p:nvPr>
            <p:ph idx="3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5"/>
          <p:cNvSpPr txBox="1"/>
          <p:nvPr>
            <p:ph idx="4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5"/>
          <p:cNvSpPr txBox="1"/>
          <p:nvPr>
            <p:ph idx="5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7" name="Google Shape;187;p15"/>
          <p:cNvSpPr txBox="1"/>
          <p:nvPr>
            <p:ph idx="6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15"/>
          <p:cNvSpPr txBox="1"/>
          <p:nvPr>
            <p:ph idx="7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9" name="Google Shape;189;p15"/>
          <p:cNvSpPr txBox="1"/>
          <p:nvPr>
            <p:ph idx="8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5"/>
          <p:cNvSpPr txBox="1"/>
          <p:nvPr>
            <p:ph idx="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5"/>
          <p:cNvSpPr txBox="1"/>
          <p:nvPr>
            <p:ph idx="1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92" name="Google Shape;1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6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7" name="Google Shape;197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9" name="Google Shape;199;p16"/>
          <p:cNvSpPr/>
          <p:nvPr>
            <p:ph idx="2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6"/>
          <p:cNvSpPr txBox="1"/>
          <p:nvPr>
            <p:ph idx="3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16"/>
          <p:cNvSpPr txBox="1"/>
          <p:nvPr>
            <p:ph idx="4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2" name="Google Shape;202;p16"/>
          <p:cNvSpPr txBox="1"/>
          <p:nvPr>
            <p:ph idx="5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3" name="Google Shape;203;p16"/>
          <p:cNvSpPr txBox="1"/>
          <p:nvPr>
            <p:ph idx="6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04" name="Google Shape;2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6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7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3" name="Google Shape;213;p17"/>
          <p:cNvSpPr/>
          <p:nvPr>
            <p:ph idx="2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7"/>
          <p:cNvSpPr txBox="1"/>
          <p:nvPr>
            <p:ph idx="1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5" name="Google Shape;215;p17"/>
          <p:cNvSpPr txBox="1"/>
          <p:nvPr>
            <p:ph idx="3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7"/>
          <p:cNvSpPr txBox="1"/>
          <p:nvPr>
            <p:ph idx="4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17" name="Google Shape;217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17"/>
          <p:cNvSpPr txBox="1"/>
          <p:nvPr>
            <p:ph idx="5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7"/>
          <p:cNvSpPr txBox="1"/>
          <p:nvPr>
            <p:ph idx="6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21" name="Google Shape;221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2" name="Google Shape;222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3" name="Google Shape;223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4" name="Google Shape;224;p17"/>
          <p:cNvSpPr txBox="1"/>
          <p:nvPr>
            <p:ph idx="7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5" name="Google Shape;225;p17"/>
          <p:cNvSpPr txBox="1"/>
          <p:nvPr>
            <p:ph idx="8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6" name="Google Shape;226;p17"/>
          <p:cNvSpPr txBox="1"/>
          <p:nvPr>
            <p:ph idx="9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7" name="Google Shape;227;p17"/>
          <p:cNvSpPr txBox="1"/>
          <p:nvPr>
            <p:ph idx="13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8" name="Google Shape;228;p17"/>
          <p:cNvSpPr txBox="1"/>
          <p:nvPr>
            <p:ph idx="14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9" name="Google Shape;229;p17"/>
          <p:cNvSpPr txBox="1"/>
          <p:nvPr>
            <p:ph idx="15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0" name="Google Shape;230;p17"/>
          <p:cNvSpPr txBox="1"/>
          <p:nvPr>
            <p:ph idx="1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1" name="Google Shape;231;p17"/>
          <p:cNvSpPr txBox="1"/>
          <p:nvPr>
            <p:ph idx="17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32" name="Google Shape;23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7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8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8"/>
          <p:cNvSpPr txBox="1"/>
          <p:nvPr>
            <p:ph idx="1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37" name="Google Shape;237;p18"/>
          <p:cNvSpPr txBox="1"/>
          <p:nvPr>
            <p:ph idx="2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9" name="Google Shape;239;p18"/>
          <p:cNvSpPr txBox="1"/>
          <p:nvPr>
            <p:ph idx="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8"/>
          <p:cNvSpPr txBox="1"/>
          <p:nvPr>
            <p:ph idx="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1" name="Google Shape;241;p18"/>
          <p:cNvSpPr txBox="1"/>
          <p:nvPr>
            <p:ph idx="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2" name="Google Shape;242;p18"/>
          <p:cNvSpPr txBox="1"/>
          <p:nvPr>
            <p:ph idx="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3" name="Google Shape;243;p18"/>
          <p:cNvSpPr txBox="1"/>
          <p:nvPr>
            <p:ph idx="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8"/>
          <p:cNvSpPr txBox="1"/>
          <p:nvPr>
            <p:ph idx="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45" name="Google Shape;245;p18"/>
          <p:cNvSpPr txBox="1"/>
          <p:nvPr>
            <p:ph idx="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46" name="Google Shape;246;p18"/>
          <p:cNvSpPr txBox="1"/>
          <p:nvPr>
            <p:ph idx="13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47" name="Google Shape;247;p18"/>
          <p:cNvSpPr txBox="1"/>
          <p:nvPr>
            <p:ph idx="14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48" name="Google Shape;248;p18"/>
          <p:cNvSpPr txBox="1"/>
          <p:nvPr>
            <p:ph idx="15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49" name="Google Shape;249;p18"/>
          <p:cNvSpPr txBox="1"/>
          <p:nvPr>
            <p:ph idx="16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0" name="Google Shape;250;p18"/>
          <p:cNvSpPr txBox="1"/>
          <p:nvPr>
            <p:ph idx="17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1" name="Google Shape;251;p18"/>
          <p:cNvSpPr txBox="1"/>
          <p:nvPr>
            <p:ph idx="18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2" name="Google Shape;252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18"/>
          <p:cNvSpPr txBox="1"/>
          <p:nvPr>
            <p:ph idx="19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54" name="Google Shape;25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8"/>
          <p:cNvSpPr txBox="1"/>
          <p:nvPr>
            <p:ph idx="20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9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9"/>
          <p:cNvSpPr txBox="1"/>
          <p:nvPr>
            <p:ph idx="1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60" name="Google Shape;260;p19"/>
          <p:cNvSpPr txBox="1"/>
          <p:nvPr>
            <p:ph idx="2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19"/>
          <p:cNvSpPr txBox="1"/>
          <p:nvPr>
            <p:ph idx="3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19"/>
          <p:cNvSpPr txBox="1"/>
          <p:nvPr>
            <p:ph idx="4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3" name="Google Shape;263;p19"/>
          <p:cNvSpPr txBox="1"/>
          <p:nvPr>
            <p:ph idx="5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19"/>
          <p:cNvSpPr txBox="1"/>
          <p:nvPr>
            <p:ph idx="6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19"/>
          <p:cNvSpPr txBox="1"/>
          <p:nvPr>
            <p:ph idx="7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19"/>
          <p:cNvSpPr txBox="1"/>
          <p:nvPr>
            <p:ph idx="8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68" name="Google Shape;26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9"/>
          <p:cNvSpPr txBox="1"/>
          <p:nvPr>
            <p:ph idx="9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0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●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○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■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●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○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■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●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○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■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20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76" name="Google Shape;2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0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1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rbanist Medium"/>
              <a:buChar char="●"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281" name="Google Shape;281;p21"/>
          <p:cNvSpPr txBox="1"/>
          <p:nvPr>
            <p:ph idx="1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82" name="Google Shape;2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1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2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7" name="Google Shape;28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8" name="Google Shape;288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p22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90" name="Google Shape;29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2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3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5" name="Google Shape;295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23"/>
          <p:cNvSpPr txBox="1"/>
          <p:nvPr>
            <p:ph idx="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99" name="Google Shape;29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 txBox="1"/>
          <p:nvPr>
            <p:ph idx="4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4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●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○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■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●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○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■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●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○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■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24"/>
          <p:cNvSpPr txBox="1"/>
          <p:nvPr>
            <p:ph idx="1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06" name="Google Shape;30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>
            <p:ph idx="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5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●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○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■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●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○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■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●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○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■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1" type="body"/>
          </p:nvPr>
        </p:nvSpPr>
        <p:spPr>
          <a:xfrm>
            <a:off x="311700" y="1411100"/>
            <a:ext cx="7696200" cy="3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3" name="Google Shape;313;p25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14" name="Google Shape;3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5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6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Urbanist Medium"/>
              <a:buChar char="●"/>
              <a:defRPr sz="4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319" name="Google Shape;31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0" name="Google Shape;320;p26"/>
          <p:cNvSpPr txBox="1"/>
          <p:nvPr>
            <p:ph idx="1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21" name="Google Shape;32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6"/>
          <p:cNvSpPr txBox="1"/>
          <p:nvPr>
            <p:ph idx="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7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●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○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■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●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○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■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●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○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■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6" name="Google Shape;326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7" name="Google Shape;327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8" name="Google Shape;328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" name="Google Shape;329;p27"/>
          <p:cNvSpPr txBox="1"/>
          <p:nvPr>
            <p:ph idx="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0" name="Google Shape;33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7"/>
          <p:cNvSpPr txBox="1"/>
          <p:nvPr>
            <p:ph idx="4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8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8"/>
          <p:cNvSpPr txBox="1"/>
          <p:nvPr>
            <p:ph idx="1" type="body"/>
          </p:nvPr>
        </p:nvSpPr>
        <p:spPr>
          <a:xfrm>
            <a:off x="311700" y="3951100"/>
            <a:ext cx="59988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335" name="Google Shape;33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28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8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9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9"/>
          <p:cNvSpPr txBox="1"/>
          <p:nvPr>
            <p:ph hasCustomPrompt="1" type="title"/>
          </p:nvPr>
        </p:nvSpPr>
        <p:spPr>
          <a:xfrm>
            <a:off x="311700" y="6240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●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○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■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●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○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■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●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○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■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r>
              <a:t>xx%</a:t>
            </a:r>
          </a:p>
        </p:txBody>
      </p:sp>
      <p:sp>
        <p:nvSpPr>
          <p:cNvPr id="342" name="Google Shape;342;p29"/>
          <p:cNvSpPr txBox="1"/>
          <p:nvPr>
            <p:ph idx="1" type="body"/>
          </p:nvPr>
        </p:nvSpPr>
        <p:spPr>
          <a:xfrm>
            <a:off x="311700" y="2670100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3" name="Google Shape;34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29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9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0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1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None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3" name="Google Shape;353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4" name="Google Shape;354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5" name="Google Shape;355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6" name="Google Shape;356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7" name="Google Shape;357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8" name="Google Shape;358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9" name="Google Shape;35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31"/>
          <p:cNvSpPr txBox="1"/>
          <p:nvPr>
            <p:ph idx="7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>
            <p:ph idx="8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5" name="Google Shape;365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6" name="Google Shape;366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pic>
        <p:nvPicPr>
          <p:cNvPr id="367" name="Google Shape;367;p32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32"/>
          <p:cNvSpPr txBox="1"/>
          <p:nvPr>
            <p:ph idx="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70" name="Google Shape;37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2"/>
          <p:cNvSpPr txBox="1"/>
          <p:nvPr>
            <p:ph idx="4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9pPr>
          </a:lstStyle>
          <a:p/>
        </p:txBody>
      </p:sp>
      <p:sp>
        <p:nvSpPr>
          <p:cNvPr id="374" name="Google Shape;374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5" name="Google Shape;375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7" name="Google Shape;377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8" name="Google Shape;378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33"/>
          <p:cNvSpPr txBox="1"/>
          <p:nvPr>
            <p:ph idx="5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0" name="Google Shape;38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3"/>
          <p:cNvSpPr txBox="1"/>
          <p:nvPr>
            <p:ph idx="6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9pPr>
          </a:lstStyle>
          <a:p/>
        </p:txBody>
      </p:sp>
      <p:sp>
        <p:nvSpPr>
          <p:cNvPr id="386" name="Google Shape;386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0" name="Google Shape;390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34"/>
          <p:cNvSpPr txBox="1"/>
          <p:nvPr>
            <p:ph idx="7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2" name="Google Shape;392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4"/>
          <p:cNvSpPr txBox="1"/>
          <p:nvPr>
            <p:ph idx="8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7" name="Google Shape;397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8" name="Google Shape;398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9" name="Google Shape;399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9pPr>
          </a:lstStyle>
          <a:p/>
        </p:txBody>
      </p:sp>
      <p:sp>
        <p:nvSpPr>
          <p:cNvPr id="400" name="Google Shape;400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3" name="Google Shape;403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pic>
        <p:nvPicPr>
          <p:cNvPr id="404" name="Google Shape;404;p35" title="0226_OpenHouse_NewYork_cover_2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7" name="Google Shape;407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36"/>
          <p:cNvSpPr txBox="1"/>
          <p:nvPr>
            <p:ph idx="1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9" name="Google Shape;409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6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3" name="Google Shape;41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6" name="Google Shape;41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0" name="Google Shape;420;p37"/>
          <p:cNvSpPr txBox="1"/>
          <p:nvPr>
            <p:ph idx="7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21" name="Google Shape;42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7"/>
          <p:cNvSpPr txBox="1"/>
          <p:nvPr>
            <p:ph idx="8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5" name="Google Shape;425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8" name="Google Shape;428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0" name="Google Shape;43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1" name="Google Shape;431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2" name="Google Shape;432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3" name="Google Shape;433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4" name="Google Shape;43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38"/>
          <p:cNvSpPr txBox="1"/>
          <p:nvPr>
            <p:ph idx="1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36" name="Google Shape;436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8"/>
          <p:cNvSpPr txBox="1"/>
          <p:nvPr>
            <p:ph idx="14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40" name="Google Shape;440;p39"/>
          <p:cNvSpPr txBox="1"/>
          <p:nvPr>
            <p:ph idx="1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41" name="Google Shape;441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9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1" name="Google Shape;451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6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7" name="Google Shape;457;p41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 1">
  <p:cSld name="BLANK_1_1_1_1_1_1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42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2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42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462" name="Google Shape;462;p42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4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4" name="Google Shape;464;p4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5" name="Google Shape;465;p4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466" name="Google Shape;466;p4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" name="Google Shape;467;p4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8" name="Google Shape;468;p4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7"/>
          <p:cNvSpPr txBox="1"/>
          <p:nvPr>
            <p:ph idx="1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Open House Singapore</a:t>
            </a:r>
            <a:endParaRPr/>
          </a:p>
        </p:txBody>
      </p:sp>
      <p:sp>
        <p:nvSpPr>
          <p:cNvPr id="525" name="Google Shape;525;p47"/>
          <p:cNvSpPr txBox="1"/>
          <p:nvPr>
            <p:ph idx="1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/>
            </a:r>
            <a:endParaRPr/>
          </a:p>
        </p:txBody>
      </p:sp>
      <p:sp>
        <p:nvSpPr>
          <p:cNvPr id="526" name="Google Shape;526;p4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/>
            </a:r>
            <a:endParaRPr/>
          </a:p>
        </p:txBody>
      </p:sp>
      <p:sp>
        <p:nvSpPr>
          <p:cNvPr id="527" name="Google Shape;527;p4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47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47"/>
          <p:cNvSpPr/>
          <p:nvPr/>
        </p:nvSpPr>
        <p:spPr>
          <a:xfrm>
            <a:off x="102062" y="114500"/>
            <a:ext cx="8919600" cy="489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Team Name: Signet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One line: What You’re Building: trading agents with a provable record and a private strategy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30" name="Google Shape;530;p47"/>
          <p:cNvSpPr/>
          <p:nvPr/>
        </p:nvSpPr>
        <p:spPr>
          <a:xfrm>
            <a:off x="65338" y="765133"/>
            <a:ext cx="2788500" cy="1070100"/>
          </a:xfrm>
          <a:prstGeom prst="rect">
            <a:avLst/>
          </a:prstGeom>
          <a:noFill/>
          <a:ln cap="flat" cmpd="sng" w="16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Who Buys, Who Uses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creators use it: they supply an agent and earn a performance fee on new profit, the business model. followers buy it: they subscribe, fund their own account and approve one measurement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1" name="Google Shape;531;p47"/>
          <p:cNvSpPr/>
          <p:nvPr/>
        </p:nvSpPr>
        <p:spPr>
          <a:xfrm>
            <a:off x="3130808" y="765133"/>
            <a:ext cx="2788500" cy="1070100"/>
          </a:xfrm>
          <a:prstGeom prst="rect">
            <a:avLst/>
          </a:prstGeom>
          <a:noFill/>
          <a:ln cap="flat" cmpd="sng" w="16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First Reachable Audience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40 creators and 51 agents on ARCANA's Season 2 US Equities board (block 95,182,673), plus operators who post Stock Token volume in public: @HarmonicAgents (2,502), @OxSimpleFarmer (28,443)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2" name="Google Shape;532;p47"/>
          <p:cNvSpPr/>
          <p:nvPr/>
        </p:nvSpPr>
        <p:spPr>
          <a:xfrm>
            <a:off x="65338" y="1943976"/>
            <a:ext cx="2788500" cy="1070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3 Distribution Channels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direct dms to stock token operators with the TSLA receipt attached; leaderboard hosts like ARCANA and Senpi adding a measurement column; builder channels at Robinhood Chain, Arbitrum and Phala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3" name="Google Shape;533;p47"/>
          <p:cNvSpPr/>
          <p:nvPr/>
        </p:nvSpPr>
        <p:spPr>
          <a:xfrm>
            <a:off x="3130806" y="1943976"/>
            <a:ext cx="2788500" cy="1070100"/>
          </a:xfrm>
          <a:prstGeom prst="rect">
            <a:avLst/>
          </a:prstGeom>
          <a:noFill/>
          <a:ln cap="flat" cmpd="sng" w="16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Core Message, One Sentence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your next track record can be a measurement, not a screenshot: every trade names the workload the follower approved, and the strategy text stays sealed behind a hash the measurement pins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4" name="Google Shape;534;p47"/>
          <p:cNvSpPr/>
          <p:nvPr/>
        </p:nvSpPr>
        <p:spPr>
          <a:xfrm>
            <a:off x="6196266" y="765112"/>
            <a:ext cx="2788500" cy="1070100"/>
          </a:xfrm>
          <a:prstGeom prst="rect">
            <a:avLst/>
          </a:prstGeom>
          <a:noFill/>
          <a:ln cap="flat" cmpd="sng" w="16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Proof You Need First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30 days of Stock Token trades from an outside creator, one measurement on every receipt. today on chain: one attested TSLA trade (block 127,188,951) and one refused workload (block 127,632,496)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5" name="Google Shape;535;p47"/>
          <p:cNvSpPr/>
          <p:nvPr/>
        </p:nvSpPr>
        <p:spPr>
          <a:xfrm>
            <a:off x="6196265" y="1943955"/>
            <a:ext cx="2788500" cy="1070100"/>
          </a:xfrm>
          <a:prstGeom prst="rect">
            <a:avLst/>
          </a:prstGeom>
          <a:noFill/>
          <a:ln cap="flat" cmpd="sng" w="16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The Intro That Helps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Gaetan Thabot (@GThabot), Robinhood Chain partnerships, for stock token creators. Ben Greenberg (@hummusonrails), Arbitrum DevRel, for the Stylus verifier. Phala as the TEE partner for creator CVMs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6" name="Google Shape;536;p47"/>
          <p:cNvSpPr/>
          <p:nvPr/>
        </p:nvSpPr>
        <p:spPr>
          <a:xfrm>
            <a:off x="65275" y="3151285"/>
            <a:ext cx="4331400" cy="1301400"/>
          </a:xfrm>
          <a:prstGeom prst="rect">
            <a:avLst/>
          </a:prstGeom>
          <a:noFill/>
          <a:ln cap="flat" cmpd="sng" w="20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175" lIns="64175" spcFirstLastPara="1" rIns="64175" wrap="square" tIns="64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83">
                <a:solidFill>
                  <a:schemeClr val="lt1"/>
                </a:solidFill>
              </a:rPr>
              <a:t>5 Named Targets</a:t>
            </a:r>
            <a:endParaRPr b="1" sz="1383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83">
                <a:solidFill>
                  <a:schemeClr val="lt1"/>
                </a:solidFill>
              </a:rPr>
              <a:t>@HarmonicAgents (2,502, trades Stock Tokens); @OxSimpleFarmer (28,443, Stock Token LP bots); @Agent_Minimum (470, weekly Stock Token buyer); @DeployFinance (7,295, $100,000 agent for 70 days); @GrowiHF (1,592, $2.94M all-time vault PnL)</a:t>
            </a:r>
            <a:endParaRPr sz="983">
              <a:solidFill>
                <a:schemeClr val="lt1"/>
              </a:solidFill>
            </a:endParaRPr>
          </a:p>
        </p:txBody>
      </p:sp>
      <p:sp>
        <p:nvSpPr>
          <p:cNvPr id="537" name="Google Shape;537;p47"/>
          <p:cNvSpPr/>
          <p:nvPr/>
        </p:nvSpPr>
        <p:spPr>
          <a:xfrm>
            <a:off x="4653427" y="3151285"/>
            <a:ext cx="4331400" cy="1301400"/>
          </a:xfrm>
          <a:prstGeom prst="rect">
            <a:avLst/>
          </a:prstGeom>
          <a:noFill/>
          <a:ln cap="flat" cmpd="sng" w="20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175" lIns="64175" spcFirstLastPara="1" rIns="64175" wrap="square" tIns="64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83">
                <a:solidFill>
                  <a:schemeClr val="lt1"/>
                </a:solidFill>
              </a:rPr>
              <a:t>The Ask This Weekend</a:t>
            </a:r>
            <a:endParaRPr b="1" sz="1383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83">
                <a:solidFill>
                  <a:schemeClr val="lt1"/>
                </a:solidFill>
              </a:rPr>
              <a:t>one intro to Robinhood Chain partnerships and one to Arbitrum DevRel, plus five creators willing to run an agent in a TEE. CTA: open tx 0x0023f359...3b03 on the Robinhood Chain explorer and read the measurement and model hash</a:t>
            </a:r>
            <a:endParaRPr sz="983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D4FF00"/>
      </a:lt1>
      <a:dk2>
        <a:srgbClr val="D4FF00"/>
      </a:dk2>
      <a:lt2>
        <a:srgbClr val="434343"/>
      </a:lt2>
      <a:accent1>
        <a:srgbClr val="434343"/>
      </a:accent1>
      <a:accent2>
        <a:srgbClr val="252525"/>
      </a:accent2>
      <a:accent3>
        <a:srgbClr val="D4FF00"/>
      </a:accent3>
      <a:accent4>
        <a:srgbClr val="D4FF00"/>
      </a:accent4>
      <a:accent5>
        <a:srgbClr val="D4FF00"/>
      </a:accent5>
      <a:accent6>
        <a:srgbClr val="13AAFF"/>
      </a:accent6>
      <a:hlink>
        <a:srgbClr val="13A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