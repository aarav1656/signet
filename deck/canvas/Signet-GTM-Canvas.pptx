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89" r:id="rId4"/>
  </p:sldMasterIdLst>
  <p:notesMasterIdLst>
    <p:notesMasterId r:id="rId5"/>
  </p:notesMasterIdLst>
  <p:sldIdLst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880">
          <p15:clr>
            <a:srgbClr val="747775"/>
          </p15:clr>
        </p15:guide>
        <p15:guide id="2" orient="horz" pos="576">
          <p15:clr>
            <a:srgbClr val="747775"/>
          </p15:clr>
        </p15:guide>
        <p15:guide id="3" orient="horz" pos="886">
          <p15:clr>
            <a:srgbClr val="747775"/>
          </p15:clr>
        </p15:guide>
        <p15:guide id="4" orient="horz" pos="1264">
          <p15:clr>
            <a:srgbClr val="747775"/>
          </p15:clr>
        </p15:guide>
        <p15:guide id="5" orient="horz" pos="1465">
          <p15:clr>
            <a:srgbClr val="747775"/>
          </p15:clr>
        </p15:guide>
        <p15:guide id="6" orient="horz" pos="596">
          <p15:clr>
            <a:srgbClr val="747775"/>
          </p15:clr>
        </p15:guide>
        <p15:guide id="7" orient="horz" pos="1918">
          <p15:clr>
            <a:srgbClr val="747775"/>
          </p15:clr>
        </p15:guide>
        <p15:guide id="8" orient="horz" pos="1421">
          <p15:clr>
            <a:srgbClr val="747775"/>
          </p15:clr>
        </p15:guide>
        <p15:guide id="9" orient="horz" pos="121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/>
        <p:guide pos="576" orient="horz"/>
        <p:guide pos="886" orient="horz"/>
        <p:guide pos="1264" orient="horz"/>
        <p:guide pos="1465" orient="horz"/>
        <p:guide pos="596" orient="horz"/>
        <p:guide pos="1918" orient="horz"/>
        <p:guide pos="1421" orient="horz"/>
        <p:guide pos="1214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3efe05470c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2" name="Google Shape;522;g3efe05470c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ALT 1">
  <p:cSld name="BLANK_4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9;p2"/>
          <p:cNvSpPr txBox="1"/>
          <p:nvPr>
            <p:ph idx="1" type="subTitle"/>
          </p:nvPr>
        </p:nvSpPr>
        <p:spPr>
          <a:xfrm>
            <a:off x="228600" y="1738950"/>
            <a:ext cx="44028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 Medium"/>
              <a:buNone/>
              <a:defRPr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type="title"/>
          </p:nvPr>
        </p:nvSpPr>
        <p:spPr>
          <a:xfrm>
            <a:off x="228600" y="228600"/>
            <a:ext cx="6658800" cy="141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2" type="subTitle"/>
          </p:nvPr>
        </p:nvSpPr>
        <p:spPr>
          <a:xfrm>
            <a:off x="297075" y="4175900"/>
            <a:ext cx="156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3" type="subTitle"/>
          </p:nvPr>
        </p:nvSpPr>
        <p:spPr>
          <a:xfrm>
            <a:off x="1786375" y="4175900"/>
            <a:ext cx="1565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4" type="subTitle"/>
          </p:nvPr>
        </p:nvSpPr>
        <p:spPr>
          <a:xfrm>
            <a:off x="228591" y="3454475"/>
            <a:ext cx="46596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5" type="subTitle"/>
          </p:nvPr>
        </p:nvSpPr>
        <p:spPr>
          <a:xfrm>
            <a:off x="228591" y="3743050"/>
            <a:ext cx="46596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6" name="Google Shape;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  <p15:guide id="2" pos="2882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ALT 1">
  <p:cSld name="BLANK_1_1_2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228600" y="395043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●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○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■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●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○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■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●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○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rbanist Medium"/>
              <a:buChar char="■"/>
              <a:defRPr>
                <a:solidFill>
                  <a:srgbClr val="FFFFFF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3" name="Google Shape;23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r values">
  <p:cSld name="BLANK_1_1_1_1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4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228600" y="613525"/>
            <a:ext cx="7223400" cy="42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4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nd image ALT 2">
  <p:cSld name="CUSTOM_3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/>
          <p:nvPr>
            <p:ph idx="2" type="pic"/>
          </p:nvPr>
        </p:nvSpPr>
        <p:spPr>
          <a:xfrm>
            <a:off x="246150" y="237650"/>
            <a:ext cx="4196400" cy="44382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4591800" y="304700"/>
            <a:ext cx="38619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3" type="title"/>
          </p:nvPr>
        </p:nvSpPr>
        <p:spPr>
          <a:xfrm>
            <a:off x="4591800" y="738425"/>
            <a:ext cx="4290000" cy="121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Urbanist"/>
              <a:buNone/>
              <a:defRPr sz="34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" type="body"/>
          </p:nvPr>
        </p:nvSpPr>
        <p:spPr>
          <a:xfrm>
            <a:off x="4618950" y="1957925"/>
            <a:ext cx="4290000" cy="21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●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○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Char char="■"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cxnSp>
        <p:nvCxnSpPr>
          <p:cNvPr id="39" name="Google Shape;39;p5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" name="Google Shape;40;p5"/>
          <p:cNvCxnSpPr/>
          <p:nvPr/>
        </p:nvCxnSpPr>
        <p:spPr>
          <a:xfrm>
            <a:off x="4444600" y="570000"/>
            <a:ext cx="44709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" name="Google Shape;41;p5"/>
          <p:cNvCxnSpPr/>
          <p:nvPr/>
        </p:nvCxnSpPr>
        <p:spPr>
          <a:xfrm>
            <a:off x="4442500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1">
  <p:cSld name="BLANK_1_1_1_1_3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6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/>
          <p:nvPr>
            <p:ph type="title"/>
          </p:nvPr>
        </p:nvSpPr>
        <p:spPr>
          <a:xfrm>
            <a:off x="228600" y="613525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9" name="Google Shape;49;p6"/>
          <p:cNvSpPr/>
          <p:nvPr>
            <p:ph idx="2" type="pic"/>
          </p:nvPr>
        </p:nvSpPr>
        <p:spPr>
          <a:xfrm>
            <a:off x="4523050" y="7379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6"/>
          <p:cNvSpPr/>
          <p:nvPr>
            <p:ph idx="3" type="pic"/>
          </p:nvPr>
        </p:nvSpPr>
        <p:spPr>
          <a:xfrm>
            <a:off x="6752100" y="737775"/>
            <a:ext cx="2164800" cy="1350300"/>
          </a:xfrm>
          <a:prstGeom prst="roundRect">
            <a:avLst>
              <a:gd fmla="val 7802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6"/>
          <p:cNvSpPr/>
          <p:nvPr>
            <p:ph idx="4" type="pic"/>
          </p:nvPr>
        </p:nvSpPr>
        <p:spPr>
          <a:xfrm>
            <a:off x="4523050" y="2158000"/>
            <a:ext cx="4394100" cy="2282700"/>
          </a:xfrm>
          <a:prstGeom prst="roundRect">
            <a:avLst>
              <a:gd fmla="val 6108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6"/>
          <p:cNvSpPr txBox="1"/>
          <p:nvPr>
            <p:ph idx="1" type="body"/>
          </p:nvPr>
        </p:nvSpPr>
        <p:spPr>
          <a:xfrm>
            <a:off x="233850" y="1726850"/>
            <a:ext cx="3740100" cy="271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●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○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■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●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○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■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●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○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000"/>
              <a:buFont typeface="Urbanist Medium"/>
              <a:buChar char="■"/>
              <a:defRPr sz="10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5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200"/>
              <a:buFont typeface="Urbanist Medium"/>
              <a:buNone/>
              <a:defRPr sz="1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55" name="Google Shape;55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ALT 1">
  <p:cSld name="BLANK_1_1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" name="Google Shape;58;p7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7"/>
          <p:cNvSpPr txBox="1"/>
          <p:nvPr>
            <p:ph type="title"/>
          </p:nvPr>
        </p:nvSpPr>
        <p:spPr>
          <a:xfrm>
            <a:off x="277500" y="228600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5067075" y="38715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1" name="Google Shape;61;p7"/>
          <p:cNvSpPr txBox="1"/>
          <p:nvPr>
            <p:ph idx="2" type="subTitle"/>
          </p:nvPr>
        </p:nvSpPr>
        <p:spPr>
          <a:xfrm>
            <a:off x="5067075" y="106158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2" name="Google Shape;62;p7"/>
          <p:cNvSpPr txBox="1"/>
          <p:nvPr>
            <p:ph idx="3" type="subTitle"/>
          </p:nvPr>
        </p:nvSpPr>
        <p:spPr>
          <a:xfrm>
            <a:off x="5067075" y="173935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3" name="Google Shape;63;p7"/>
          <p:cNvSpPr txBox="1"/>
          <p:nvPr>
            <p:ph idx="4" type="subTitle"/>
          </p:nvPr>
        </p:nvSpPr>
        <p:spPr>
          <a:xfrm>
            <a:off x="5067075" y="2424100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4" name="Google Shape;64;p7"/>
          <p:cNvSpPr txBox="1"/>
          <p:nvPr>
            <p:ph idx="5" type="subTitle"/>
          </p:nvPr>
        </p:nvSpPr>
        <p:spPr>
          <a:xfrm>
            <a:off x="5067075" y="309493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5" name="Google Shape;65;p7"/>
          <p:cNvSpPr txBox="1"/>
          <p:nvPr>
            <p:ph idx="6" type="subTitle"/>
          </p:nvPr>
        </p:nvSpPr>
        <p:spPr>
          <a:xfrm>
            <a:off x="5067075" y="3765788"/>
            <a:ext cx="3267600" cy="2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None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66" name="Google Shape;66;p7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67" name="Google Shape;67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s">
  <p:cSld name="BLANK_1_1_1_1_2_1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/>
          <p:nvPr>
            <p:ph idx="2" type="pic"/>
          </p:nvPr>
        </p:nvSpPr>
        <p:spPr>
          <a:xfrm>
            <a:off x="46189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72" name="Google Shape;72;p8"/>
          <p:cNvSpPr txBox="1"/>
          <p:nvPr>
            <p:ph idx="1" type="subTitle"/>
          </p:nvPr>
        </p:nvSpPr>
        <p:spPr>
          <a:xfrm>
            <a:off x="4619000" y="1702322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3" name="Google Shape;73;p8"/>
          <p:cNvSpPr txBox="1"/>
          <p:nvPr>
            <p:ph type="title"/>
          </p:nvPr>
        </p:nvSpPr>
        <p:spPr>
          <a:xfrm>
            <a:off x="228600" y="234750"/>
            <a:ext cx="39045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 txBox="1"/>
          <p:nvPr>
            <p:ph idx="3" type="subTitle"/>
          </p:nvPr>
        </p:nvSpPr>
        <p:spPr>
          <a:xfrm>
            <a:off x="461900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5" name="Google Shape;75;p8"/>
          <p:cNvSpPr/>
          <p:nvPr>
            <p:ph idx="4" type="pic"/>
          </p:nvPr>
        </p:nvSpPr>
        <p:spPr>
          <a:xfrm>
            <a:off x="608070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76" name="Google Shape;76;p8"/>
          <p:cNvSpPr txBox="1"/>
          <p:nvPr>
            <p:ph idx="5" type="subTitle"/>
          </p:nvPr>
        </p:nvSpPr>
        <p:spPr>
          <a:xfrm>
            <a:off x="6080750" y="1702321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7" name="Google Shape;77;p8"/>
          <p:cNvSpPr txBox="1"/>
          <p:nvPr>
            <p:ph idx="6" type="subTitle"/>
          </p:nvPr>
        </p:nvSpPr>
        <p:spPr>
          <a:xfrm>
            <a:off x="608075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78" name="Google Shape;78;p8"/>
          <p:cNvSpPr/>
          <p:nvPr>
            <p:ph idx="7" type="pic"/>
          </p:nvPr>
        </p:nvSpPr>
        <p:spPr>
          <a:xfrm>
            <a:off x="7542450" y="228600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79" name="Google Shape;79;p8"/>
          <p:cNvSpPr txBox="1"/>
          <p:nvPr>
            <p:ph idx="8" type="subTitle"/>
          </p:nvPr>
        </p:nvSpPr>
        <p:spPr>
          <a:xfrm>
            <a:off x="7542500" y="1702321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0" name="Google Shape;80;p8"/>
          <p:cNvSpPr txBox="1"/>
          <p:nvPr>
            <p:ph idx="9" type="subTitle"/>
          </p:nvPr>
        </p:nvSpPr>
        <p:spPr>
          <a:xfrm>
            <a:off x="7542500" y="1880160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1" name="Google Shape;81;p8"/>
          <p:cNvSpPr/>
          <p:nvPr>
            <p:ph idx="13" type="pic"/>
          </p:nvPr>
        </p:nvSpPr>
        <p:spPr>
          <a:xfrm>
            <a:off x="46189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82" name="Google Shape;82;p8"/>
          <p:cNvSpPr txBox="1"/>
          <p:nvPr>
            <p:ph idx="14" type="subTitle"/>
          </p:nvPr>
        </p:nvSpPr>
        <p:spPr>
          <a:xfrm>
            <a:off x="4619000" y="3769446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3" name="Google Shape;83;p8"/>
          <p:cNvSpPr txBox="1"/>
          <p:nvPr>
            <p:ph idx="15" type="subTitle"/>
          </p:nvPr>
        </p:nvSpPr>
        <p:spPr>
          <a:xfrm>
            <a:off x="461900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4" name="Google Shape;84;p8"/>
          <p:cNvSpPr/>
          <p:nvPr>
            <p:ph idx="16" type="pic"/>
          </p:nvPr>
        </p:nvSpPr>
        <p:spPr>
          <a:xfrm>
            <a:off x="608070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85" name="Google Shape;85;p8"/>
          <p:cNvSpPr txBox="1"/>
          <p:nvPr>
            <p:ph idx="17" type="subTitle"/>
          </p:nvPr>
        </p:nvSpPr>
        <p:spPr>
          <a:xfrm>
            <a:off x="6080750" y="3769447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6" name="Google Shape;86;p8"/>
          <p:cNvSpPr txBox="1"/>
          <p:nvPr>
            <p:ph idx="18" type="subTitle"/>
          </p:nvPr>
        </p:nvSpPr>
        <p:spPr>
          <a:xfrm>
            <a:off x="608075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7" name="Google Shape;87;p8"/>
          <p:cNvSpPr/>
          <p:nvPr>
            <p:ph idx="19" type="pic"/>
          </p:nvPr>
        </p:nvSpPr>
        <p:spPr>
          <a:xfrm>
            <a:off x="7542450" y="2295725"/>
            <a:ext cx="1370400" cy="1357500"/>
          </a:xfrm>
          <a:prstGeom prst="roundRect">
            <a:avLst>
              <a:gd fmla="val 16935" name="adj"/>
            </a:avLst>
          </a:prstGeom>
          <a:noFill/>
          <a:ln>
            <a:noFill/>
          </a:ln>
        </p:spPr>
      </p:sp>
      <p:sp>
        <p:nvSpPr>
          <p:cNvPr id="88" name="Google Shape;88;p8"/>
          <p:cNvSpPr txBox="1"/>
          <p:nvPr>
            <p:ph idx="20" type="subTitle"/>
          </p:nvPr>
        </p:nvSpPr>
        <p:spPr>
          <a:xfrm>
            <a:off x="7542500" y="3769446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 SemiBold"/>
              <a:buNone/>
              <a:defRPr sz="1000">
                <a:solidFill>
                  <a:schemeClr val="accent3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89" name="Google Shape;89;p8"/>
          <p:cNvSpPr txBox="1"/>
          <p:nvPr>
            <p:ph idx="21" type="subTitle"/>
          </p:nvPr>
        </p:nvSpPr>
        <p:spPr>
          <a:xfrm>
            <a:off x="7542500" y="3947285"/>
            <a:ext cx="1370400" cy="17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 SemiBold"/>
              <a:buNone/>
              <a:defRPr sz="10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90" name="Google Shape;90;p8"/>
          <p:cNvSpPr txBox="1"/>
          <p:nvPr>
            <p:ph idx="2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91" name="Google Shape;91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8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">
  <p:cSld name="BLANK_1_1_1_1_1_1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96" name="Google Shape;96;p9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7" name="Google Shape;97;p9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 Medium"/>
              <a:buNone/>
              <a:defRPr sz="12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98" name="Google Shape;98;p9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99" name="Google Shape;99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9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rds w/ images">
  <p:cSld name="BLANK_1_1_1_1_1_1_1_1_1_1_3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0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0"/>
          <p:cNvGrpSpPr/>
          <p:nvPr/>
        </p:nvGrpSpPr>
        <p:grpSpPr>
          <a:xfrm rot="5400000">
            <a:off x="8691475" y="228504"/>
            <a:ext cx="228589" cy="228623"/>
            <a:chOff x="1688332" y="4135245"/>
            <a:chExt cx="338700" cy="338700"/>
          </a:xfrm>
        </p:grpSpPr>
        <p:sp>
          <p:nvSpPr>
            <p:cNvPr id="104" name="Google Shape;104;p10"/>
            <p:cNvSpPr/>
            <p:nvPr/>
          </p:nvSpPr>
          <p:spPr>
            <a:xfrm rot="-5400000">
              <a:off x="1688332" y="4135245"/>
              <a:ext cx="338700" cy="338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grpSp>
          <p:nvGrpSpPr>
            <p:cNvPr id="105" name="Google Shape;105;p10"/>
            <p:cNvGrpSpPr/>
            <p:nvPr/>
          </p:nvGrpSpPr>
          <p:grpSpPr>
            <a:xfrm rot="-5400000">
              <a:off x="1787014" y="4262191"/>
              <a:ext cx="169598" cy="84809"/>
              <a:chOff x="498725" y="2069800"/>
              <a:chExt cx="205200" cy="102600"/>
            </a:xfrm>
          </p:grpSpPr>
          <p:cxnSp>
            <p:nvCxnSpPr>
              <p:cNvPr id="106" name="Google Shape;106;p10"/>
              <p:cNvCxnSpPr/>
              <p:nvPr/>
            </p:nvCxnSpPr>
            <p:spPr>
              <a:xfrm>
                <a:off x="4987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07" name="Google Shape;107;p10"/>
              <p:cNvCxnSpPr/>
              <p:nvPr/>
            </p:nvCxnSpPr>
            <p:spPr>
              <a:xfrm flipH="1">
                <a:off x="601325" y="2069800"/>
                <a:ext cx="102600" cy="1026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sp>
        <p:nvSpPr>
          <p:cNvPr id="108" name="Google Shape;108;p10"/>
          <p:cNvSpPr/>
          <p:nvPr>
            <p:ph idx="2" type="pic"/>
          </p:nvPr>
        </p:nvSpPr>
        <p:spPr>
          <a:xfrm>
            <a:off x="4267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09" name="Google Shape;109;p10"/>
          <p:cNvSpPr txBox="1"/>
          <p:nvPr>
            <p:ph idx="1" type="subTitle"/>
          </p:nvPr>
        </p:nvSpPr>
        <p:spPr>
          <a:xfrm>
            <a:off x="426700" y="2814635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0" name="Google Shape;110;p10"/>
          <p:cNvSpPr txBox="1"/>
          <p:nvPr>
            <p:ph idx="3" type="subTitle"/>
          </p:nvPr>
        </p:nvSpPr>
        <p:spPr>
          <a:xfrm>
            <a:off x="426700" y="3265335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1" name="Google Shape;111;p10"/>
          <p:cNvSpPr/>
          <p:nvPr>
            <p:ph idx="4" type="pic"/>
          </p:nvPr>
        </p:nvSpPr>
        <p:spPr>
          <a:xfrm>
            <a:off x="26218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12" name="Google Shape;112;p10"/>
          <p:cNvSpPr txBox="1"/>
          <p:nvPr>
            <p:ph idx="5" type="subTitle"/>
          </p:nvPr>
        </p:nvSpPr>
        <p:spPr>
          <a:xfrm>
            <a:off x="2621800" y="2814641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3" name="Google Shape;113;p10"/>
          <p:cNvSpPr txBox="1"/>
          <p:nvPr>
            <p:ph idx="6" type="subTitle"/>
          </p:nvPr>
        </p:nvSpPr>
        <p:spPr>
          <a:xfrm>
            <a:off x="2621800" y="3265334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4" name="Google Shape;114;p10"/>
          <p:cNvSpPr/>
          <p:nvPr>
            <p:ph idx="7" type="pic"/>
          </p:nvPr>
        </p:nvSpPr>
        <p:spPr>
          <a:xfrm>
            <a:off x="48169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15" name="Google Shape;115;p10"/>
          <p:cNvSpPr txBox="1"/>
          <p:nvPr>
            <p:ph idx="8" type="subTitle"/>
          </p:nvPr>
        </p:nvSpPr>
        <p:spPr>
          <a:xfrm>
            <a:off x="4816900" y="2814641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6" name="Google Shape;116;p10"/>
          <p:cNvSpPr txBox="1"/>
          <p:nvPr>
            <p:ph idx="9" type="subTitle"/>
          </p:nvPr>
        </p:nvSpPr>
        <p:spPr>
          <a:xfrm>
            <a:off x="4816900" y="3265335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7" name="Google Shape;117;p10"/>
          <p:cNvSpPr/>
          <p:nvPr>
            <p:ph idx="13" type="pic"/>
          </p:nvPr>
        </p:nvSpPr>
        <p:spPr>
          <a:xfrm>
            <a:off x="7012000" y="1896600"/>
            <a:ext cx="665400" cy="685500"/>
          </a:xfrm>
          <a:prstGeom prst="roundRect">
            <a:avLst>
              <a:gd fmla="val 17601" name="adj"/>
            </a:avLst>
          </a:prstGeom>
          <a:noFill/>
          <a:ln>
            <a:noFill/>
          </a:ln>
        </p:spPr>
      </p:sp>
      <p:sp>
        <p:nvSpPr>
          <p:cNvPr id="118" name="Google Shape;118;p10"/>
          <p:cNvSpPr txBox="1"/>
          <p:nvPr>
            <p:ph idx="14" type="subTitle"/>
          </p:nvPr>
        </p:nvSpPr>
        <p:spPr>
          <a:xfrm>
            <a:off x="7012000" y="2814641"/>
            <a:ext cx="1761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19" name="Google Shape;119;p10"/>
          <p:cNvSpPr txBox="1"/>
          <p:nvPr>
            <p:ph idx="15" type="subTitle"/>
          </p:nvPr>
        </p:nvSpPr>
        <p:spPr>
          <a:xfrm>
            <a:off x="7012000" y="3265335"/>
            <a:ext cx="1761900" cy="16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20" name="Google Shape;120;p1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0"/>
          <p:cNvSpPr txBox="1"/>
          <p:nvPr>
            <p:ph idx="1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22" name="Google Shape;12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0"/>
          <p:cNvSpPr txBox="1"/>
          <p:nvPr>
            <p:ph idx="17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hort big title and body">
  <p:cSld name="BLANK_1_1_1_1_1_1_1_1_1_1_2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1"/>
          <p:cNvSpPr txBox="1"/>
          <p:nvPr>
            <p:ph idx="1" type="subTitle"/>
          </p:nvPr>
        </p:nvSpPr>
        <p:spPr>
          <a:xfrm>
            <a:off x="4314775" y="3818375"/>
            <a:ext cx="42306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27" name="Google Shape;127;p11"/>
          <p:cNvSpPr txBox="1"/>
          <p:nvPr>
            <p:ph type="title"/>
          </p:nvPr>
        </p:nvSpPr>
        <p:spPr>
          <a:xfrm>
            <a:off x="228600" y="290448"/>
            <a:ext cx="3655800" cy="240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28" name="Google Shape;128;p11"/>
          <p:cNvCxnSpPr/>
          <p:nvPr/>
        </p:nvCxnSpPr>
        <p:spPr>
          <a:xfrm>
            <a:off x="4159025" y="226100"/>
            <a:ext cx="0" cy="44577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9" name="Google Shape;129;p11"/>
          <p:cNvCxnSpPr/>
          <p:nvPr/>
        </p:nvCxnSpPr>
        <p:spPr>
          <a:xfrm>
            <a:off x="228600" y="226100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11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32" name="Google Shape;13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1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ALT 2">
  <p:cSld name="BLANK_1_1_1_1_1_1_1_1_1_1_1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2"/>
          <p:cNvSpPr txBox="1"/>
          <p:nvPr>
            <p:ph idx="1" type="body"/>
          </p:nvPr>
        </p:nvSpPr>
        <p:spPr>
          <a:xfrm>
            <a:off x="228600" y="1743625"/>
            <a:ext cx="4296600" cy="2709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7" name="Google Shape;137;p12"/>
          <p:cNvSpPr/>
          <p:nvPr>
            <p:ph idx="2" type="pic"/>
          </p:nvPr>
        </p:nvSpPr>
        <p:spPr>
          <a:xfrm>
            <a:off x="5342000" y="457200"/>
            <a:ext cx="3573300" cy="3995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8" name="Google Shape;138;p12"/>
          <p:cNvSpPr txBox="1"/>
          <p:nvPr>
            <p:ph idx="3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39" name="Google Shape;139;p12"/>
          <p:cNvSpPr txBox="1"/>
          <p:nvPr>
            <p:ph type="title"/>
          </p:nvPr>
        </p:nvSpPr>
        <p:spPr>
          <a:xfrm>
            <a:off x="228600" y="613525"/>
            <a:ext cx="42966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0" name="Google Shape;140;p1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2"/>
          <p:cNvSpPr txBox="1"/>
          <p:nvPr>
            <p:ph idx="4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42" name="Google Shape;142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2"/>
          <p:cNvSpPr txBox="1"/>
          <p:nvPr>
            <p:ph idx="5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cards">
  <p:cSld name="CUSTOM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3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3"/>
          <p:cNvSpPr txBox="1"/>
          <p:nvPr>
            <p:ph type="title"/>
          </p:nvPr>
        </p:nvSpPr>
        <p:spPr>
          <a:xfrm>
            <a:off x="3386700" y="572202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7" name="Google Shape;147;p13"/>
          <p:cNvSpPr txBox="1"/>
          <p:nvPr>
            <p:ph idx="1" type="subTitle"/>
          </p:nvPr>
        </p:nvSpPr>
        <p:spPr>
          <a:xfrm>
            <a:off x="3386700" y="1007869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8" name="Google Shape;148;p13"/>
          <p:cNvSpPr txBox="1"/>
          <p:nvPr>
            <p:ph idx="2" type="subTitle"/>
          </p:nvPr>
        </p:nvSpPr>
        <p:spPr>
          <a:xfrm>
            <a:off x="3386700" y="1153190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49" name="Google Shape;149;p13"/>
          <p:cNvSpPr txBox="1"/>
          <p:nvPr>
            <p:ph idx="3" type="title"/>
          </p:nvPr>
        </p:nvSpPr>
        <p:spPr>
          <a:xfrm>
            <a:off x="6307650" y="564931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0" name="Google Shape;150;p13"/>
          <p:cNvSpPr txBox="1"/>
          <p:nvPr>
            <p:ph idx="4" type="subTitle"/>
          </p:nvPr>
        </p:nvSpPr>
        <p:spPr>
          <a:xfrm>
            <a:off x="6307650" y="1007869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1" name="Google Shape;151;p13"/>
          <p:cNvSpPr txBox="1"/>
          <p:nvPr>
            <p:ph idx="5" type="subTitle"/>
          </p:nvPr>
        </p:nvSpPr>
        <p:spPr>
          <a:xfrm>
            <a:off x="6307650" y="1153190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 Medium"/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52" name="Google Shape;152;p13"/>
          <p:cNvSpPr txBox="1"/>
          <p:nvPr>
            <p:ph idx="6"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3" name="Google Shape;153;p13"/>
          <p:cNvSpPr txBox="1"/>
          <p:nvPr>
            <p:ph idx="7" type="subTitle"/>
          </p:nvPr>
        </p:nvSpPr>
        <p:spPr>
          <a:xfrm>
            <a:off x="3482800" y="4057204"/>
            <a:ext cx="10761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54" name="Google Shape;154;p13"/>
          <p:cNvSpPr txBox="1"/>
          <p:nvPr>
            <p:ph idx="8" type="subTitle"/>
          </p:nvPr>
        </p:nvSpPr>
        <p:spPr>
          <a:xfrm>
            <a:off x="6405300" y="4057079"/>
            <a:ext cx="10761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Urbanist"/>
              <a:buNone/>
              <a:defRPr sz="8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grpSp>
        <p:nvGrpSpPr>
          <p:cNvPr id="155" name="Google Shape;155;p13"/>
          <p:cNvGrpSpPr/>
          <p:nvPr/>
        </p:nvGrpSpPr>
        <p:grpSpPr>
          <a:xfrm rot="-5400000">
            <a:off x="4794488" y="4206993"/>
            <a:ext cx="141588" cy="73485"/>
            <a:chOff x="498725" y="2069800"/>
            <a:chExt cx="205200" cy="106500"/>
          </a:xfrm>
        </p:grpSpPr>
        <p:cxnSp>
          <p:nvCxnSpPr>
            <p:cNvPr id="156" name="Google Shape;156;p13"/>
            <p:cNvCxnSpPr/>
            <p:nvPr/>
          </p:nvCxnSpPr>
          <p:spPr>
            <a:xfrm flipH="1" rot="-5400000">
              <a:off x="498725" y="2069800"/>
              <a:ext cx="103500" cy="1035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13"/>
            <p:cNvCxnSpPr/>
            <p:nvPr/>
          </p:nvCxnSpPr>
          <p:spPr>
            <a:xfrm rot="5400000">
              <a:off x="596825" y="2069200"/>
              <a:ext cx="106500" cy="107700"/>
            </a:xfrm>
            <a:prstGeom prst="straightConnector1">
              <a:avLst/>
            </a:prstGeom>
            <a:noFill/>
            <a:ln cap="flat" cmpd="sng" w="9525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8" name="Google Shape;158;p13"/>
          <p:cNvSpPr txBox="1"/>
          <p:nvPr>
            <p:ph idx="9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59" name="Google Shape;1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3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cards">
  <p:cSld name="CUSTOM_1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14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4"/>
          <p:cNvSpPr txBox="1"/>
          <p:nvPr>
            <p:ph type="title"/>
          </p:nvPr>
        </p:nvSpPr>
        <p:spPr>
          <a:xfrm>
            <a:off x="233850" y="228600"/>
            <a:ext cx="2190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9pPr>
          </a:lstStyle>
          <a:p/>
        </p:txBody>
      </p:sp>
      <p:sp>
        <p:nvSpPr>
          <p:cNvPr id="164" name="Google Shape;164;p14"/>
          <p:cNvSpPr txBox="1"/>
          <p:nvPr>
            <p:ph idx="2" type="title"/>
          </p:nvPr>
        </p:nvSpPr>
        <p:spPr>
          <a:xfrm>
            <a:off x="3379125" y="49110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5" name="Google Shape;165;p14"/>
          <p:cNvSpPr txBox="1"/>
          <p:nvPr>
            <p:ph idx="1" type="subTitle"/>
          </p:nvPr>
        </p:nvSpPr>
        <p:spPr>
          <a:xfrm>
            <a:off x="3379125" y="691577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6" name="Google Shape;166;p14"/>
          <p:cNvSpPr txBox="1"/>
          <p:nvPr>
            <p:ph idx="3" type="subTitle"/>
          </p:nvPr>
        </p:nvSpPr>
        <p:spPr>
          <a:xfrm>
            <a:off x="3379123" y="107207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7" name="Google Shape;167;p14"/>
          <p:cNvSpPr txBox="1"/>
          <p:nvPr>
            <p:ph idx="4" type="title"/>
          </p:nvPr>
        </p:nvSpPr>
        <p:spPr>
          <a:xfrm>
            <a:off x="6318039" y="49110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8" name="Google Shape;168;p14"/>
          <p:cNvSpPr txBox="1"/>
          <p:nvPr>
            <p:ph idx="5" type="subTitle"/>
          </p:nvPr>
        </p:nvSpPr>
        <p:spPr>
          <a:xfrm>
            <a:off x="6318039" y="691577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69" name="Google Shape;169;p14"/>
          <p:cNvSpPr txBox="1"/>
          <p:nvPr>
            <p:ph idx="6" type="subTitle"/>
          </p:nvPr>
        </p:nvSpPr>
        <p:spPr>
          <a:xfrm>
            <a:off x="6318036" y="107207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0" name="Google Shape;170;p14"/>
          <p:cNvSpPr txBox="1"/>
          <p:nvPr>
            <p:ph idx="7" type="title"/>
          </p:nvPr>
        </p:nvSpPr>
        <p:spPr>
          <a:xfrm>
            <a:off x="6318039" y="265574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71" name="Google Shape;171;p14"/>
          <p:cNvSpPr txBox="1"/>
          <p:nvPr>
            <p:ph idx="8" type="subTitle"/>
          </p:nvPr>
        </p:nvSpPr>
        <p:spPr>
          <a:xfrm>
            <a:off x="6318039" y="2856216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2" name="Google Shape;172;p14"/>
          <p:cNvSpPr txBox="1"/>
          <p:nvPr>
            <p:ph idx="9" type="subTitle"/>
          </p:nvPr>
        </p:nvSpPr>
        <p:spPr>
          <a:xfrm>
            <a:off x="6318036" y="323671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3" name="Google Shape;173;p14"/>
          <p:cNvSpPr txBox="1"/>
          <p:nvPr>
            <p:ph idx="13" type="title"/>
          </p:nvPr>
        </p:nvSpPr>
        <p:spPr>
          <a:xfrm>
            <a:off x="3379125" y="2655740"/>
            <a:ext cx="14613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"/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74" name="Google Shape;174;p14"/>
          <p:cNvSpPr txBox="1"/>
          <p:nvPr>
            <p:ph idx="14" type="subTitle"/>
          </p:nvPr>
        </p:nvSpPr>
        <p:spPr>
          <a:xfrm>
            <a:off x="3379125" y="2856216"/>
            <a:ext cx="15495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"/>
              <a:buNone/>
              <a:defRPr sz="12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5" name="Google Shape;175;p14"/>
          <p:cNvSpPr txBox="1"/>
          <p:nvPr>
            <p:ph idx="15" type="subTitle"/>
          </p:nvPr>
        </p:nvSpPr>
        <p:spPr>
          <a:xfrm>
            <a:off x="3379123" y="3236717"/>
            <a:ext cx="24447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None/>
              <a:defRPr sz="1000"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76" name="Google Shape;176;p14"/>
          <p:cNvSpPr txBox="1"/>
          <p:nvPr>
            <p:ph idx="1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77" name="Google Shape;17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4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">
  <p:cSld name="CUSTOM_7_1_1_1_1_1_1_1_1_1_1_1_1_1_1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5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5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82" name="Google Shape;182;p15"/>
          <p:cNvSpPr txBox="1"/>
          <p:nvPr>
            <p:ph type="title"/>
          </p:nvPr>
        </p:nvSpPr>
        <p:spPr>
          <a:xfrm>
            <a:off x="355225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3" name="Google Shape;183;p15"/>
          <p:cNvSpPr txBox="1"/>
          <p:nvPr>
            <p:ph idx="2" type="subTitle"/>
          </p:nvPr>
        </p:nvSpPr>
        <p:spPr>
          <a:xfrm>
            <a:off x="355225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4" name="Google Shape;184;p15"/>
          <p:cNvSpPr txBox="1"/>
          <p:nvPr>
            <p:ph idx="3" type="title"/>
          </p:nvPr>
        </p:nvSpPr>
        <p:spPr>
          <a:xfrm>
            <a:off x="2543875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5" name="Google Shape;185;p15"/>
          <p:cNvSpPr txBox="1"/>
          <p:nvPr>
            <p:ph idx="4" type="subTitle"/>
          </p:nvPr>
        </p:nvSpPr>
        <p:spPr>
          <a:xfrm>
            <a:off x="2543875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6" name="Google Shape;186;p15"/>
          <p:cNvSpPr txBox="1"/>
          <p:nvPr>
            <p:ph idx="5" type="title"/>
          </p:nvPr>
        </p:nvSpPr>
        <p:spPr>
          <a:xfrm>
            <a:off x="4745500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7" name="Google Shape;187;p15"/>
          <p:cNvSpPr txBox="1"/>
          <p:nvPr>
            <p:ph idx="6" type="subTitle"/>
          </p:nvPr>
        </p:nvSpPr>
        <p:spPr>
          <a:xfrm>
            <a:off x="4745500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88" name="Google Shape;188;p15"/>
          <p:cNvSpPr txBox="1"/>
          <p:nvPr>
            <p:ph idx="7" type="title"/>
          </p:nvPr>
        </p:nvSpPr>
        <p:spPr>
          <a:xfrm>
            <a:off x="6942300" y="1775475"/>
            <a:ext cx="1862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89" name="Google Shape;189;p15"/>
          <p:cNvSpPr txBox="1"/>
          <p:nvPr>
            <p:ph idx="8" type="subTitle"/>
          </p:nvPr>
        </p:nvSpPr>
        <p:spPr>
          <a:xfrm>
            <a:off x="6942300" y="2161825"/>
            <a:ext cx="1974600" cy="2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3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Urbanist"/>
              <a:buNone/>
              <a:defRPr>
                <a:solidFill>
                  <a:schemeClr val="dk2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190" name="Google Shape;190;p15"/>
          <p:cNvSpPr txBox="1"/>
          <p:nvPr>
            <p:ph idx="9" type="title"/>
          </p:nvPr>
        </p:nvSpPr>
        <p:spPr>
          <a:xfrm>
            <a:off x="228600" y="613525"/>
            <a:ext cx="3904500" cy="86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15"/>
          <p:cNvSpPr txBox="1"/>
          <p:nvPr>
            <p:ph idx="1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192" name="Google Shape;19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5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ers">
  <p:cSld name="CUSTOM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16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6"/>
          <p:cNvSpPr txBox="1"/>
          <p:nvPr>
            <p:ph idx="1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 sz="1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197" name="Google Shape;197;p16"/>
          <p:cNvCxnSpPr/>
          <p:nvPr/>
        </p:nvCxnSpPr>
        <p:spPr>
          <a:xfrm>
            <a:off x="228450" y="2061025"/>
            <a:ext cx="8687100" cy="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8" name="Google Shape;198;p16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199" name="Google Shape;199;p16"/>
          <p:cNvSpPr/>
          <p:nvPr>
            <p:ph idx="2" type="pic"/>
          </p:nvPr>
        </p:nvSpPr>
        <p:spPr>
          <a:xfrm>
            <a:off x="3795900" y="2682425"/>
            <a:ext cx="1458300" cy="14583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6"/>
          <p:cNvSpPr txBox="1"/>
          <p:nvPr>
            <p:ph idx="3" type="body"/>
          </p:nvPr>
        </p:nvSpPr>
        <p:spPr>
          <a:xfrm>
            <a:off x="5871500" y="2468775"/>
            <a:ext cx="28647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Urbanist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1" name="Google Shape;201;p16"/>
          <p:cNvSpPr txBox="1"/>
          <p:nvPr>
            <p:ph idx="4" type="body"/>
          </p:nvPr>
        </p:nvSpPr>
        <p:spPr>
          <a:xfrm>
            <a:off x="5871500" y="3553025"/>
            <a:ext cx="2864700" cy="69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●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○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 Medium"/>
              <a:buChar char="■"/>
              <a:defRPr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2" name="Google Shape;202;p16"/>
          <p:cNvSpPr txBox="1"/>
          <p:nvPr>
            <p:ph idx="5" type="subTitle"/>
          </p:nvPr>
        </p:nvSpPr>
        <p:spPr>
          <a:xfrm>
            <a:off x="238800" y="2720113"/>
            <a:ext cx="2824500" cy="145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Urbanist Medium"/>
              <a:buNone/>
              <a:defRPr sz="1800">
                <a:solidFill>
                  <a:schemeClr val="accent3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03" name="Google Shape;203;p16"/>
          <p:cNvSpPr txBox="1"/>
          <p:nvPr>
            <p:ph idx="6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04" name="Google Shape;20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6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ics">
  <p:cSld name="CUSTOM_2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7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8" name="Google Shape;208;p17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9" name="Google Shape;209;p17"/>
          <p:cNvSpPr/>
          <p:nvPr/>
        </p:nvSpPr>
        <p:spPr>
          <a:xfrm>
            <a:off x="228600" y="1395962"/>
            <a:ext cx="2101200" cy="3054000"/>
          </a:xfrm>
          <a:prstGeom prst="roundRect">
            <a:avLst>
              <a:gd fmla="val 9631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0" name="Google Shape;210;p17"/>
          <p:cNvSpPr/>
          <p:nvPr/>
        </p:nvSpPr>
        <p:spPr>
          <a:xfrm>
            <a:off x="2423700" y="1395962"/>
            <a:ext cx="3198600" cy="3054000"/>
          </a:xfrm>
          <a:prstGeom prst="roundRect">
            <a:avLst>
              <a:gd fmla="val 674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1" name="Google Shape;211;p17"/>
          <p:cNvSpPr/>
          <p:nvPr/>
        </p:nvSpPr>
        <p:spPr>
          <a:xfrm>
            <a:off x="5716850" y="1395962"/>
            <a:ext cx="3198600" cy="1758300"/>
          </a:xfrm>
          <a:prstGeom prst="roundRect">
            <a:avLst>
              <a:gd fmla="val 9631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5716200" y="3231390"/>
            <a:ext cx="3198600" cy="1217400"/>
          </a:xfrm>
          <a:prstGeom prst="roundRect">
            <a:avLst>
              <a:gd fmla="val 13607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13" name="Google Shape;213;p17"/>
          <p:cNvSpPr/>
          <p:nvPr>
            <p:ph idx="2" type="pic"/>
          </p:nvPr>
        </p:nvSpPr>
        <p:spPr>
          <a:xfrm>
            <a:off x="381950" y="993050"/>
            <a:ext cx="850500" cy="850500"/>
          </a:xfrm>
          <a:prstGeom prst="ellipse">
            <a:avLst/>
          </a:prstGeom>
          <a:noFill/>
          <a:ln cap="flat" cmpd="sng" w="952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7"/>
          <p:cNvSpPr txBox="1"/>
          <p:nvPr>
            <p:ph idx="1" type="subTitle"/>
          </p:nvPr>
        </p:nvSpPr>
        <p:spPr>
          <a:xfrm>
            <a:off x="381950" y="2062875"/>
            <a:ext cx="17865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None/>
              <a:defRPr b="1"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Urbanist"/>
              <a:buNone/>
              <a:def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5" name="Google Shape;215;p17"/>
          <p:cNvSpPr txBox="1"/>
          <p:nvPr>
            <p:ph idx="3" type="subTitle"/>
          </p:nvPr>
        </p:nvSpPr>
        <p:spPr>
          <a:xfrm>
            <a:off x="2580250" y="1528150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16" name="Google Shape;216;p17"/>
          <p:cNvSpPr txBox="1"/>
          <p:nvPr>
            <p:ph idx="4" type="body"/>
          </p:nvPr>
        </p:nvSpPr>
        <p:spPr>
          <a:xfrm>
            <a:off x="2580250" y="1791652"/>
            <a:ext cx="2911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217" name="Google Shape;217;p17"/>
          <p:cNvCxnSpPr/>
          <p:nvPr/>
        </p:nvCxnSpPr>
        <p:spPr>
          <a:xfrm>
            <a:off x="2423700" y="2531312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8" name="Google Shape;218;p17"/>
          <p:cNvCxnSpPr/>
          <p:nvPr/>
        </p:nvCxnSpPr>
        <p:spPr>
          <a:xfrm>
            <a:off x="2423700" y="3583537"/>
            <a:ext cx="31944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9" name="Google Shape;219;p17"/>
          <p:cNvSpPr txBox="1"/>
          <p:nvPr>
            <p:ph idx="5" type="subTitle"/>
          </p:nvPr>
        </p:nvSpPr>
        <p:spPr>
          <a:xfrm>
            <a:off x="2580250" y="26604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0" name="Google Shape;220;p17"/>
          <p:cNvSpPr txBox="1"/>
          <p:nvPr>
            <p:ph idx="6" type="body"/>
          </p:nvPr>
        </p:nvSpPr>
        <p:spPr>
          <a:xfrm>
            <a:off x="2580250" y="2931046"/>
            <a:ext cx="2911500" cy="6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Char char="■"/>
              <a:defRPr sz="1000"/>
            </a:lvl9pPr>
          </a:lstStyle>
          <a:p/>
        </p:txBody>
      </p:sp>
      <p:sp>
        <p:nvSpPr>
          <p:cNvPr id="221" name="Google Shape;221;p17"/>
          <p:cNvSpPr/>
          <p:nvPr/>
        </p:nvSpPr>
        <p:spPr>
          <a:xfrm flipH="1">
            <a:off x="2600988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2" name="Google Shape;222;p17"/>
          <p:cNvSpPr/>
          <p:nvPr/>
        </p:nvSpPr>
        <p:spPr>
          <a:xfrm flipH="1">
            <a:off x="3654625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3" name="Google Shape;223;p17"/>
          <p:cNvSpPr/>
          <p:nvPr/>
        </p:nvSpPr>
        <p:spPr>
          <a:xfrm flipH="1">
            <a:off x="4602650" y="3992942"/>
            <a:ext cx="681000" cy="2736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4" name="Google Shape;224;p17"/>
          <p:cNvSpPr txBox="1"/>
          <p:nvPr>
            <p:ph idx="7" type="subTitle"/>
          </p:nvPr>
        </p:nvSpPr>
        <p:spPr>
          <a:xfrm>
            <a:off x="2567250" y="367188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5" name="Google Shape;225;p17"/>
          <p:cNvSpPr txBox="1"/>
          <p:nvPr>
            <p:ph idx="8" type="subTitle"/>
          </p:nvPr>
        </p:nvSpPr>
        <p:spPr>
          <a:xfrm>
            <a:off x="5877425" y="15281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6" name="Google Shape;226;p17"/>
          <p:cNvSpPr txBox="1"/>
          <p:nvPr>
            <p:ph idx="9" type="subTitle"/>
          </p:nvPr>
        </p:nvSpPr>
        <p:spPr>
          <a:xfrm>
            <a:off x="5877425" y="178110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7" name="Google Shape;227;p17"/>
          <p:cNvSpPr txBox="1"/>
          <p:nvPr>
            <p:ph idx="13" type="subTitle"/>
          </p:nvPr>
        </p:nvSpPr>
        <p:spPr>
          <a:xfrm>
            <a:off x="5877425" y="221918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8" name="Google Shape;228;p17"/>
          <p:cNvSpPr txBox="1"/>
          <p:nvPr>
            <p:ph idx="14" type="subTitle"/>
          </p:nvPr>
        </p:nvSpPr>
        <p:spPr>
          <a:xfrm>
            <a:off x="5877425" y="2657257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Urbanist"/>
              <a:buNone/>
              <a:defRPr b="1" sz="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29" name="Google Shape;229;p17"/>
          <p:cNvSpPr txBox="1"/>
          <p:nvPr>
            <p:ph idx="15" type="subTitle"/>
          </p:nvPr>
        </p:nvSpPr>
        <p:spPr>
          <a:xfrm>
            <a:off x="5877425" y="3354932"/>
            <a:ext cx="291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0" name="Google Shape;230;p17"/>
          <p:cNvSpPr txBox="1"/>
          <p:nvPr>
            <p:ph idx="16" type="subTitle"/>
          </p:nvPr>
        </p:nvSpPr>
        <p:spPr>
          <a:xfrm>
            <a:off x="228600" y="228600"/>
            <a:ext cx="2920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31" name="Google Shape;231;p17"/>
          <p:cNvSpPr txBox="1"/>
          <p:nvPr>
            <p:ph idx="1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32" name="Google Shape;23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7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ilestones">
  <p:cSld name="CUSTOM_4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8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 txBox="1"/>
          <p:nvPr>
            <p:ph idx="1" type="subTitle"/>
          </p:nvPr>
        </p:nvSpPr>
        <p:spPr>
          <a:xfrm>
            <a:off x="3829950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37" name="Google Shape;237;p18"/>
          <p:cNvSpPr txBox="1"/>
          <p:nvPr>
            <p:ph idx="2" type="subTitle"/>
          </p:nvPr>
        </p:nvSpPr>
        <p:spPr>
          <a:xfrm>
            <a:off x="20774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38" name="Google Shape;238;p18"/>
          <p:cNvSpPr txBox="1"/>
          <p:nvPr>
            <p:ph type="title"/>
          </p:nvPr>
        </p:nvSpPr>
        <p:spPr>
          <a:xfrm>
            <a:off x="228600" y="613525"/>
            <a:ext cx="68415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400">
                <a:solidFill>
                  <a:schemeClr val="dk2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9" name="Google Shape;239;p18"/>
          <p:cNvSpPr txBox="1"/>
          <p:nvPr>
            <p:ph idx="3" type="subTitle"/>
          </p:nvPr>
        </p:nvSpPr>
        <p:spPr>
          <a:xfrm>
            <a:off x="2775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0" name="Google Shape;240;p18"/>
          <p:cNvSpPr txBox="1"/>
          <p:nvPr>
            <p:ph idx="4" type="subTitle"/>
          </p:nvPr>
        </p:nvSpPr>
        <p:spPr>
          <a:xfrm>
            <a:off x="38773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1" name="Google Shape;241;p18"/>
          <p:cNvSpPr txBox="1"/>
          <p:nvPr>
            <p:ph idx="5" type="subTitle"/>
          </p:nvPr>
        </p:nvSpPr>
        <p:spPr>
          <a:xfrm>
            <a:off x="56772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2" name="Google Shape;242;p18"/>
          <p:cNvSpPr txBox="1"/>
          <p:nvPr>
            <p:ph idx="6" type="subTitle"/>
          </p:nvPr>
        </p:nvSpPr>
        <p:spPr>
          <a:xfrm>
            <a:off x="7477100" y="4218350"/>
            <a:ext cx="13776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Urbanist"/>
              <a:buNone/>
              <a:defRPr sz="1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Urbanist"/>
              <a:buNone/>
              <a:defRPr sz="10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43" name="Google Shape;243;p18"/>
          <p:cNvSpPr txBox="1"/>
          <p:nvPr>
            <p:ph idx="7" type="subTitle"/>
          </p:nvPr>
        </p:nvSpPr>
        <p:spPr>
          <a:xfrm>
            <a:off x="238800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Urbanist"/>
              <a:buNone/>
              <a:defRPr b="1" sz="12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18"/>
          <p:cNvSpPr txBox="1"/>
          <p:nvPr>
            <p:ph idx="8" type="subTitle"/>
          </p:nvPr>
        </p:nvSpPr>
        <p:spPr>
          <a:xfrm>
            <a:off x="2034375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45" name="Google Shape;245;p18"/>
          <p:cNvSpPr txBox="1"/>
          <p:nvPr>
            <p:ph idx="9" type="subTitle"/>
          </p:nvPr>
        </p:nvSpPr>
        <p:spPr>
          <a:xfrm>
            <a:off x="5645375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46" name="Google Shape;246;p18"/>
          <p:cNvSpPr txBox="1"/>
          <p:nvPr>
            <p:ph idx="13" type="subTitle"/>
          </p:nvPr>
        </p:nvSpPr>
        <p:spPr>
          <a:xfrm>
            <a:off x="7460789" y="2667925"/>
            <a:ext cx="1339800" cy="14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latin typeface="Urbanist SemiBold"/>
                <a:ea typeface="Urbanist SemiBold"/>
                <a:cs typeface="Urbanist SemiBold"/>
                <a:sym typeface="Urbanis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SemiBold"/>
              <a:buNone/>
              <a:defRPr sz="1200">
                <a:solidFill>
                  <a:schemeClr val="lt1"/>
                </a:solidFill>
                <a:latin typeface="Urbanist SemiBold"/>
                <a:ea typeface="Urbanist SemiBold"/>
                <a:cs typeface="Urbanist SemiBold"/>
                <a:sym typeface="Urbanist SemiBold"/>
              </a:defRPr>
            </a:lvl9pPr>
          </a:lstStyle>
          <a:p/>
        </p:txBody>
      </p:sp>
      <p:sp>
        <p:nvSpPr>
          <p:cNvPr id="247" name="Google Shape;247;p18"/>
          <p:cNvSpPr txBox="1"/>
          <p:nvPr>
            <p:ph idx="14" type="subTitle"/>
          </p:nvPr>
        </p:nvSpPr>
        <p:spPr>
          <a:xfrm>
            <a:off x="372900" y="202945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Urbanist"/>
              <a:buNone/>
              <a:defRPr b="1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48" name="Google Shape;248;p18"/>
          <p:cNvSpPr txBox="1"/>
          <p:nvPr>
            <p:ph idx="15" type="subTitle"/>
          </p:nvPr>
        </p:nvSpPr>
        <p:spPr>
          <a:xfrm>
            <a:off x="2178663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49" name="Google Shape;249;p18"/>
          <p:cNvSpPr txBox="1"/>
          <p:nvPr>
            <p:ph idx="16" type="subTitle"/>
          </p:nvPr>
        </p:nvSpPr>
        <p:spPr>
          <a:xfrm>
            <a:off x="3974250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0" name="Google Shape;250;p18"/>
          <p:cNvSpPr txBox="1"/>
          <p:nvPr>
            <p:ph idx="17" type="subTitle"/>
          </p:nvPr>
        </p:nvSpPr>
        <p:spPr>
          <a:xfrm>
            <a:off x="5789675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1" name="Google Shape;251;p18"/>
          <p:cNvSpPr txBox="1"/>
          <p:nvPr>
            <p:ph idx="18" type="subTitle"/>
          </p:nvPr>
        </p:nvSpPr>
        <p:spPr>
          <a:xfrm>
            <a:off x="7605089" y="2027390"/>
            <a:ext cx="314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Urbanist"/>
              <a:buNone/>
              <a:defRPr b="1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600"/>
              <a:buNone/>
              <a:defRPr b="1" sz="1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52" name="Google Shape;252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3" name="Google Shape;253;p18"/>
          <p:cNvSpPr txBox="1"/>
          <p:nvPr>
            <p:ph idx="19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54" name="Google Shape;25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8"/>
          <p:cNvSpPr txBox="1"/>
          <p:nvPr>
            <p:ph idx="20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trics ">
  <p:cSld name="CUSTOM_5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Google Shape;257;p19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9"/>
          <p:cNvSpPr txBox="1"/>
          <p:nvPr>
            <p:ph idx="1" type="subTitle"/>
          </p:nvPr>
        </p:nvSpPr>
        <p:spPr>
          <a:xfrm>
            <a:off x="6314800" y="458325"/>
            <a:ext cx="22947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19"/>
          <p:cNvSpPr txBox="1"/>
          <p:nvPr>
            <p:ph type="title"/>
          </p:nvPr>
        </p:nvSpPr>
        <p:spPr>
          <a:xfrm>
            <a:off x="237650" y="746900"/>
            <a:ext cx="2834700" cy="25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>
                <a:latin typeface="Urbanist"/>
                <a:ea typeface="Urbanist"/>
                <a:cs typeface="Urbanist"/>
                <a:sym typeface="Urbanis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Urbanist"/>
              <a:buNone/>
              <a:defRPr/>
            </a:lvl9pPr>
          </a:lstStyle>
          <a:p/>
        </p:txBody>
      </p:sp>
      <p:sp>
        <p:nvSpPr>
          <p:cNvPr id="260" name="Google Shape;260;p19"/>
          <p:cNvSpPr txBox="1"/>
          <p:nvPr>
            <p:ph idx="2" type="subTitle"/>
          </p:nvPr>
        </p:nvSpPr>
        <p:spPr>
          <a:xfrm>
            <a:off x="229175" y="229175"/>
            <a:ext cx="28347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1" name="Google Shape;261;p19"/>
          <p:cNvSpPr txBox="1"/>
          <p:nvPr>
            <p:ph idx="3" type="subTitle"/>
          </p:nvPr>
        </p:nvSpPr>
        <p:spPr>
          <a:xfrm>
            <a:off x="3437500" y="882725"/>
            <a:ext cx="22947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2" name="Google Shape;262;p19"/>
          <p:cNvSpPr txBox="1"/>
          <p:nvPr>
            <p:ph idx="4" type="subTitle"/>
          </p:nvPr>
        </p:nvSpPr>
        <p:spPr>
          <a:xfrm>
            <a:off x="3611850" y="2707575"/>
            <a:ext cx="21204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3" name="Google Shape;263;p19"/>
          <p:cNvSpPr txBox="1"/>
          <p:nvPr>
            <p:ph idx="5" type="subTitle"/>
          </p:nvPr>
        </p:nvSpPr>
        <p:spPr>
          <a:xfrm>
            <a:off x="3611850" y="4076800"/>
            <a:ext cx="2120400" cy="16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4" name="Google Shape;264;p19"/>
          <p:cNvSpPr txBox="1"/>
          <p:nvPr>
            <p:ph idx="6" type="subTitle"/>
          </p:nvPr>
        </p:nvSpPr>
        <p:spPr>
          <a:xfrm>
            <a:off x="6258900" y="3267725"/>
            <a:ext cx="2478300" cy="50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"/>
              <a:buNone/>
              <a:defRPr sz="12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265" name="Google Shape;265;p19"/>
          <p:cNvSpPr txBox="1"/>
          <p:nvPr>
            <p:ph idx="7" type="subTitle"/>
          </p:nvPr>
        </p:nvSpPr>
        <p:spPr>
          <a:xfrm>
            <a:off x="6258900" y="3955225"/>
            <a:ext cx="2478300" cy="33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Urbanist"/>
              <a:buNone/>
              <a:defRPr b="1" u="sng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6" name="Google Shape;266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7" name="Google Shape;267;p19"/>
          <p:cNvSpPr txBox="1"/>
          <p:nvPr>
            <p:ph idx="8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68" name="Google Shape;26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19"/>
          <p:cNvSpPr txBox="1"/>
          <p:nvPr>
            <p:ph idx="9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0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0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●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○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■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●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○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■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●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○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5200"/>
              <a:buFont typeface="Urbanist Medium"/>
              <a:buChar char="■"/>
              <a:defRPr sz="52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3" name="Google Shape;273;p2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2800"/>
              <a:buFont typeface="Urbanist Medium"/>
              <a:buNone/>
              <a:defRPr sz="2800"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4" name="Google Shape;274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20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76" name="Google Shape;27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0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Urbanist Medium"/>
              <a:buChar char="●"/>
              <a:defRPr sz="36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81" name="Google Shape;281;p21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82" name="Google Shape;2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1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2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7" name="Google Shape;28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8" name="Google Shape;288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9" name="Google Shape;289;p22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90" name="Google Shape;29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22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23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5" name="Google Shape;295;p2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6" name="Google Shape;296;p2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 sz="1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97" name="Google Shape;297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8" name="Google Shape;298;p23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299" name="Google Shape;29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>
            <p:ph idx="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" name="Google Shape;302;p24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●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○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■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●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○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■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●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○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D4FF00"/>
              </a:buClr>
              <a:buSzPts val="1400"/>
              <a:buFont typeface="Urbanist Medium"/>
              <a:buChar char="■"/>
              <a:defRPr>
                <a:solidFill>
                  <a:srgbClr val="D4FF00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5" name="Google Shape;305;p24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06" name="Google Shape;30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4"/>
          <p:cNvSpPr txBox="1"/>
          <p:nvPr>
            <p:ph idx="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5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●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○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■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●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○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■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●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○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Urbanist Medium"/>
              <a:buChar char="■"/>
              <a:defRPr sz="24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1" name="Google Shape;311;p25"/>
          <p:cNvSpPr txBox="1"/>
          <p:nvPr>
            <p:ph idx="1" type="body"/>
          </p:nvPr>
        </p:nvSpPr>
        <p:spPr>
          <a:xfrm>
            <a:off x="311700" y="1411100"/>
            <a:ext cx="7696200" cy="315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12" name="Google Shape;31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3" name="Google Shape;313;p25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14" name="Google Shape;3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5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p26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Urbanist Medium"/>
              <a:buChar char="●"/>
              <a:defRPr sz="48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/>
        </p:txBody>
      </p:sp>
      <p:sp>
        <p:nvSpPr>
          <p:cNvPr id="319" name="Google Shape;319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0" name="Google Shape;320;p26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21" name="Google Shape;32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26"/>
          <p:cNvSpPr txBox="1"/>
          <p:nvPr>
            <p:ph idx="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27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●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○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■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●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○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■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●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○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Char char="■"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6" name="Google Shape;326;p2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Urbanist Medium"/>
              <a:buNone/>
              <a:defRPr sz="21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7" name="Google Shape;327;p2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28" name="Google Shape;328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27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0" name="Google Shape;33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7"/>
          <p:cNvSpPr txBox="1"/>
          <p:nvPr>
            <p:ph idx="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28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8"/>
          <p:cNvSpPr txBox="1"/>
          <p:nvPr>
            <p:ph idx="1" type="body"/>
          </p:nvPr>
        </p:nvSpPr>
        <p:spPr>
          <a:xfrm>
            <a:off x="311700" y="3951100"/>
            <a:ext cx="5998800" cy="64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335" name="Google Shape;33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6" name="Google Shape;336;p28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8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9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29"/>
          <p:cNvSpPr txBox="1"/>
          <p:nvPr>
            <p:ph hasCustomPrompt="1" type="title"/>
          </p:nvPr>
        </p:nvSpPr>
        <p:spPr>
          <a:xfrm>
            <a:off x="311700" y="624000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●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○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■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●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○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■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●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○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Font typeface="Urbanist Medium"/>
              <a:buChar char="■"/>
              <a:defRPr sz="1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>
            <a:r>
              <a:t>xx%</a:t>
            </a:r>
          </a:p>
        </p:txBody>
      </p:sp>
      <p:sp>
        <p:nvSpPr>
          <p:cNvPr id="342" name="Google Shape;342;p29"/>
          <p:cNvSpPr txBox="1"/>
          <p:nvPr>
            <p:ph idx="1" type="body"/>
          </p:nvPr>
        </p:nvSpPr>
        <p:spPr>
          <a:xfrm>
            <a:off x="311700" y="2670100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●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○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Char char="■"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43" name="Google Shape;343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29"/>
          <p:cNvSpPr txBox="1"/>
          <p:nvPr>
            <p:ph idx="2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9"/>
          <p:cNvSpPr txBox="1"/>
          <p:nvPr>
            <p:ph idx="3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p30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3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1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Urbanist Medium"/>
              <a:buNone/>
              <a:defRPr sz="42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Urbanist Medium"/>
              <a:buNone/>
              <a:defRPr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3" name="Google Shape;353;p31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4" name="Google Shape;354;p31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5" name="Google Shape;355;p31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6" name="Google Shape;356;p31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7" name="Google Shape;357;p31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8" name="Google Shape;358;p31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Urbanist Medium"/>
              <a:buNone/>
              <a:defRPr sz="20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59" name="Google Shape;359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0" name="Google Shape;360;p31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31"/>
          <p:cNvSpPr txBox="1"/>
          <p:nvPr>
            <p:ph idx="8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5" name="Google Shape;365;p32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6" name="Google Shape;366;p32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pic>
        <p:nvPicPr>
          <p:cNvPr id="367" name="Google Shape;367;p3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32"/>
          <p:cNvSpPr txBox="1"/>
          <p:nvPr>
            <p:ph idx="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70" name="Google Shape;370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2"/>
          <p:cNvSpPr txBox="1"/>
          <p:nvPr>
            <p:ph idx="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3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374" name="Google Shape;374;p33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5" name="Google Shape;375;p33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6" name="Google Shape;376;p33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7" name="Google Shape;377;p33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8" name="Google Shape;378;p3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33"/>
          <p:cNvSpPr txBox="1"/>
          <p:nvPr>
            <p:ph idx="5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80" name="Google Shape;380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33"/>
          <p:cNvSpPr txBox="1"/>
          <p:nvPr>
            <p:ph idx="6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4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4" name="Google Shape;384;p34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5" name="Google Shape;385;p34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386" name="Google Shape;386;p34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7" name="Google Shape;387;p34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8" name="Google Shape;388;p34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9" name="Google Shape;389;p34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0" name="Google Shape;390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1" name="Google Shape;391;p34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92" name="Google Shape;392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393" name="Google Shape;393;p34"/>
          <p:cNvSpPr txBox="1"/>
          <p:nvPr>
            <p:ph idx="8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5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35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7" name="Google Shape;397;p35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8" name="Google Shape;398;p35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9" name="Google Shape;399;p35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/>
            </a:lvl9pPr>
          </a:lstStyle>
          <a:p/>
        </p:txBody>
      </p:sp>
      <p:sp>
        <p:nvSpPr>
          <p:cNvPr id="400" name="Google Shape;400;p35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1" name="Google Shape;401;p35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2" name="Google Shape;402;p35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3" name="Google Shape;403;p35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pic>
        <p:nvPicPr>
          <p:cNvPr id="404" name="Google Shape;404;p35" title="0226_OpenHouse_NewYork_cover_2.png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7" name="Google Shape;407;p36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36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09" name="Google Shape;409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36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3" name="Google Shape;413;p37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37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3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6" name="Google Shape;41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7" name="Google Shape;417;p3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8" name="Google Shape;418;p3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9" name="Google Shape;419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0" name="Google Shape;420;p37"/>
          <p:cNvSpPr txBox="1"/>
          <p:nvPr>
            <p:ph idx="7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21" name="Google Shape;42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37"/>
          <p:cNvSpPr txBox="1"/>
          <p:nvPr>
            <p:ph idx="8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8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5" name="Google Shape;425;p38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38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38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8" name="Google Shape;428;p38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38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0" name="Google Shape;43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1" name="Google Shape;431;p38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2" name="Google Shape;432;p38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3" name="Google Shape;433;p38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4" name="Google Shape;434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5" name="Google Shape;435;p38"/>
          <p:cNvSpPr txBox="1"/>
          <p:nvPr>
            <p:ph idx="1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36" name="Google Shape;436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38"/>
          <p:cNvSpPr txBox="1"/>
          <p:nvPr>
            <p:ph idx="14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9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440" name="Google Shape;440;p39"/>
          <p:cNvSpPr txBox="1"/>
          <p:nvPr>
            <p:ph idx="1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441" name="Google Shape;441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28600" y="4837043"/>
            <a:ext cx="567051" cy="144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9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 sz="700">
                <a:solidFill>
                  <a:schemeClr val="lt1"/>
                </a:solidFill>
              </a:defRPr>
            </a:lvl1pPr>
            <a:lvl2pPr lvl="1">
              <a:buNone/>
              <a:defRPr sz="700">
                <a:solidFill>
                  <a:schemeClr val="lt1"/>
                </a:solidFill>
              </a:defRPr>
            </a:lvl2pPr>
            <a:lvl3pPr lvl="2">
              <a:buNone/>
              <a:defRPr sz="700">
                <a:solidFill>
                  <a:schemeClr val="lt1"/>
                </a:solidFill>
              </a:defRPr>
            </a:lvl3pPr>
            <a:lvl4pPr lvl="3">
              <a:buNone/>
              <a:defRPr sz="700">
                <a:solidFill>
                  <a:schemeClr val="lt1"/>
                </a:solidFill>
              </a:defRPr>
            </a:lvl4pPr>
            <a:lvl5pPr lvl="4">
              <a:buNone/>
              <a:defRPr sz="700">
                <a:solidFill>
                  <a:schemeClr val="lt1"/>
                </a:solidFill>
              </a:defRPr>
            </a:lvl5pPr>
            <a:lvl6pPr lvl="5">
              <a:buNone/>
              <a:defRPr sz="700">
                <a:solidFill>
                  <a:schemeClr val="lt1"/>
                </a:solidFill>
              </a:defRPr>
            </a:lvl6pPr>
            <a:lvl7pPr lvl="6">
              <a:buNone/>
              <a:defRPr sz="700">
                <a:solidFill>
                  <a:schemeClr val="lt1"/>
                </a:solidFill>
              </a:defRPr>
            </a:lvl7pPr>
            <a:lvl8pPr lvl="7">
              <a:buNone/>
              <a:defRPr sz="700">
                <a:solidFill>
                  <a:schemeClr val="lt1"/>
                </a:solidFill>
              </a:defRPr>
            </a:lvl8pPr>
            <a:lvl9pPr lvl="8">
              <a:buNone/>
              <a:defRPr sz="700"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0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5" name="Google Shape;445;p40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40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7" name="Google Shape;447;p40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8" name="Google Shape;448;p40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49" name="Google Shape;449;p40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0" name="Google Shape;450;p40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1" name="Google Shape;451;p40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2" name="Google Shape;452;p40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3" name="Google Shape;453;p40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4" name="Google Shape;454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rgbClr val="000000"/>
                </a:solidFill>
              </a:defRPr>
            </a:lvl1pPr>
            <a:lvl2pPr lvl="1">
              <a:buNone/>
              <a:defRPr>
                <a:solidFill>
                  <a:srgbClr val="000000"/>
                </a:solidFill>
              </a:defRPr>
            </a:lvl2pPr>
            <a:lvl3pPr lvl="2">
              <a:buNone/>
              <a:defRPr>
                <a:solidFill>
                  <a:srgbClr val="000000"/>
                </a:solidFill>
              </a:defRPr>
            </a:lvl3pPr>
            <a:lvl4pPr lvl="3">
              <a:buNone/>
              <a:defRPr>
                <a:solidFill>
                  <a:srgbClr val="000000"/>
                </a:solidFill>
              </a:defRPr>
            </a:lvl4pPr>
            <a:lvl5pPr lvl="4">
              <a:buNone/>
              <a:defRPr>
                <a:solidFill>
                  <a:srgbClr val="000000"/>
                </a:solidFill>
              </a:defRPr>
            </a:lvl5pPr>
            <a:lvl6pPr lvl="5">
              <a:buNone/>
              <a:defRPr>
                <a:solidFill>
                  <a:srgbClr val="000000"/>
                </a:solidFill>
              </a:defRPr>
            </a:lvl6pPr>
            <a:lvl7pPr lvl="6">
              <a:buNone/>
              <a:defRPr>
                <a:solidFill>
                  <a:srgbClr val="000000"/>
                </a:solidFill>
              </a:defRPr>
            </a:lvl7pPr>
            <a:lvl8pPr lvl="7">
              <a:buNone/>
              <a:defRPr>
                <a:solidFill>
                  <a:srgbClr val="000000"/>
                </a:solidFill>
              </a:defRPr>
            </a:lvl8pPr>
            <a:lvl9pPr lvl="8"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6"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7" name="Google Shape;457;p41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ALT 2 1">
  <p:cSld name="BLANK_1_1_1_1_1_1_1"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p42"/>
          <p:cNvPicPr preferRelativeResize="0"/>
          <p:nvPr/>
        </p:nvPicPr>
        <p:blipFill rotWithShape="1">
          <a:blip r:embed="rId2">
            <a:alphaModFix/>
          </a:blip>
          <a:srcRect b="-9999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42"/>
          <p:cNvSpPr/>
          <p:nvPr>
            <p:ph idx="2" type="pic"/>
          </p:nvPr>
        </p:nvSpPr>
        <p:spPr>
          <a:xfrm>
            <a:off x="9425" y="-3075"/>
            <a:ext cx="9144000" cy="4641000"/>
          </a:xfrm>
          <a:prstGeom prst="rect">
            <a:avLst/>
          </a:prstGeom>
          <a:noFill/>
          <a:ln>
            <a:noFill/>
          </a:ln>
        </p:spPr>
      </p:sp>
      <p:sp>
        <p:nvSpPr>
          <p:cNvPr id="461" name="Google Shape;461;p42"/>
          <p:cNvSpPr txBox="1"/>
          <p:nvPr>
            <p:ph type="title"/>
          </p:nvPr>
        </p:nvSpPr>
        <p:spPr>
          <a:xfrm>
            <a:off x="234125" y="3337800"/>
            <a:ext cx="8574600" cy="1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400"/>
            </a:lvl9pPr>
          </a:lstStyle>
          <a:p/>
        </p:txBody>
      </p:sp>
      <p:sp>
        <p:nvSpPr>
          <p:cNvPr id="462" name="Google Shape;462;p42"/>
          <p:cNvSpPr txBox="1"/>
          <p:nvPr>
            <p:ph idx="1" type="subTitle"/>
          </p:nvPr>
        </p:nvSpPr>
        <p:spPr>
          <a:xfrm>
            <a:off x="228600" y="228600"/>
            <a:ext cx="2870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Urbanist Medium"/>
              <a:buNone/>
              <a:defRPr sz="12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42"/>
          <p:cNvSpPr txBox="1"/>
          <p:nvPr>
            <p:ph idx="3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4" name="Google Shape;464;p42"/>
          <p:cNvSpPr txBox="1"/>
          <p:nvPr>
            <p:ph idx="4" type="subTitle"/>
          </p:nvPr>
        </p:nvSpPr>
        <p:spPr>
          <a:xfrm>
            <a:off x="4716740" y="4675975"/>
            <a:ext cx="22947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5" name="Google Shape;465;p42"/>
          <p:cNvSpPr txBox="1"/>
          <p:nvPr>
            <p:ph idx="5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Urbanist Medium"/>
              <a:buNone/>
              <a:defRPr sz="700">
                <a:solidFill>
                  <a:schemeClr val="dk2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cxnSp>
        <p:nvCxnSpPr>
          <p:cNvPr id="466" name="Google Shape;466;p42"/>
          <p:cNvCxnSpPr/>
          <p:nvPr/>
        </p:nvCxnSpPr>
        <p:spPr>
          <a:xfrm>
            <a:off x="238800" y="4683300"/>
            <a:ext cx="8676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7" name="Google Shape;467;p42"/>
          <p:cNvSpPr/>
          <p:nvPr/>
        </p:nvSpPr>
        <p:spPr>
          <a:xfrm>
            <a:off x="228600" y="4837500"/>
            <a:ext cx="48900" cy="489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8" name="Google Shape;468;p42"/>
          <p:cNvSpPr/>
          <p:nvPr/>
        </p:nvSpPr>
        <p:spPr>
          <a:xfrm>
            <a:off x="4618950" y="4839000"/>
            <a:ext cx="45900" cy="45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05">
          <p15:clr>
            <a:srgbClr val="E46962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33">
          <p15:clr>
            <a:srgbClr val="E46962"/>
          </p15:clr>
        </p15:guide>
        <p15:guide id="10" pos="4292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7"/>
          <p:cNvSpPr txBox="1"/>
          <p:nvPr>
            <p:ph idx="13" type="subTitle"/>
          </p:nvPr>
        </p:nvSpPr>
        <p:spPr>
          <a:xfrm>
            <a:off x="3154650" y="4675975"/>
            <a:ext cx="2835000" cy="466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Open House Singapore</a:t>
            </a:r>
            <a:endParaRPr/>
          </a:p>
        </p:txBody>
      </p:sp>
      <p:sp>
        <p:nvSpPr>
          <p:cNvPr id="525" name="Google Shape;525;p47"/>
          <p:cNvSpPr txBox="1"/>
          <p:nvPr>
            <p:ph idx="1" type="subTitle"/>
          </p:nvPr>
        </p:nvSpPr>
        <p:spPr>
          <a:xfrm>
            <a:off x="6859200" y="4683725"/>
            <a:ext cx="2056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/>
            </a:r>
            <a:endParaRPr/>
          </a:p>
        </p:txBody>
      </p:sp>
      <p:sp>
        <p:nvSpPr>
          <p:cNvPr id="526" name="Google Shape;526;p47"/>
          <p:cNvSpPr txBox="1"/>
          <p:nvPr>
            <p:ph idx="2" type="subTitle"/>
          </p:nvPr>
        </p:nvSpPr>
        <p:spPr>
          <a:xfrm>
            <a:off x="320625" y="4675975"/>
            <a:ext cx="2700000" cy="23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"/>
              <a:t/>
            </a:r>
            <a:endParaRPr/>
          </a:p>
        </p:txBody>
      </p:sp>
      <p:sp>
        <p:nvSpPr>
          <p:cNvPr id="527" name="Google Shape;527;p47"/>
          <p:cNvSpPr txBox="1"/>
          <p:nvPr>
            <p:ph idx="4294967295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8" name="Google Shape;528;p47"/>
          <p:cNvSpPr txBox="1"/>
          <p:nvPr>
            <p:ph idx="12" type="sldNum"/>
          </p:nvPr>
        </p:nvSpPr>
        <p:spPr>
          <a:xfrm>
            <a:off x="8348225" y="4666247"/>
            <a:ext cx="567000" cy="46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9" name="Google Shape;529;p47"/>
          <p:cNvSpPr/>
          <p:nvPr/>
        </p:nvSpPr>
        <p:spPr>
          <a:xfrm>
            <a:off x="102062" y="114500"/>
            <a:ext cx="8919600" cy="4890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</a:rPr>
              <a:t>Team Name: Signet</a:t>
            </a:r>
            <a:endParaRPr b="1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One line what You’re Building: trading agents with a provable record and a private strategy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530" name="Google Shape;530;p47"/>
          <p:cNvSpPr/>
          <p:nvPr/>
        </p:nvSpPr>
        <p:spPr>
          <a:xfrm>
            <a:off x="65338" y="765133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Who Buys, Who Uses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creators use it: they supply an agent and earn a performance fee on new profit, the business model. followers buy it: they subscribe, fund their own account and approve one measurement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1" name="Google Shape;531;p47"/>
          <p:cNvSpPr/>
          <p:nvPr/>
        </p:nvSpPr>
        <p:spPr>
          <a:xfrm>
            <a:off x="3130808" y="765133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First Reachable Audience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40 creators and 51 agents on ARCANA's Season 2 US Equities board (block 95,182,673), plus operators who post Stock Token volume in public: @HarmonicAgents (2,502), @OxSimpleFarmer (28,443)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2" name="Google Shape;532;p47"/>
          <p:cNvSpPr/>
          <p:nvPr/>
        </p:nvSpPr>
        <p:spPr>
          <a:xfrm>
            <a:off x="65338" y="1943976"/>
            <a:ext cx="2788500" cy="1070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3 Distribution Channels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direct dms to stock token operators with the TSLA receipt attached; leaderboard hosts like ARCANA and Senpi adding a measurement column; builder channels at Robinhood Chain, Arbitrum and Phala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3" name="Google Shape;533;p47"/>
          <p:cNvSpPr/>
          <p:nvPr/>
        </p:nvSpPr>
        <p:spPr>
          <a:xfrm>
            <a:off x="3130806" y="1943976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Core Message, One Sentence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your next track record can be a measurement, not a screenshot: every trade names the code that made it, and the strategy stays private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4" name="Google Shape;534;p47"/>
          <p:cNvSpPr/>
          <p:nvPr/>
        </p:nvSpPr>
        <p:spPr>
          <a:xfrm>
            <a:off x="6196266" y="765112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Proof You Need First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30 days of Stock Token trades from an outside creator, one measurement on every receipt. today on chain: one attested TSLA trade (block 127,188,951) and one refused workload (block 127,632,496)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5" name="Google Shape;535;p47"/>
          <p:cNvSpPr/>
          <p:nvPr/>
        </p:nvSpPr>
        <p:spPr>
          <a:xfrm>
            <a:off x="6196265" y="1943955"/>
            <a:ext cx="2788500" cy="1070100"/>
          </a:xfrm>
          <a:prstGeom prst="rect">
            <a:avLst/>
          </a:prstGeom>
          <a:noFill/>
          <a:ln cap="flat" cmpd="sng" w="166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300" lIns="53300" spcFirstLastPara="1" rIns="53300" wrap="square" tIns="533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16">
                <a:solidFill>
                  <a:schemeClr val="lt1"/>
                </a:solidFill>
              </a:rPr>
              <a:t>The Intro That Helps</a:t>
            </a:r>
            <a:endParaRPr b="1" sz="1316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16">
                <a:solidFill>
                  <a:schemeClr val="lt1"/>
                </a:solidFill>
              </a:rPr>
              <a:t>Gaetan Thabot (@GThabot), Robinhood Chain partnerships, for stock token creators. Ben Greenberg (@hummusonrails), Arbitrum DevRel, for the Stylus verifier. Phala as the TEE partner for creator CVMs</a:t>
            </a:r>
            <a:endParaRPr sz="816">
              <a:solidFill>
                <a:schemeClr val="lt1"/>
              </a:solidFill>
            </a:endParaRPr>
          </a:p>
        </p:txBody>
      </p:sp>
      <p:sp>
        <p:nvSpPr>
          <p:cNvPr id="536" name="Google Shape;536;p47"/>
          <p:cNvSpPr/>
          <p:nvPr/>
        </p:nvSpPr>
        <p:spPr>
          <a:xfrm>
            <a:off x="65275" y="3151285"/>
            <a:ext cx="4331400" cy="1301400"/>
          </a:xfrm>
          <a:prstGeom prst="rect">
            <a:avLst/>
          </a:prstGeom>
          <a:noFill/>
          <a:ln cap="flat" cmpd="sng" w="2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175" lIns="64175" spcFirstLastPara="1" rIns="64175" wrap="square" tIns="6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83">
                <a:solidFill>
                  <a:schemeClr val="lt1"/>
                </a:solidFill>
              </a:rPr>
              <a:t>5 Named Targets</a:t>
            </a:r>
            <a:endParaRPr b="1" sz="1383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3">
                <a:solidFill>
                  <a:schemeClr val="lt1"/>
                </a:solidFill>
              </a:rPr>
              <a:t>@Arcana_Arena (40 creators, 51 agents); @HarmonicAgents (2,502, trades Stock Tokens); Meridian402 (stock token market maker); @DeployFinance (7,295, $100,000 agent for 70 days); @GrowiHF (1,592, $2.94M all-time vault PnL)</a:t>
            </a:r>
            <a:endParaRPr sz="983">
              <a:solidFill>
                <a:schemeClr val="lt1"/>
              </a:solidFill>
            </a:endParaRPr>
          </a:p>
        </p:txBody>
      </p:sp>
      <p:sp>
        <p:nvSpPr>
          <p:cNvPr id="537" name="Google Shape;537;p47"/>
          <p:cNvSpPr/>
          <p:nvPr/>
        </p:nvSpPr>
        <p:spPr>
          <a:xfrm>
            <a:off x="4653427" y="3151285"/>
            <a:ext cx="4331400" cy="1301400"/>
          </a:xfrm>
          <a:prstGeom prst="rect">
            <a:avLst/>
          </a:prstGeom>
          <a:noFill/>
          <a:ln cap="flat" cmpd="sng" w="20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4175" lIns="64175" spcFirstLastPara="1" rIns="64175" wrap="square" tIns="64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83">
                <a:solidFill>
                  <a:schemeClr val="lt1"/>
                </a:solidFill>
              </a:rPr>
              <a:t>The Ask This Weekend</a:t>
            </a:r>
            <a:endParaRPr b="1" sz="1383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83">
                <a:solidFill>
                  <a:schemeClr val="lt1"/>
                </a:solidFill>
              </a:rPr>
              <a:t>one intro to Robinhood Chain partnerships and one to Arbitrum DevRel, plus five creators willing to run an agent in a TEE. CTA: open tx 0x0023f359...3b03 on the Robinhood Chain explorer and read the measurement and model hash</a:t>
            </a:r>
            <a:endParaRPr sz="983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ark Particles">
  <a:themeElements>
    <a:clrScheme name="Simple Light">
      <a:dk1>
        <a:srgbClr val="000000"/>
      </a:dk1>
      <a:lt1>
        <a:srgbClr val="D4FF00"/>
      </a:lt1>
      <a:dk2>
        <a:srgbClr val="D4FF00"/>
      </a:dk2>
      <a:lt2>
        <a:srgbClr val="434343"/>
      </a:lt2>
      <a:accent1>
        <a:srgbClr val="434343"/>
      </a:accent1>
      <a:accent2>
        <a:srgbClr val="252525"/>
      </a:accent2>
      <a:accent3>
        <a:srgbClr val="D4FF00"/>
      </a:accent3>
      <a:accent4>
        <a:srgbClr val="D4FF00"/>
      </a:accent4>
      <a:accent5>
        <a:srgbClr val="D4FF00"/>
      </a:accent5>
      <a:accent6>
        <a:srgbClr val="13AAFF"/>
      </a:accent6>
      <a:hlink>
        <a:srgbClr val="13AA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