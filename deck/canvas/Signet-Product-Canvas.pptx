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89" r:id="rId4"/>
  </p:sldMasterIdLst>
  <p:notesMasterIdLst>
    <p:notesMasterId r:id="rId5"/>
  </p:notesMasterIdLst>
  <p:sldIdLst>
    <p:sldId id="260" r:id="rId10"/>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2880">
          <p15:clr>
            <a:srgbClr val="747775"/>
          </p15:clr>
        </p15:guide>
        <p15:guide id="2" orient="horz" pos="576">
          <p15:clr>
            <a:srgbClr val="747775"/>
          </p15:clr>
        </p15:guide>
        <p15:guide id="3" orient="horz" pos="886">
          <p15:clr>
            <a:srgbClr val="747775"/>
          </p15:clr>
        </p15:guide>
        <p15:guide id="4" orient="horz" pos="1264">
          <p15:clr>
            <a:srgbClr val="747775"/>
          </p15:clr>
        </p15:guide>
        <p15:guide id="5" orient="horz" pos="1465">
          <p15:clr>
            <a:srgbClr val="747775"/>
          </p15:clr>
        </p15:guide>
        <p15:guide id="6" orient="horz" pos="596">
          <p15:clr>
            <a:srgbClr val="747775"/>
          </p15:clr>
        </p15:guide>
        <p15:guide id="7" orient="horz" pos="1918">
          <p15:clr>
            <a:srgbClr val="747775"/>
          </p15:clr>
        </p15:guide>
        <p15:guide id="8" orient="horz" pos="1421">
          <p15:clr>
            <a:srgbClr val="747775"/>
          </p15:clr>
        </p15:guide>
        <p15:guide id="9" orient="horz" pos="121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p:guide pos="576" orient="horz"/>
        <p:guide pos="886" orient="horz"/>
        <p:guide pos="1264" orient="horz"/>
        <p:guide pos="1465" orient="horz"/>
        <p:guide pos="596" orient="horz"/>
        <p:guide pos="1918" orient="horz"/>
        <p:guide pos="1421" orient="horz"/>
        <p:guide pos="1214"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0"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efe051518a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efe051518a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ALT 1">
  <p:cSld name="BLANK_4">
    <p:spTree>
      <p:nvGrpSpPr>
        <p:cNvPr id="7" name="Shape 7"/>
        <p:cNvGrpSpPr/>
        <p:nvPr/>
      </p:nvGrpSpPr>
      <p:grpSpPr>
        <a:xfrm>
          <a:off x="0" y="0"/>
          <a:ext cx="0" cy="0"/>
          <a:chOff x="0" y="0"/>
          <a:chExt cx="0" cy="0"/>
        </a:xfrm>
      </p:grpSpPr>
      <p:pic>
        <p:nvPicPr>
          <p:cNvPr id="8" name="Google Shape;8;p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9" name="Google Shape;9;p2"/>
          <p:cNvSpPr txBox="1"/>
          <p:nvPr>
            <p:ph idx="1" type="subTitle"/>
          </p:nvPr>
        </p:nvSpPr>
        <p:spPr>
          <a:xfrm>
            <a:off x="228600" y="1738950"/>
            <a:ext cx="4402800" cy="2520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9pPr>
          </a:lstStyle>
          <a:p/>
        </p:txBody>
      </p:sp>
      <p:sp>
        <p:nvSpPr>
          <p:cNvPr id="10" name="Google Shape;10;p2"/>
          <p:cNvSpPr txBox="1"/>
          <p:nvPr>
            <p:ph type="title"/>
          </p:nvPr>
        </p:nvSpPr>
        <p:spPr>
          <a:xfrm>
            <a:off x="228600" y="228600"/>
            <a:ext cx="6658800" cy="1419000"/>
          </a:xfrm>
          <a:prstGeom prst="rect">
            <a:avLst/>
          </a:prstGeom>
          <a:noFill/>
          <a:ln>
            <a:noFill/>
          </a:ln>
        </p:spPr>
        <p:txBody>
          <a:bodyPr anchorCtr="0" anchor="ctr" bIns="0" lIns="0" spcFirstLastPara="1" rIns="0" wrap="square" tIns="0">
            <a:noAutofit/>
          </a:bodyPr>
          <a:lstStyle>
            <a:lvl1pPr lvl="0">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9pPr>
          </a:lstStyle>
          <a:p/>
        </p:txBody>
      </p:sp>
      <p:sp>
        <p:nvSpPr>
          <p:cNvPr id="11" name="Google Shape;11;p2"/>
          <p:cNvSpPr txBox="1"/>
          <p:nvPr>
            <p:ph idx="2" type="subTitle"/>
          </p:nvPr>
        </p:nvSpPr>
        <p:spPr>
          <a:xfrm>
            <a:off x="297075" y="4175900"/>
            <a:ext cx="1565100" cy="2286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2" name="Google Shape;12;p2"/>
          <p:cNvSpPr txBox="1"/>
          <p:nvPr>
            <p:ph idx="3" type="subTitle"/>
          </p:nvPr>
        </p:nvSpPr>
        <p:spPr>
          <a:xfrm>
            <a:off x="1786375" y="4175900"/>
            <a:ext cx="1565100" cy="2286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3" name="Google Shape;13;p2"/>
          <p:cNvSpPr txBox="1"/>
          <p:nvPr>
            <p:ph idx="4" type="subTitle"/>
          </p:nvPr>
        </p:nvSpPr>
        <p:spPr>
          <a:xfrm>
            <a:off x="228591" y="3454475"/>
            <a:ext cx="4659600" cy="25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4" name="Google Shape;14;p2"/>
          <p:cNvSpPr txBox="1"/>
          <p:nvPr>
            <p:ph idx="5" type="subTitle"/>
          </p:nvPr>
        </p:nvSpPr>
        <p:spPr>
          <a:xfrm>
            <a:off x="228591" y="3743050"/>
            <a:ext cx="4659600" cy="25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5" name="Google Shape;15;p2"/>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6" name="Google Shape;16;p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7" name="Google Shape;17;p2"/>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guide id="2" pos="2882">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ALT 1">
  <p:cSld name="BLANK_1_1_2">
    <p:spTree>
      <p:nvGrpSpPr>
        <p:cNvPr id="18" name="Shape 18"/>
        <p:cNvGrpSpPr/>
        <p:nvPr/>
      </p:nvGrpSpPr>
      <p:grpSpPr>
        <a:xfrm>
          <a:off x="0" y="0"/>
          <a:ext cx="0" cy="0"/>
          <a:chOff x="0" y="0"/>
          <a:chExt cx="0" cy="0"/>
        </a:xfrm>
      </p:grpSpPr>
      <p:pic>
        <p:nvPicPr>
          <p:cNvPr id="19" name="Google Shape;19;p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0" name="Google Shape;20;p3"/>
          <p:cNvSpPr txBox="1"/>
          <p:nvPr>
            <p:ph type="title"/>
          </p:nvPr>
        </p:nvSpPr>
        <p:spPr>
          <a:xfrm>
            <a:off x="228600" y="395043"/>
            <a:ext cx="6480300" cy="587700"/>
          </a:xfrm>
          <a:prstGeom prst="rect">
            <a:avLst/>
          </a:prstGeom>
          <a:noFill/>
          <a:ln>
            <a:noFill/>
          </a:ln>
        </p:spPr>
        <p:txBody>
          <a:bodyPr anchorCtr="0" anchor="ctr" bIns="91425" lIns="0" spcFirstLastPara="1" rIns="91425" wrap="square" tIns="0">
            <a:spAutoFit/>
          </a:bodyPr>
          <a:lstStyle>
            <a:lvl1pPr lvl="0">
              <a:lnSpc>
                <a:spcPct val="90000"/>
              </a:lnSpc>
              <a:spcBef>
                <a:spcPts val="0"/>
              </a:spcBef>
              <a:spcAft>
                <a:spcPts val="0"/>
              </a:spcAft>
              <a:buNone/>
              <a:defRPr sz="3400">
                <a:solidFill>
                  <a:srgbClr val="FFFFFF"/>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9pPr>
          </a:lstStyle>
          <a:p/>
        </p:txBody>
      </p:sp>
      <p:sp>
        <p:nvSpPr>
          <p:cNvPr id="21" name="Google Shape;21;p3"/>
          <p:cNvSpPr txBox="1"/>
          <p:nvPr>
            <p:ph idx="1" type="body"/>
          </p:nvPr>
        </p:nvSpPr>
        <p:spPr>
          <a:xfrm>
            <a:off x="228600" y="1743625"/>
            <a:ext cx="4296600" cy="2709000"/>
          </a:xfrm>
          <a:prstGeom prst="rect">
            <a:avLst/>
          </a:prstGeom>
          <a:noFill/>
          <a:ln>
            <a:noFill/>
          </a:ln>
        </p:spPr>
        <p:txBody>
          <a:bodyPr anchorCtr="0" anchor="b" bIns="91425" lIns="0" spcFirstLastPara="1" rIns="91425" wrap="square" tIns="91425">
            <a:noAutofit/>
          </a:bodyPr>
          <a:lstStyle>
            <a:lvl1pPr indent="-317500" lvl="0" marL="4572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1pPr>
            <a:lvl2pPr indent="-317500" lvl="1" marL="9144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2pPr>
            <a:lvl3pPr indent="-317500" lvl="2" marL="13716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3pPr>
            <a:lvl4pPr indent="-317500" lvl="3" marL="18288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4pPr>
            <a:lvl5pPr indent="-317500" lvl="4" marL="22860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5pPr>
            <a:lvl6pPr indent="-317500" lvl="5" marL="27432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6pPr>
            <a:lvl7pPr indent="-317500" lvl="6" marL="32004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7pPr>
            <a:lvl8pPr indent="-317500" lvl="7" marL="36576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8pPr>
            <a:lvl9pPr indent="-317500" lvl="8" marL="41148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9pPr>
          </a:lstStyle>
          <a:p/>
        </p:txBody>
      </p:sp>
      <p:sp>
        <p:nvSpPr>
          <p:cNvPr id="22" name="Google Shape;22;p3"/>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3" name="Google Shape;23;p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4" name="Google Shape;24;p3"/>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ur values">
  <p:cSld name="BLANK_1_1_1_1">
    <p:spTree>
      <p:nvGrpSpPr>
        <p:cNvPr id="25" name="Shape 25"/>
        <p:cNvGrpSpPr/>
        <p:nvPr/>
      </p:nvGrpSpPr>
      <p:grpSpPr>
        <a:xfrm>
          <a:off x="0" y="0"/>
          <a:ext cx="0" cy="0"/>
          <a:chOff x="0" y="0"/>
          <a:chExt cx="0" cy="0"/>
        </a:xfrm>
      </p:grpSpPr>
      <p:pic>
        <p:nvPicPr>
          <p:cNvPr id="26" name="Google Shape;26;p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7" name="Google Shape;27;p4"/>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8" name="Google Shape;28;p4"/>
          <p:cNvSpPr txBox="1"/>
          <p:nvPr>
            <p:ph type="title"/>
          </p:nvPr>
        </p:nvSpPr>
        <p:spPr>
          <a:xfrm>
            <a:off x="228600" y="613525"/>
            <a:ext cx="7223400" cy="4221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9pPr>
          </a:lstStyle>
          <a:p/>
        </p:txBody>
      </p:sp>
      <p:sp>
        <p:nvSpPr>
          <p:cNvPr id="29" name="Google Shape;29;p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0" name="Google Shape;30;p4"/>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1" name="Google Shape;31;p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2" name="Google Shape;32;p4"/>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nd image ALT 2">
  <p:cSld name="CUSTOM_3">
    <p:spTree>
      <p:nvGrpSpPr>
        <p:cNvPr id="33" name="Shape 33"/>
        <p:cNvGrpSpPr/>
        <p:nvPr/>
      </p:nvGrpSpPr>
      <p:grpSpPr>
        <a:xfrm>
          <a:off x="0" y="0"/>
          <a:ext cx="0" cy="0"/>
          <a:chOff x="0" y="0"/>
          <a:chExt cx="0" cy="0"/>
        </a:xfrm>
      </p:grpSpPr>
      <p:pic>
        <p:nvPicPr>
          <p:cNvPr id="34" name="Google Shape;34;p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5" name="Google Shape;35;p5"/>
          <p:cNvSpPr/>
          <p:nvPr>
            <p:ph idx="2" type="pic"/>
          </p:nvPr>
        </p:nvSpPr>
        <p:spPr>
          <a:xfrm>
            <a:off x="246150" y="237650"/>
            <a:ext cx="4196400" cy="4438200"/>
          </a:xfrm>
          <a:prstGeom prst="rect">
            <a:avLst/>
          </a:prstGeom>
          <a:noFill/>
          <a:ln>
            <a:noFill/>
          </a:ln>
        </p:spPr>
      </p:sp>
      <p:sp>
        <p:nvSpPr>
          <p:cNvPr id="36" name="Google Shape;36;p5"/>
          <p:cNvSpPr txBox="1"/>
          <p:nvPr>
            <p:ph type="title"/>
          </p:nvPr>
        </p:nvSpPr>
        <p:spPr>
          <a:xfrm>
            <a:off x="4591800" y="304700"/>
            <a:ext cx="3861900" cy="19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7" name="Google Shape;37;p5"/>
          <p:cNvSpPr txBox="1"/>
          <p:nvPr>
            <p:ph idx="3" type="title"/>
          </p:nvPr>
        </p:nvSpPr>
        <p:spPr>
          <a:xfrm>
            <a:off x="4591800" y="738425"/>
            <a:ext cx="4290000" cy="12195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800"/>
              <a:buFont typeface="Urbanist"/>
              <a:buNone/>
              <a:defRPr sz="3400">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8" name="Google Shape;38;p5"/>
          <p:cNvSpPr txBox="1"/>
          <p:nvPr>
            <p:ph idx="1" type="body"/>
          </p:nvPr>
        </p:nvSpPr>
        <p:spPr>
          <a:xfrm>
            <a:off x="4618950" y="1957925"/>
            <a:ext cx="4290000" cy="2193000"/>
          </a:xfrm>
          <a:prstGeom prst="rect">
            <a:avLst/>
          </a:prstGeom>
          <a:noFill/>
          <a:ln>
            <a:noFill/>
          </a:ln>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1pPr>
            <a:lvl2pPr indent="-304800" lvl="1" marL="9144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2pPr>
            <a:lvl3pPr indent="-304800" lvl="2" marL="13716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3pPr>
            <a:lvl4pPr indent="-304800" lvl="3" marL="18288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4pPr>
            <a:lvl5pPr indent="-304800" lvl="4" marL="22860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5pPr>
            <a:lvl6pPr indent="-304800" lvl="5" marL="27432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6pPr>
            <a:lvl7pPr indent="-304800" lvl="6" marL="32004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7pPr>
            <a:lvl8pPr indent="-304800" lvl="7" marL="36576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8pPr>
            <a:lvl9pPr indent="-304800" lvl="8" marL="41148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9pPr>
          </a:lstStyle>
          <a:p/>
        </p:txBody>
      </p:sp>
      <p:cxnSp>
        <p:nvCxnSpPr>
          <p:cNvPr id="39" name="Google Shape;39;p5"/>
          <p:cNvCxnSpPr/>
          <p:nvPr/>
        </p:nvCxnSpPr>
        <p:spPr>
          <a:xfrm>
            <a:off x="228600" y="226100"/>
            <a:ext cx="8687100" cy="0"/>
          </a:xfrm>
          <a:prstGeom prst="straightConnector1">
            <a:avLst/>
          </a:prstGeom>
          <a:noFill/>
          <a:ln cap="flat" cmpd="sng" w="9525">
            <a:solidFill>
              <a:schemeClr val="lt2"/>
            </a:solidFill>
            <a:prstDash val="solid"/>
            <a:round/>
            <a:headEnd len="med" w="med" type="none"/>
            <a:tailEnd len="med" w="med" type="none"/>
          </a:ln>
        </p:spPr>
      </p:cxnSp>
      <p:cxnSp>
        <p:nvCxnSpPr>
          <p:cNvPr id="40" name="Google Shape;40;p5"/>
          <p:cNvCxnSpPr/>
          <p:nvPr/>
        </p:nvCxnSpPr>
        <p:spPr>
          <a:xfrm>
            <a:off x="4444600" y="570000"/>
            <a:ext cx="4470900" cy="0"/>
          </a:xfrm>
          <a:prstGeom prst="straightConnector1">
            <a:avLst/>
          </a:prstGeom>
          <a:noFill/>
          <a:ln cap="flat" cmpd="sng" w="9525">
            <a:solidFill>
              <a:schemeClr val="lt2"/>
            </a:solidFill>
            <a:prstDash val="solid"/>
            <a:round/>
            <a:headEnd len="med" w="med" type="none"/>
            <a:tailEnd len="med" w="med" type="none"/>
          </a:ln>
        </p:spPr>
      </p:cxnSp>
      <p:cxnSp>
        <p:nvCxnSpPr>
          <p:cNvPr id="41" name="Google Shape;41;p5"/>
          <p:cNvCxnSpPr/>
          <p:nvPr/>
        </p:nvCxnSpPr>
        <p:spPr>
          <a:xfrm>
            <a:off x="4442500" y="226100"/>
            <a:ext cx="0" cy="4457700"/>
          </a:xfrm>
          <a:prstGeom prst="straightConnector1">
            <a:avLst/>
          </a:prstGeom>
          <a:noFill/>
          <a:ln cap="flat" cmpd="sng" w="9525">
            <a:solidFill>
              <a:schemeClr val="lt2"/>
            </a:solidFill>
            <a:prstDash val="solid"/>
            <a:round/>
            <a:headEnd len="med" w="med" type="none"/>
            <a:tailEnd len="med" w="med" type="none"/>
          </a:ln>
        </p:spPr>
      </p:cxnSp>
      <p:sp>
        <p:nvSpPr>
          <p:cNvPr id="42" name="Google Shape;42;p5"/>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3" name="Google Shape;43;p5"/>
          <p:cNvSpPr txBox="1"/>
          <p:nvPr>
            <p:ph idx="4"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4" name="Google Shape;44;p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45" name="Google Shape;45;p5"/>
          <p:cNvSpPr txBox="1"/>
          <p:nvPr>
            <p:ph idx="5"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1">
  <p:cSld name="BLANK_1_1_1_1_3">
    <p:spTree>
      <p:nvGrpSpPr>
        <p:cNvPr id="46" name="Shape 46"/>
        <p:cNvGrpSpPr/>
        <p:nvPr/>
      </p:nvGrpSpPr>
      <p:grpSpPr>
        <a:xfrm>
          <a:off x="0" y="0"/>
          <a:ext cx="0" cy="0"/>
          <a:chOff x="0" y="0"/>
          <a:chExt cx="0" cy="0"/>
        </a:xfrm>
      </p:grpSpPr>
      <p:pic>
        <p:nvPicPr>
          <p:cNvPr id="47" name="Google Shape;47;p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48" name="Google Shape;48;p6"/>
          <p:cNvSpPr txBox="1"/>
          <p:nvPr>
            <p:ph type="title"/>
          </p:nvPr>
        </p:nvSpPr>
        <p:spPr>
          <a:xfrm>
            <a:off x="228600" y="613525"/>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rgbClr val="D4FF00"/>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9pPr>
          </a:lstStyle>
          <a:p/>
        </p:txBody>
      </p:sp>
      <p:sp>
        <p:nvSpPr>
          <p:cNvPr id="49" name="Google Shape;49;p6"/>
          <p:cNvSpPr/>
          <p:nvPr>
            <p:ph idx="2" type="pic"/>
          </p:nvPr>
        </p:nvSpPr>
        <p:spPr>
          <a:xfrm>
            <a:off x="4523050" y="7379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50" name="Google Shape;50;p6"/>
          <p:cNvSpPr/>
          <p:nvPr>
            <p:ph idx="3" type="pic"/>
          </p:nvPr>
        </p:nvSpPr>
        <p:spPr>
          <a:xfrm>
            <a:off x="6752100" y="7377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51" name="Google Shape;51;p6"/>
          <p:cNvSpPr/>
          <p:nvPr>
            <p:ph idx="4" type="pic"/>
          </p:nvPr>
        </p:nvSpPr>
        <p:spPr>
          <a:xfrm>
            <a:off x="4523050" y="2158000"/>
            <a:ext cx="4394100" cy="2282700"/>
          </a:xfrm>
          <a:prstGeom prst="roundRect">
            <a:avLst>
              <a:gd fmla="val 6108" name="adj"/>
            </a:avLst>
          </a:prstGeom>
          <a:noFill/>
          <a:ln cap="flat" cmpd="sng" w="9525">
            <a:solidFill>
              <a:schemeClr val="accent1"/>
            </a:solidFill>
            <a:prstDash val="solid"/>
            <a:round/>
            <a:headEnd len="sm" w="sm" type="none"/>
            <a:tailEnd len="sm" w="sm" type="none"/>
          </a:ln>
        </p:spPr>
      </p:sp>
      <p:sp>
        <p:nvSpPr>
          <p:cNvPr id="52" name="Google Shape;52;p6"/>
          <p:cNvSpPr txBox="1"/>
          <p:nvPr>
            <p:ph idx="1" type="body"/>
          </p:nvPr>
        </p:nvSpPr>
        <p:spPr>
          <a:xfrm>
            <a:off x="233850" y="1726850"/>
            <a:ext cx="3740100" cy="2713800"/>
          </a:xfrm>
          <a:prstGeom prst="rect">
            <a:avLst/>
          </a:prstGeom>
          <a:noFill/>
          <a:ln>
            <a:noFill/>
          </a:ln>
        </p:spPr>
        <p:txBody>
          <a:bodyPr anchorCtr="0" anchor="ctr" bIns="0" lIns="0" spcFirstLastPara="1" rIns="0" wrap="square" tIns="0">
            <a:noAutofit/>
          </a:bodyPr>
          <a:lstStyle>
            <a:lvl1pPr indent="-292100" lvl="0" marL="4572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1pPr>
            <a:lvl2pPr indent="-292100" lvl="1" marL="9144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2pPr>
            <a:lvl3pPr indent="-292100" lvl="2" marL="13716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3pPr>
            <a:lvl4pPr indent="-292100" lvl="3" marL="18288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4pPr>
            <a:lvl5pPr indent="-292100" lvl="4" marL="22860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5pPr>
            <a:lvl6pPr indent="-292100" lvl="5" marL="27432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6pPr>
            <a:lvl7pPr indent="-292100" lvl="6" marL="32004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7pPr>
            <a:lvl8pPr indent="-292100" lvl="7" marL="36576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8pPr>
            <a:lvl9pPr indent="-292100" lvl="8" marL="41148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9pPr>
          </a:lstStyle>
          <a:p/>
        </p:txBody>
      </p:sp>
      <p:sp>
        <p:nvSpPr>
          <p:cNvPr id="53" name="Google Shape;53;p6"/>
          <p:cNvSpPr txBox="1"/>
          <p:nvPr>
            <p:ph idx="5"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9pPr>
          </a:lstStyle>
          <a:p/>
        </p:txBody>
      </p:sp>
      <p:sp>
        <p:nvSpPr>
          <p:cNvPr id="54" name="Google Shape;54;p6"/>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55" name="Google Shape;55;p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56" name="Google Shape;56;p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ALT 1">
  <p:cSld name="BLANK_1_1_1_1_2">
    <p:spTree>
      <p:nvGrpSpPr>
        <p:cNvPr id="57" name="Shape 57"/>
        <p:cNvGrpSpPr/>
        <p:nvPr/>
      </p:nvGrpSpPr>
      <p:grpSpPr>
        <a:xfrm>
          <a:off x="0" y="0"/>
          <a:ext cx="0" cy="0"/>
          <a:chOff x="0" y="0"/>
          <a:chExt cx="0" cy="0"/>
        </a:xfrm>
      </p:grpSpPr>
      <p:pic>
        <p:nvPicPr>
          <p:cNvPr id="58" name="Google Shape;58;p7"/>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59" name="Google Shape;59;p7"/>
          <p:cNvSpPr txBox="1"/>
          <p:nvPr>
            <p:ph type="title"/>
          </p:nvPr>
        </p:nvSpPr>
        <p:spPr>
          <a:xfrm>
            <a:off x="277500" y="228600"/>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9pPr>
          </a:lstStyle>
          <a:p/>
        </p:txBody>
      </p:sp>
      <p:sp>
        <p:nvSpPr>
          <p:cNvPr id="60" name="Google Shape;60;p7"/>
          <p:cNvSpPr txBox="1"/>
          <p:nvPr>
            <p:ph idx="1" type="subTitle"/>
          </p:nvPr>
        </p:nvSpPr>
        <p:spPr>
          <a:xfrm>
            <a:off x="5067075" y="38715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1" name="Google Shape;61;p7"/>
          <p:cNvSpPr txBox="1"/>
          <p:nvPr>
            <p:ph idx="2" type="subTitle"/>
          </p:nvPr>
        </p:nvSpPr>
        <p:spPr>
          <a:xfrm>
            <a:off x="5067075" y="106158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2" name="Google Shape;62;p7"/>
          <p:cNvSpPr txBox="1"/>
          <p:nvPr>
            <p:ph idx="3" type="subTitle"/>
          </p:nvPr>
        </p:nvSpPr>
        <p:spPr>
          <a:xfrm>
            <a:off x="5067075" y="173935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3" name="Google Shape;63;p7"/>
          <p:cNvSpPr txBox="1"/>
          <p:nvPr>
            <p:ph idx="4" type="subTitle"/>
          </p:nvPr>
        </p:nvSpPr>
        <p:spPr>
          <a:xfrm>
            <a:off x="5067075" y="242410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4" name="Google Shape;64;p7"/>
          <p:cNvSpPr txBox="1"/>
          <p:nvPr>
            <p:ph idx="5" type="subTitle"/>
          </p:nvPr>
        </p:nvSpPr>
        <p:spPr>
          <a:xfrm>
            <a:off x="5067075" y="309493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5" name="Google Shape;65;p7"/>
          <p:cNvSpPr txBox="1"/>
          <p:nvPr>
            <p:ph idx="6" type="subTitle"/>
          </p:nvPr>
        </p:nvSpPr>
        <p:spPr>
          <a:xfrm>
            <a:off x="5067075" y="376578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6" name="Google Shape;66;p7"/>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67" name="Google Shape;67;p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68" name="Google Shape;68;p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s">
  <p:cSld name="BLANK_1_1_1_1_2_1">
    <p:spTree>
      <p:nvGrpSpPr>
        <p:cNvPr id="69" name="Shape 69"/>
        <p:cNvGrpSpPr/>
        <p:nvPr/>
      </p:nvGrpSpPr>
      <p:grpSpPr>
        <a:xfrm>
          <a:off x="0" y="0"/>
          <a:ext cx="0" cy="0"/>
          <a:chOff x="0" y="0"/>
          <a:chExt cx="0" cy="0"/>
        </a:xfrm>
      </p:grpSpPr>
      <p:pic>
        <p:nvPicPr>
          <p:cNvPr id="70" name="Google Shape;70;p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71" name="Google Shape;71;p8"/>
          <p:cNvSpPr/>
          <p:nvPr>
            <p:ph idx="2" type="pic"/>
          </p:nvPr>
        </p:nvSpPr>
        <p:spPr>
          <a:xfrm>
            <a:off x="4618950" y="228600"/>
            <a:ext cx="1370400" cy="1357500"/>
          </a:xfrm>
          <a:prstGeom prst="roundRect">
            <a:avLst>
              <a:gd fmla="val 16935" name="adj"/>
            </a:avLst>
          </a:prstGeom>
          <a:noFill/>
          <a:ln>
            <a:noFill/>
          </a:ln>
        </p:spPr>
      </p:sp>
      <p:sp>
        <p:nvSpPr>
          <p:cNvPr id="72" name="Google Shape;72;p8"/>
          <p:cNvSpPr txBox="1"/>
          <p:nvPr>
            <p:ph idx="1" type="subTitle"/>
          </p:nvPr>
        </p:nvSpPr>
        <p:spPr>
          <a:xfrm>
            <a:off x="4619000" y="1702322"/>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73" name="Google Shape;73;p8"/>
          <p:cNvSpPr txBox="1"/>
          <p:nvPr>
            <p:ph type="title"/>
          </p:nvPr>
        </p:nvSpPr>
        <p:spPr>
          <a:xfrm>
            <a:off x="228600" y="234750"/>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9pPr>
          </a:lstStyle>
          <a:p/>
        </p:txBody>
      </p:sp>
      <p:sp>
        <p:nvSpPr>
          <p:cNvPr id="74" name="Google Shape;74;p8"/>
          <p:cNvSpPr txBox="1"/>
          <p:nvPr>
            <p:ph idx="3" type="subTitle"/>
          </p:nvPr>
        </p:nvSpPr>
        <p:spPr>
          <a:xfrm>
            <a:off x="461900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75" name="Google Shape;75;p8"/>
          <p:cNvSpPr/>
          <p:nvPr>
            <p:ph idx="4" type="pic"/>
          </p:nvPr>
        </p:nvSpPr>
        <p:spPr>
          <a:xfrm>
            <a:off x="6080700" y="228600"/>
            <a:ext cx="1370400" cy="1357500"/>
          </a:xfrm>
          <a:prstGeom prst="roundRect">
            <a:avLst>
              <a:gd fmla="val 16935" name="adj"/>
            </a:avLst>
          </a:prstGeom>
          <a:noFill/>
          <a:ln>
            <a:noFill/>
          </a:ln>
        </p:spPr>
      </p:sp>
      <p:sp>
        <p:nvSpPr>
          <p:cNvPr id="76" name="Google Shape;76;p8"/>
          <p:cNvSpPr txBox="1"/>
          <p:nvPr>
            <p:ph idx="5" type="subTitle"/>
          </p:nvPr>
        </p:nvSpPr>
        <p:spPr>
          <a:xfrm>
            <a:off x="6080750" y="1702321"/>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77" name="Google Shape;77;p8"/>
          <p:cNvSpPr txBox="1"/>
          <p:nvPr>
            <p:ph idx="6" type="subTitle"/>
          </p:nvPr>
        </p:nvSpPr>
        <p:spPr>
          <a:xfrm>
            <a:off x="608075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78" name="Google Shape;78;p8"/>
          <p:cNvSpPr/>
          <p:nvPr>
            <p:ph idx="7" type="pic"/>
          </p:nvPr>
        </p:nvSpPr>
        <p:spPr>
          <a:xfrm>
            <a:off x="7542450" y="228600"/>
            <a:ext cx="1370400" cy="1357500"/>
          </a:xfrm>
          <a:prstGeom prst="roundRect">
            <a:avLst>
              <a:gd fmla="val 16935" name="adj"/>
            </a:avLst>
          </a:prstGeom>
          <a:noFill/>
          <a:ln>
            <a:noFill/>
          </a:ln>
        </p:spPr>
      </p:sp>
      <p:sp>
        <p:nvSpPr>
          <p:cNvPr id="79" name="Google Shape;79;p8"/>
          <p:cNvSpPr txBox="1"/>
          <p:nvPr>
            <p:ph idx="8" type="subTitle"/>
          </p:nvPr>
        </p:nvSpPr>
        <p:spPr>
          <a:xfrm>
            <a:off x="7542500" y="1702321"/>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0" name="Google Shape;80;p8"/>
          <p:cNvSpPr txBox="1"/>
          <p:nvPr>
            <p:ph idx="9" type="subTitle"/>
          </p:nvPr>
        </p:nvSpPr>
        <p:spPr>
          <a:xfrm>
            <a:off x="754250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1" name="Google Shape;81;p8"/>
          <p:cNvSpPr/>
          <p:nvPr>
            <p:ph idx="13" type="pic"/>
          </p:nvPr>
        </p:nvSpPr>
        <p:spPr>
          <a:xfrm>
            <a:off x="4618950" y="2295725"/>
            <a:ext cx="1370400" cy="1357500"/>
          </a:xfrm>
          <a:prstGeom prst="roundRect">
            <a:avLst>
              <a:gd fmla="val 16935" name="adj"/>
            </a:avLst>
          </a:prstGeom>
          <a:noFill/>
          <a:ln>
            <a:noFill/>
          </a:ln>
        </p:spPr>
      </p:sp>
      <p:sp>
        <p:nvSpPr>
          <p:cNvPr id="82" name="Google Shape;82;p8"/>
          <p:cNvSpPr txBox="1"/>
          <p:nvPr>
            <p:ph idx="14" type="subTitle"/>
          </p:nvPr>
        </p:nvSpPr>
        <p:spPr>
          <a:xfrm>
            <a:off x="4619000" y="3769446"/>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3" name="Google Shape;83;p8"/>
          <p:cNvSpPr txBox="1"/>
          <p:nvPr>
            <p:ph idx="15" type="subTitle"/>
          </p:nvPr>
        </p:nvSpPr>
        <p:spPr>
          <a:xfrm>
            <a:off x="461900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4" name="Google Shape;84;p8"/>
          <p:cNvSpPr/>
          <p:nvPr>
            <p:ph idx="16" type="pic"/>
          </p:nvPr>
        </p:nvSpPr>
        <p:spPr>
          <a:xfrm>
            <a:off x="6080700" y="2295725"/>
            <a:ext cx="1370400" cy="1357500"/>
          </a:xfrm>
          <a:prstGeom prst="roundRect">
            <a:avLst>
              <a:gd fmla="val 16935" name="adj"/>
            </a:avLst>
          </a:prstGeom>
          <a:noFill/>
          <a:ln>
            <a:noFill/>
          </a:ln>
        </p:spPr>
      </p:sp>
      <p:sp>
        <p:nvSpPr>
          <p:cNvPr id="85" name="Google Shape;85;p8"/>
          <p:cNvSpPr txBox="1"/>
          <p:nvPr>
            <p:ph idx="17" type="subTitle"/>
          </p:nvPr>
        </p:nvSpPr>
        <p:spPr>
          <a:xfrm>
            <a:off x="6080750" y="3769447"/>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6" name="Google Shape;86;p8"/>
          <p:cNvSpPr txBox="1"/>
          <p:nvPr>
            <p:ph idx="18" type="subTitle"/>
          </p:nvPr>
        </p:nvSpPr>
        <p:spPr>
          <a:xfrm>
            <a:off x="608075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7" name="Google Shape;87;p8"/>
          <p:cNvSpPr/>
          <p:nvPr>
            <p:ph idx="19" type="pic"/>
          </p:nvPr>
        </p:nvSpPr>
        <p:spPr>
          <a:xfrm>
            <a:off x="7542450" y="2295725"/>
            <a:ext cx="1370400" cy="1357500"/>
          </a:xfrm>
          <a:prstGeom prst="roundRect">
            <a:avLst>
              <a:gd fmla="val 16935" name="adj"/>
            </a:avLst>
          </a:prstGeom>
          <a:noFill/>
          <a:ln>
            <a:noFill/>
          </a:ln>
        </p:spPr>
      </p:sp>
      <p:sp>
        <p:nvSpPr>
          <p:cNvPr id="88" name="Google Shape;88;p8"/>
          <p:cNvSpPr txBox="1"/>
          <p:nvPr>
            <p:ph idx="20" type="subTitle"/>
          </p:nvPr>
        </p:nvSpPr>
        <p:spPr>
          <a:xfrm>
            <a:off x="7542500" y="3769446"/>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9" name="Google Shape;89;p8"/>
          <p:cNvSpPr txBox="1"/>
          <p:nvPr>
            <p:ph idx="21" type="subTitle"/>
          </p:nvPr>
        </p:nvSpPr>
        <p:spPr>
          <a:xfrm>
            <a:off x="754250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90" name="Google Shape;90;p8"/>
          <p:cNvSpPr txBox="1"/>
          <p:nvPr>
            <p:ph idx="2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91" name="Google Shape;91;p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92" name="Google Shape;92;p8"/>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p:cSld name="BLANK_1_1_1_1_1_1">
    <p:spTree>
      <p:nvGrpSpPr>
        <p:cNvPr id="93" name="Shape 93"/>
        <p:cNvGrpSpPr/>
        <p:nvPr/>
      </p:nvGrpSpPr>
      <p:grpSpPr>
        <a:xfrm>
          <a:off x="0" y="0"/>
          <a:ext cx="0" cy="0"/>
          <a:chOff x="0" y="0"/>
          <a:chExt cx="0" cy="0"/>
        </a:xfrm>
      </p:grpSpPr>
      <p:pic>
        <p:nvPicPr>
          <p:cNvPr id="94" name="Google Shape;94;p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95" name="Google Shape;95;p9"/>
          <p:cNvSpPr/>
          <p:nvPr>
            <p:ph idx="2" type="pic"/>
          </p:nvPr>
        </p:nvSpPr>
        <p:spPr>
          <a:xfrm>
            <a:off x="9425" y="-3075"/>
            <a:ext cx="9144000" cy="4641000"/>
          </a:xfrm>
          <a:prstGeom prst="rect">
            <a:avLst/>
          </a:prstGeom>
          <a:noFill/>
          <a:ln>
            <a:noFill/>
          </a:ln>
        </p:spPr>
      </p:sp>
      <p:sp>
        <p:nvSpPr>
          <p:cNvPr id="96" name="Google Shape;96;p9"/>
          <p:cNvSpPr txBox="1"/>
          <p:nvPr>
            <p:ph type="title"/>
          </p:nvPr>
        </p:nvSpPr>
        <p:spPr>
          <a:xfrm>
            <a:off x="234125" y="3337800"/>
            <a:ext cx="8574600" cy="1114800"/>
          </a:xfrm>
          <a:prstGeom prst="rect">
            <a:avLst/>
          </a:prstGeom>
          <a:noFill/>
          <a:ln>
            <a:noFill/>
          </a:ln>
        </p:spPr>
        <p:txBody>
          <a:bodyPr anchorCtr="0" anchor="b" bIns="0" lIns="0" spcFirstLastPara="1" rIns="0" wrap="square" tIns="0">
            <a:noAutofit/>
          </a:bodyPr>
          <a:lstStyle>
            <a:lvl1pPr lvl="0">
              <a:spcBef>
                <a:spcPts val="0"/>
              </a:spcBef>
              <a:spcAft>
                <a:spcPts val="0"/>
              </a:spcAft>
              <a:buNone/>
              <a:defRPr sz="3400">
                <a:solidFill>
                  <a:schemeClr val="dk1"/>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9pPr>
          </a:lstStyle>
          <a:p/>
        </p:txBody>
      </p:sp>
      <p:sp>
        <p:nvSpPr>
          <p:cNvPr id="97" name="Google Shape;97;p9"/>
          <p:cNvSpPr txBox="1"/>
          <p:nvPr>
            <p:ph idx="1" type="subTitle"/>
          </p:nvPr>
        </p:nvSpPr>
        <p:spPr>
          <a:xfrm>
            <a:off x="228600" y="228600"/>
            <a:ext cx="28701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1pPr>
            <a:lvl2pPr lvl="1">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2pPr>
            <a:lvl3pPr lvl="2">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3pPr>
            <a:lvl4pPr lvl="3">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4pPr>
            <a:lvl5pPr lvl="4">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5pPr>
            <a:lvl6pPr lvl="5">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6pPr>
            <a:lvl7pPr lvl="6">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7pPr>
            <a:lvl8pPr lvl="7">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8pPr>
            <a:lvl9pPr lvl="8">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9pPr>
          </a:lstStyle>
          <a:p/>
        </p:txBody>
      </p:sp>
      <p:sp>
        <p:nvSpPr>
          <p:cNvPr id="98" name="Google Shape;98;p9"/>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99" name="Google Shape;99;p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00" name="Google Shape;100;p9"/>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ds w/ images">
  <p:cSld name="BLANK_1_1_1_1_1_1_1_1_1_1_3">
    <p:spTree>
      <p:nvGrpSpPr>
        <p:cNvPr id="101" name="Shape 101"/>
        <p:cNvGrpSpPr/>
        <p:nvPr/>
      </p:nvGrpSpPr>
      <p:grpSpPr>
        <a:xfrm>
          <a:off x="0" y="0"/>
          <a:ext cx="0" cy="0"/>
          <a:chOff x="0" y="0"/>
          <a:chExt cx="0" cy="0"/>
        </a:xfrm>
      </p:grpSpPr>
      <p:pic>
        <p:nvPicPr>
          <p:cNvPr id="102" name="Google Shape;102;p10"/>
          <p:cNvPicPr preferRelativeResize="0"/>
          <p:nvPr/>
        </p:nvPicPr>
        <p:blipFill rotWithShape="1">
          <a:blip r:embed="rId2">
            <a:alphaModFix/>
          </a:blip>
          <a:srcRect b="-9999" l="0" r="0" t="0"/>
          <a:stretch/>
        </p:blipFill>
        <p:spPr>
          <a:xfrm>
            <a:off x="0" y="0"/>
            <a:ext cx="9144003" cy="5143501"/>
          </a:xfrm>
          <a:prstGeom prst="rect">
            <a:avLst/>
          </a:prstGeom>
          <a:noFill/>
          <a:ln>
            <a:noFill/>
          </a:ln>
        </p:spPr>
      </p:pic>
      <p:grpSp>
        <p:nvGrpSpPr>
          <p:cNvPr id="103" name="Google Shape;103;p10"/>
          <p:cNvGrpSpPr/>
          <p:nvPr/>
        </p:nvGrpSpPr>
        <p:grpSpPr>
          <a:xfrm rot="5400000">
            <a:off x="8691475" y="228504"/>
            <a:ext cx="228589" cy="228623"/>
            <a:chOff x="1688332" y="4135245"/>
            <a:chExt cx="338700" cy="338700"/>
          </a:xfrm>
        </p:grpSpPr>
        <p:sp>
          <p:nvSpPr>
            <p:cNvPr id="104" name="Google Shape;104;p10"/>
            <p:cNvSpPr/>
            <p:nvPr/>
          </p:nvSpPr>
          <p:spPr>
            <a:xfrm rot="-5400000">
              <a:off x="1688332" y="4135245"/>
              <a:ext cx="338700" cy="338700"/>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grpSp>
          <p:nvGrpSpPr>
            <p:cNvPr id="105" name="Google Shape;105;p10"/>
            <p:cNvGrpSpPr/>
            <p:nvPr/>
          </p:nvGrpSpPr>
          <p:grpSpPr>
            <a:xfrm rot="-5400000">
              <a:off x="1787014" y="4262191"/>
              <a:ext cx="169598" cy="84809"/>
              <a:chOff x="498725" y="2069800"/>
              <a:chExt cx="205200" cy="102600"/>
            </a:xfrm>
          </p:grpSpPr>
          <p:cxnSp>
            <p:nvCxnSpPr>
              <p:cNvPr id="106" name="Google Shape;106;p10"/>
              <p:cNvCxnSpPr/>
              <p:nvPr/>
            </p:nvCxnSpPr>
            <p:spPr>
              <a:xfrm>
                <a:off x="498725" y="2069800"/>
                <a:ext cx="102600" cy="102600"/>
              </a:xfrm>
              <a:prstGeom prst="straightConnector1">
                <a:avLst/>
              </a:prstGeom>
              <a:noFill/>
              <a:ln cap="flat" cmpd="sng" w="9525">
                <a:solidFill>
                  <a:schemeClr val="dk1"/>
                </a:solidFill>
                <a:prstDash val="solid"/>
                <a:round/>
                <a:headEnd len="med" w="med" type="none"/>
                <a:tailEnd len="med" w="med" type="none"/>
              </a:ln>
            </p:spPr>
          </p:cxnSp>
          <p:cxnSp>
            <p:nvCxnSpPr>
              <p:cNvPr id="107" name="Google Shape;107;p10"/>
              <p:cNvCxnSpPr/>
              <p:nvPr/>
            </p:nvCxnSpPr>
            <p:spPr>
              <a:xfrm flipH="1">
                <a:off x="601325" y="2069800"/>
                <a:ext cx="102600" cy="102600"/>
              </a:xfrm>
              <a:prstGeom prst="straightConnector1">
                <a:avLst/>
              </a:prstGeom>
              <a:noFill/>
              <a:ln cap="flat" cmpd="sng" w="9525">
                <a:solidFill>
                  <a:schemeClr val="dk1"/>
                </a:solidFill>
                <a:prstDash val="solid"/>
                <a:round/>
                <a:headEnd len="med" w="med" type="none"/>
                <a:tailEnd len="med" w="med" type="none"/>
              </a:ln>
            </p:spPr>
          </p:cxnSp>
        </p:grpSp>
      </p:grpSp>
      <p:sp>
        <p:nvSpPr>
          <p:cNvPr id="108" name="Google Shape;108;p10"/>
          <p:cNvSpPr/>
          <p:nvPr>
            <p:ph idx="2" type="pic"/>
          </p:nvPr>
        </p:nvSpPr>
        <p:spPr>
          <a:xfrm>
            <a:off x="426700" y="1896600"/>
            <a:ext cx="665400" cy="685500"/>
          </a:xfrm>
          <a:prstGeom prst="roundRect">
            <a:avLst>
              <a:gd fmla="val 17601" name="adj"/>
            </a:avLst>
          </a:prstGeom>
          <a:noFill/>
          <a:ln>
            <a:noFill/>
          </a:ln>
        </p:spPr>
      </p:sp>
      <p:sp>
        <p:nvSpPr>
          <p:cNvPr id="109" name="Google Shape;109;p10"/>
          <p:cNvSpPr txBox="1"/>
          <p:nvPr>
            <p:ph idx="1" type="subTitle"/>
          </p:nvPr>
        </p:nvSpPr>
        <p:spPr>
          <a:xfrm>
            <a:off x="426700" y="2814635"/>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0" name="Google Shape;110;p10"/>
          <p:cNvSpPr txBox="1"/>
          <p:nvPr>
            <p:ph idx="3" type="subTitle"/>
          </p:nvPr>
        </p:nvSpPr>
        <p:spPr>
          <a:xfrm>
            <a:off x="4267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1" name="Google Shape;111;p10"/>
          <p:cNvSpPr/>
          <p:nvPr>
            <p:ph idx="4" type="pic"/>
          </p:nvPr>
        </p:nvSpPr>
        <p:spPr>
          <a:xfrm>
            <a:off x="2621800" y="1896600"/>
            <a:ext cx="665400" cy="685500"/>
          </a:xfrm>
          <a:prstGeom prst="roundRect">
            <a:avLst>
              <a:gd fmla="val 17601" name="adj"/>
            </a:avLst>
          </a:prstGeom>
          <a:noFill/>
          <a:ln>
            <a:noFill/>
          </a:ln>
        </p:spPr>
      </p:sp>
      <p:sp>
        <p:nvSpPr>
          <p:cNvPr id="112" name="Google Shape;112;p10"/>
          <p:cNvSpPr txBox="1"/>
          <p:nvPr>
            <p:ph idx="5" type="subTitle"/>
          </p:nvPr>
        </p:nvSpPr>
        <p:spPr>
          <a:xfrm>
            <a:off x="26218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3" name="Google Shape;113;p10"/>
          <p:cNvSpPr txBox="1"/>
          <p:nvPr>
            <p:ph idx="6" type="subTitle"/>
          </p:nvPr>
        </p:nvSpPr>
        <p:spPr>
          <a:xfrm>
            <a:off x="2621800" y="3265334"/>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4" name="Google Shape;114;p10"/>
          <p:cNvSpPr/>
          <p:nvPr>
            <p:ph idx="7" type="pic"/>
          </p:nvPr>
        </p:nvSpPr>
        <p:spPr>
          <a:xfrm>
            <a:off x="4816900" y="1896600"/>
            <a:ext cx="665400" cy="685500"/>
          </a:xfrm>
          <a:prstGeom prst="roundRect">
            <a:avLst>
              <a:gd fmla="val 17601" name="adj"/>
            </a:avLst>
          </a:prstGeom>
          <a:noFill/>
          <a:ln>
            <a:noFill/>
          </a:ln>
        </p:spPr>
      </p:sp>
      <p:sp>
        <p:nvSpPr>
          <p:cNvPr id="115" name="Google Shape;115;p10"/>
          <p:cNvSpPr txBox="1"/>
          <p:nvPr>
            <p:ph idx="8" type="subTitle"/>
          </p:nvPr>
        </p:nvSpPr>
        <p:spPr>
          <a:xfrm>
            <a:off x="48169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6" name="Google Shape;116;p10"/>
          <p:cNvSpPr txBox="1"/>
          <p:nvPr>
            <p:ph idx="9" type="subTitle"/>
          </p:nvPr>
        </p:nvSpPr>
        <p:spPr>
          <a:xfrm>
            <a:off x="48169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7" name="Google Shape;117;p10"/>
          <p:cNvSpPr/>
          <p:nvPr>
            <p:ph idx="13" type="pic"/>
          </p:nvPr>
        </p:nvSpPr>
        <p:spPr>
          <a:xfrm>
            <a:off x="7012000" y="1896600"/>
            <a:ext cx="665400" cy="685500"/>
          </a:xfrm>
          <a:prstGeom prst="roundRect">
            <a:avLst>
              <a:gd fmla="val 17601" name="adj"/>
            </a:avLst>
          </a:prstGeom>
          <a:noFill/>
          <a:ln>
            <a:noFill/>
          </a:ln>
        </p:spPr>
      </p:sp>
      <p:sp>
        <p:nvSpPr>
          <p:cNvPr id="118" name="Google Shape;118;p10"/>
          <p:cNvSpPr txBox="1"/>
          <p:nvPr>
            <p:ph idx="14" type="subTitle"/>
          </p:nvPr>
        </p:nvSpPr>
        <p:spPr>
          <a:xfrm>
            <a:off x="70120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9" name="Google Shape;119;p10"/>
          <p:cNvSpPr txBox="1"/>
          <p:nvPr>
            <p:ph idx="15" type="subTitle"/>
          </p:nvPr>
        </p:nvSpPr>
        <p:spPr>
          <a:xfrm>
            <a:off x="70120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20" name="Google Shape;120;p1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21" name="Google Shape;121;p10"/>
          <p:cNvSpPr txBox="1"/>
          <p:nvPr>
            <p:ph idx="1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22" name="Google Shape;122;p10"/>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23" name="Google Shape;123;p10"/>
          <p:cNvSpPr txBox="1"/>
          <p:nvPr>
            <p:ph idx="17"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hort big title and body">
  <p:cSld name="BLANK_1_1_1_1_1_1_1_1_1_1_2">
    <p:spTree>
      <p:nvGrpSpPr>
        <p:cNvPr id="124" name="Shape 124"/>
        <p:cNvGrpSpPr/>
        <p:nvPr/>
      </p:nvGrpSpPr>
      <p:grpSpPr>
        <a:xfrm>
          <a:off x="0" y="0"/>
          <a:ext cx="0" cy="0"/>
          <a:chOff x="0" y="0"/>
          <a:chExt cx="0" cy="0"/>
        </a:xfrm>
      </p:grpSpPr>
      <p:pic>
        <p:nvPicPr>
          <p:cNvPr id="125" name="Google Shape;125;p1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26" name="Google Shape;126;p11"/>
          <p:cNvSpPr txBox="1"/>
          <p:nvPr>
            <p:ph idx="1" type="subTitle"/>
          </p:nvPr>
        </p:nvSpPr>
        <p:spPr>
          <a:xfrm>
            <a:off x="4314775" y="3818375"/>
            <a:ext cx="4230600" cy="4527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lt1"/>
              </a:buClr>
              <a:buSzPts val="1400"/>
              <a:buFont typeface="Urbanist Medium"/>
              <a:buNone/>
              <a:defRPr>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27" name="Google Shape;127;p11"/>
          <p:cNvSpPr txBox="1"/>
          <p:nvPr>
            <p:ph type="title"/>
          </p:nvPr>
        </p:nvSpPr>
        <p:spPr>
          <a:xfrm>
            <a:off x="228600" y="290448"/>
            <a:ext cx="3655800" cy="2407500"/>
          </a:xfrm>
          <a:prstGeom prst="rect">
            <a:avLst/>
          </a:prstGeom>
          <a:noFill/>
          <a:ln>
            <a:noFill/>
          </a:ln>
        </p:spPr>
        <p:txBody>
          <a:bodyPr anchorCtr="0" anchor="ctr" bIns="91425" lIns="0" spcFirstLastPara="1" rIns="91425" wrap="square" tIns="91425">
            <a:spAutoFit/>
          </a:bodyPr>
          <a:lstStyle>
            <a:lvl1pPr lvl="0">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9pPr>
          </a:lstStyle>
          <a:p/>
        </p:txBody>
      </p:sp>
      <p:cxnSp>
        <p:nvCxnSpPr>
          <p:cNvPr id="128" name="Google Shape;128;p11"/>
          <p:cNvCxnSpPr/>
          <p:nvPr/>
        </p:nvCxnSpPr>
        <p:spPr>
          <a:xfrm>
            <a:off x="4159025" y="226100"/>
            <a:ext cx="0" cy="4457700"/>
          </a:xfrm>
          <a:prstGeom prst="straightConnector1">
            <a:avLst/>
          </a:prstGeom>
          <a:noFill/>
          <a:ln cap="flat" cmpd="sng" w="9525">
            <a:solidFill>
              <a:schemeClr val="accent1"/>
            </a:solidFill>
            <a:prstDash val="solid"/>
            <a:round/>
            <a:headEnd len="med" w="med" type="none"/>
            <a:tailEnd len="med" w="med" type="none"/>
          </a:ln>
        </p:spPr>
      </p:cxnSp>
      <p:cxnSp>
        <p:nvCxnSpPr>
          <p:cNvPr id="129" name="Google Shape;129;p11"/>
          <p:cNvCxnSpPr/>
          <p:nvPr/>
        </p:nvCxnSpPr>
        <p:spPr>
          <a:xfrm>
            <a:off x="228600" y="226100"/>
            <a:ext cx="8687100" cy="0"/>
          </a:xfrm>
          <a:prstGeom prst="straightConnector1">
            <a:avLst/>
          </a:prstGeom>
          <a:noFill/>
          <a:ln cap="flat" cmpd="sng" w="9525">
            <a:solidFill>
              <a:schemeClr val="accent1"/>
            </a:solidFill>
            <a:prstDash val="solid"/>
            <a:round/>
            <a:headEnd len="med" w="med" type="none"/>
            <a:tailEnd len="med" w="med" type="none"/>
          </a:ln>
        </p:spPr>
      </p:cxnSp>
      <p:sp>
        <p:nvSpPr>
          <p:cNvPr id="130" name="Google Shape;130;p1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31" name="Google Shape;131;p11"/>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32" name="Google Shape;132;p1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33" name="Google Shape;133;p11"/>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2">
  <p:cSld name="BLANK_1_1_1_1_1_1_1_1_1_1_1_1_2">
    <p:spTree>
      <p:nvGrpSpPr>
        <p:cNvPr id="134" name="Shape 134"/>
        <p:cNvGrpSpPr/>
        <p:nvPr/>
      </p:nvGrpSpPr>
      <p:grpSpPr>
        <a:xfrm>
          <a:off x="0" y="0"/>
          <a:ext cx="0" cy="0"/>
          <a:chOff x="0" y="0"/>
          <a:chExt cx="0" cy="0"/>
        </a:xfrm>
      </p:grpSpPr>
      <p:pic>
        <p:nvPicPr>
          <p:cNvPr id="135" name="Google Shape;135;p1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36" name="Google Shape;136;p12"/>
          <p:cNvSpPr txBox="1"/>
          <p:nvPr>
            <p:ph idx="1" type="body"/>
          </p:nvPr>
        </p:nvSpPr>
        <p:spPr>
          <a:xfrm>
            <a:off x="228600" y="1743625"/>
            <a:ext cx="4296600" cy="2709000"/>
          </a:xfrm>
          <a:prstGeom prst="rect">
            <a:avLst/>
          </a:prstGeom>
          <a:noFill/>
          <a:ln>
            <a:noFill/>
          </a:ln>
        </p:spPr>
        <p:txBody>
          <a:bodyPr anchorCtr="0" anchor="b" bIns="91425" lIns="0"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9pPr>
          </a:lstStyle>
          <a:p/>
        </p:txBody>
      </p:sp>
      <p:sp>
        <p:nvSpPr>
          <p:cNvPr id="137" name="Google Shape;137;p12"/>
          <p:cNvSpPr/>
          <p:nvPr>
            <p:ph idx="2" type="pic"/>
          </p:nvPr>
        </p:nvSpPr>
        <p:spPr>
          <a:xfrm>
            <a:off x="5342000" y="457200"/>
            <a:ext cx="3573300" cy="3995400"/>
          </a:xfrm>
          <a:prstGeom prst="roundRect">
            <a:avLst>
              <a:gd fmla="val 6865" name="adj"/>
            </a:avLst>
          </a:prstGeom>
          <a:noFill/>
          <a:ln>
            <a:noFill/>
          </a:ln>
        </p:spPr>
      </p:sp>
      <p:sp>
        <p:nvSpPr>
          <p:cNvPr id="138" name="Google Shape;138;p12"/>
          <p:cNvSpPr txBox="1"/>
          <p:nvPr>
            <p:ph idx="3"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39" name="Google Shape;139;p12"/>
          <p:cNvSpPr txBox="1"/>
          <p:nvPr>
            <p:ph type="title"/>
          </p:nvPr>
        </p:nvSpPr>
        <p:spPr>
          <a:xfrm>
            <a:off x="228600" y="613525"/>
            <a:ext cx="42966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lt1"/>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9pPr>
          </a:lstStyle>
          <a:p/>
        </p:txBody>
      </p:sp>
      <p:sp>
        <p:nvSpPr>
          <p:cNvPr id="140" name="Google Shape;140;p1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41" name="Google Shape;141;p12"/>
          <p:cNvSpPr txBox="1"/>
          <p:nvPr>
            <p:ph idx="4"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42" name="Google Shape;142;p1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43" name="Google Shape;143;p12"/>
          <p:cNvSpPr txBox="1"/>
          <p:nvPr>
            <p:ph idx="5"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cards">
  <p:cSld name="CUSTOM_1">
    <p:spTree>
      <p:nvGrpSpPr>
        <p:cNvPr id="144" name="Shape 144"/>
        <p:cNvGrpSpPr/>
        <p:nvPr/>
      </p:nvGrpSpPr>
      <p:grpSpPr>
        <a:xfrm>
          <a:off x="0" y="0"/>
          <a:ext cx="0" cy="0"/>
          <a:chOff x="0" y="0"/>
          <a:chExt cx="0" cy="0"/>
        </a:xfrm>
      </p:grpSpPr>
      <p:pic>
        <p:nvPicPr>
          <p:cNvPr id="145" name="Google Shape;145;p1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46" name="Google Shape;146;p13"/>
          <p:cNvSpPr txBox="1"/>
          <p:nvPr>
            <p:ph type="title"/>
          </p:nvPr>
        </p:nvSpPr>
        <p:spPr>
          <a:xfrm>
            <a:off x="3386700" y="572202"/>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147" name="Google Shape;147;p13"/>
          <p:cNvSpPr txBox="1"/>
          <p:nvPr>
            <p:ph idx="1" type="subTitle"/>
          </p:nvPr>
        </p:nvSpPr>
        <p:spPr>
          <a:xfrm>
            <a:off x="3386700" y="1007869"/>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48" name="Google Shape;148;p13"/>
          <p:cNvSpPr txBox="1"/>
          <p:nvPr>
            <p:ph idx="2" type="subTitle"/>
          </p:nvPr>
        </p:nvSpPr>
        <p:spPr>
          <a:xfrm>
            <a:off x="3386700" y="1153190"/>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9pPr>
          </a:lstStyle>
          <a:p/>
        </p:txBody>
      </p:sp>
      <p:sp>
        <p:nvSpPr>
          <p:cNvPr id="149" name="Google Shape;149;p13"/>
          <p:cNvSpPr txBox="1"/>
          <p:nvPr>
            <p:ph idx="3" type="title"/>
          </p:nvPr>
        </p:nvSpPr>
        <p:spPr>
          <a:xfrm>
            <a:off x="6307650" y="564931"/>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150" name="Google Shape;150;p13"/>
          <p:cNvSpPr txBox="1"/>
          <p:nvPr>
            <p:ph idx="4" type="subTitle"/>
          </p:nvPr>
        </p:nvSpPr>
        <p:spPr>
          <a:xfrm>
            <a:off x="6307650" y="1007869"/>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51" name="Google Shape;151;p13"/>
          <p:cNvSpPr txBox="1"/>
          <p:nvPr>
            <p:ph idx="5" type="subTitle"/>
          </p:nvPr>
        </p:nvSpPr>
        <p:spPr>
          <a:xfrm>
            <a:off x="6307650" y="1153190"/>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9pPr>
          </a:lstStyle>
          <a:p/>
        </p:txBody>
      </p:sp>
      <p:sp>
        <p:nvSpPr>
          <p:cNvPr id="152" name="Google Shape;152;p13"/>
          <p:cNvSpPr txBox="1"/>
          <p:nvPr>
            <p:ph idx="6" type="title"/>
          </p:nvPr>
        </p:nvSpPr>
        <p:spPr>
          <a:xfrm>
            <a:off x="233850" y="228600"/>
            <a:ext cx="21900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1pPr>
            <a:lvl2pPr lvl="1">
              <a:spcBef>
                <a:spcPts val="0"/>
              </a:spcBef>
              <a:spcAft>
                <a:spcPts val="0"/>
              </a:spcAft>
              <a:buClr>
                <a:schemeClr val="dk2"/>
              </a:buClr>
              <a:buSzPts val="1400"/>
              <a:buFont typeface="Urbanist"/>
              <a:buNone/>
              <a:defRPr>
                <a:solidFill>
                  <a:schemeClr val="dk2"/>
                </a:solidFill>
              </a:defRPr>
            </a:lvl2pPr>
            <a:lvl3pPr lvl="2">
              <a:spcBef>
                <a:spcPts val="0"/>
              </a:spcBef>
              <a:spcAft>
                <a:spcPts val="0"/>
              </a:spcAft>
              <a:buClr>
                <a:schemeClr val="dk2"/>
              </a:buClr>
              <a:buSzPts val="1400"/>
              <a:buFont typeface="Urbanist"/>
              <a:buNone/>
              <a:defRPr>
                <a:solidFill>
                  <a:schemeClr val="dk2"/>
                </a:solidFill>
              </a:defRPr>
            </a:lvl3pPr>
            <a:lvl4pPr lvl="3">
              <a:spcBef>
                <a:spcPts val="0"/>
              </a:spcBef>
              <a:spcAft>
                <a:spcPts val="0"/>
              </a:spcAft>
              <a:buClr>
                <a:schemeClr val="dk2"/>
              </a:buClr>
              <a:buSzPts val="1400"/>
              <a:buFont typeface="Urbanist"/>
              <a:buNone/>
              <a:defRPr>
                <a:solidFill>
                  <a:schemeClr val="dk2"/>
                </a:solidFill>
              </a:defRPr>
            </a:lvl4pPr>
            <a:lvl5pPr lvl="4">
              <a:spcBef>
                <a:spcPts val="0"/>
              </a:spcBef>
              <a:spcAft>
                <a:spcPts val="0"/>
              </a:spcAft>
              <a:buClr>
                <a:schemeClr val="dk2"/>
              </a:buClr>
              <a:buSzPts val="1400"/>
              <a:buFont typeface="Urbanist"/>
              <a:buNone/>
              <a:defRPr>
                <a:solidFill>
                  <a:schemeClr val="dk2"/>
                </a:solidFill>
              </a:defRPr>
            </a:lvl5pPr>
            <a:lvl6pPr lvl="5">
              <a:spcBef>
                <a:spcPts val="0"/>
              </a:spcBef>
              <a:spcAft>
                <a:spcPts val="0"/>
              </a:spcAft>
              <a:buClr>
                <a:schemeClr val="dk2"/>
              </a:buClr>
              <a:buSzPts val="1400"/>
              <a:buFont typeface="Urbanist"/>
              <a:buNone/>
              <a:defRPr>
                <a:solidFill>
                  <a:schemeClr val="dk2"/>
                </a:solidFill>
              </a:defRPr>
            </a:lvl6pPr>
            <a:lvl7pPr lvl="6">
              <a:spcBef>
                <a:spcPts val="0"/>
              </a:spcBef>
              <a:spcAft>
                <a:spcPts val="0"/>
              </a:spcAft>
              <a:buClr>
                <a:schemeClr val="dk2"/>
              </a:buClr>
              <a:buSzPts val="1400"/>
              <a:buFont typeface="Urbanist"/>
              <a:buNone/>
              <a:defRPr>
                <a:solidFill>
                  <a:schemeClr val="dk2"/>
                </a:solidFill>
              </a:defRPr>
            </a:lvl7pPr>
            <a:lvl8pPr lvl="7">
              <a:spcBef>
                <a:spcPts val="0"/>
              </a:spcBef>
              <a:spcAft>
                <a:spcPts val="0"/>
              </a:spcAft>
              <a:buClr>
                <a:schemeClr val="dk2"/>
              </a:buClr>
              <a:buSzPts val="1400"/>
              <a:buFont typeface="Urbanist"/>
              <a:buNone/>
              <a:defRPr>
                <a:solidFill>
                  <a:schemeClr val="dk2"/>
                </a:solidFill>
              </a:defRPr>
            </a:lvl8pPr>
            <a:lvl9pPr lvl="8">
              <a:spcBef>
                <a:spcPts val="0"/>
              </a:spcBef>
              <a:spcAft>
                <a:spcPts val="0"/>
              </a:spcAft>
              <a:buClr>
                <a:schemeClr val="dk2"/>
              </a:buClr>
              <a:buSzPts val="1400"/>
              <a:buFont typeface="Urbanist"/>
              <a:buNone/>
              <a:defRPr>
                <a:solidFill>
                  <a:schemeClr val="dk2"/>
                </a:solidFill>
              </a:defRPr>
            </a:lvl9pPr>
          </a:lstStyle>
          <a:p/>
        </p:txBody>
      </p:sp>
      <p:sp>
        <p:nvSpPr>
          <p:cNvPr id="153" name="Google Shape;153;p13"/>
          <p:cNvSpPr txBox="1"/>
          <p:nvPr>
            <p:ph idx="7" type="subTitle"/>
          </p:nvPr>
        </p:nvSpPr>
        <p:spPr>
          <a:xfrm>
            <a:off x="3482800" y="4057204"/>
            <a:ext cx="1076100" cy="168300"/>
          </a:xfrm>
          <a:prstGeom prst="rect">
            <a:avLst/>
          </a:prstGeom>
          <a:noFill/>
          <a:ln>
            <a:noFill/>
          </a:ln>
        </p:spPr>
        <p:txBody>
          <a:bodyPr anchorCtr="0" anchor="ctr"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sp>
        <p:nvSpPr>
          <p:cNvPr id="154" name="Google Shape;154;p13"/>
          <p:cNvSpPr txBox="1"/>
          <p:nvPr>
            <p:ph idx="8" type="subTitle"/>
          </p:nvPr>
        </p:nvSpPr>
        <p:spPr>
          <a:xfrm>
            <a:off x="6405300" y="4057079"/>
            <a:ext cx="1076100" cy="168300"/>
          </a:xfrm>
          <a:prstGeom prst="rect">
            <a:avLst/>
          </a:prstGeom>
          <a:noFill/>
          <a:ln>
            <a:noFill/>
          </a:ln>
        </p:spPr>
        <p:txBody>
          <a:bodyPr anchorCtr="0" anchor="ctr"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grpSp>
        <p:nvGrpSpPr>
          <p:cNvPr id="155" name="Google Shape;155;p13"/>
          <p:cNvGrpSpPr/>
          <p:nvPr/>
        </p:nvGrpSpPr>
        <p:grpSpPr>
          <a:xfrm rot="-5400000">
            <a:off x="4794488" y="4206993"/>
            <a:ext cx="141588" cy="73485"/>
            <a:chOff x="498725" y="2069800"/>
            <a:chExt cx="205200" cy="106500"/>
          </a:xfrm>
        </p:grpSpPr>
        <p:cxnSp>
          <p:nvCxnSpPr>
            <p:cNvPr id="156" name="Google Shape;156;p13"/>
            <p:cNvCxnSpPr/>
            <p:nvPr/>
          </p:nvCxnSpPr>
          <p:spPr>
            <a:xfrm flipH="1" rot="-5400000">
              <a:off x="498725" y="2069800"/>
              <a:ext cx="103500" cy="103500"/>
            </a:xfrm>
            <a:prstGeom prst="straightConnector1">
              <a:avLst/>
            </a:prstGeom>
            <a:noFill/>
            <a:ln cap="flat" cmpd="sng" w="9525">
              <a:solidFill>
                <a:schemeClr val="lt2"/>
              </a:solidFill>
              <a:prstDash val="solid"/>
              <a:round/>
              <a:headEnd len="med" w="med" type="none"/>
              <a:tailEnd len="med" w="med" type="none"/>
            </a:ln>
          </p:spPr>
        </p:cxnSp>
        <p:cxnSp>
          <p:nvCxnSpPr>
            <p:cNvPr id="157" name="Google Shape;157;p13"/>
            <p:cNvCxnSpPr/>
            <p:nvPr/>
          </p:nvCxnSpPr>
          <p:spPr>
            <a:xfrm rot="5400000">
              <a:off x="596825" y="2069200"/>
              <a:ext cx="106500" cy="107700"/>
            </a:xfrm>
            <a:prstGeom prst="straightConnector1">
              <a:avLst/>
            </a:prstGeom>
            <a:noFill/>
            <a:ln cap="flat" cmpd="sng" w="9525">
              <a:solidFill>
                <a:schemeClr val="lt2"/>
              </a:solidFill>
              <a:prstDash val="solid"/>
              <a:round/>
              <a:headEnd len="med" w="med" type="none"/>
              <a:tailEnd len="med" w="med" type="none"/>
            </a:ln>
          </p:spPr>
        </p:cxnSp>
      </p:grpSp>
      <p:sp>
        <p:nvSpPr>
          <p:cNvPr id="158" name="Google Shape;158;p13"/>
          <p:cNvSpPr txBox="1"/>
          <p:nvPr>
            <p:ph idx="9"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59" name="Google Shape;159;p1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60" name="Google Shape;160;p13"/>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cards">
  <p:cSld name="CUSTOM_1_1">
    <p:spTree>
      <p:nvGrpSpPr>
        <p:cNvPr id="161" name="Shape 161"/>
        <p:cNvGrpSpPr/>
        <p:nvPr/>
      </p:nvGrpSpPr>
      <p:grpSpPr>
        <a:xfrm>
          <a:off x="0" y="0"/>
          <a:ext cx="0" cy="0"/>
          <a:chOff x="0" y="0"/>
          <a:chExt cx="0" cy="0"/>
        </a:xfrm>
      </p:grpSpPr>
      <p:pic>
        <p:nvPicPr>
          <p:cNvPr id="162" name="Google Shape;162;p1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63" name="Google Shape;163;p14"/>
          <p:cNvSpPr txBox="1"/>
          <p:nvPr>
            <p:ph type="title"/>
          </p:nvPr>
        </p:nvSpPr>
        <p:spPr>
          <a:xfrm>
            <a:off x="233850" y="228600"/>
            <a:ext cx="21900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lvl2pPr>
            <a:lvl3pPr lvl="2">
              <a:spcBef>
                <a:spcPts val="0"/>
              </a:spcBef>
              <a:spcAft>
                <a:spcPts val="0"/>
              </a:spcAft>
              <a:buClr>
                <a:schemeClr val="lt1"/>
              </a:buClr>
              <a:buSzPts val="1400"/>
              <a:buFont typeface="Urbanist"/>
              <a:buNone/>
              <a:defRPr/>
            </a:lvl3pPr>
            <a:lvl4pPr lvl="3">
              <a:spcBef>
                <a:spcPts val="0"/>
              </a:spcBef>
              <a:spcAft>
                <a:spcPts val="0"/>
              </a:spcAft>
              <a:buClr>
                <a:schemeClr val="lt1"/>
              </a:buClr>
              <a:buSzPts val="1400"/>
              <a:buFont typeface="Urbanist"/>
              <a:buNone/>
              <a:defRPr/>
            </a:lvl4pPr>
            <a:lvl5pPr lvl="4">
              <a:spcBef>
                <a:spcPts val="0"/>
              </a:spcBef>
              <a:spcAft>
                <a:spcPts val="0"/>
              </a:spcAft>
              <a:buClr>
                <a:schemeClr val="lt1"/>
              </a:buClr>
              <a:buSzPts val="1400"/>
              <a:buFont typeface="Urbanist"/>
              <a:buNone/>
              <a:defRPr/>
            </a:lvl5pPr>
            <a:lvl6pPr lvl="5">
              <a:spcBef>
                <a:spcPts val="0"/>
              </a:spcBef>
              <a:spcAft>
                <a:spcPts val="0"/>
              </a:spcAft>
              <a:buClr>
                <a:schemeClr val="lt1"/>
              </a:buClr>
              <a:buSzPts val="1400"/>
              <a:buFont typeface="Urbanist"/>
              <a:buNone/>
              <a:defRPr/>
            </a:lvl6pPr>
            <a:lvl7pPr lvl="6">
              <a:spcBef>
                <a:spcPts val="0"/>
              </a:spcBef>
              <a:spcAft>
                <a:spcPts val="0"/>
              </a:spcAft>
              <a:buClr>
                <a:schemeClr val="lt1"/>
              </a:buClr>
              <a:buSzPts val="1400"/>
              <a:buFont typeface="Urbanist"/>
              <a:buNone/>
              <a:defRPr/>
            </a:lvl7pPr>
            <a:lvl8pPr lvl="7">
              <a:spcBef>
                <a:spcPts val="0"/>
              </a:spcBef>
              <a:spcAft>
                <a:spcPts val="0"/>
              </a:spcAft>
              <a:buClr>
                <a:schemeClr val="lt1"/>
              </a:buClr>
              <a:buSzPts val="1400"/>
              <a:buFont typeface="Urbanist"/>
              <a:buNone/>
              <a:defRPr/>
            </a:lvl8pPr>
            <a:lvl9pPr lvl="8">
              <a:spcBef>
                <a:spcPts val="0"/>
              </a:spcBef>
              <a:spcAft>
                <a:spcPts val="0"/>
              </a:spcAft>
              <a:buClr>
                <a:schemeClr val="lt1"/>
              </a:buClr>
              <a:buSzPts val="1400"/>
              <a:buFont typeface="Urbanist"/>
              <a:buNone/>
              <a:defRPr/>
            </a:lvl9pPr>
          </a:lstStyle>
          <a:p/>
        </p:txBody>
      </p:sp>
      <p:sp>
        <p:nvSpPr>
          <p:cNvPr id="164" name="Google Shape;164;p14"/>
          <p:cNvSpPr txBox="1"/>
          <p:nvPr>
            <p:ph idx="2" type="title"/>
          </p:nvPr>
        </p:nvSpPr>
        <p:spPr>
          <a:xfrm>
            <a:off x="3379125" y="49110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65" name="Google Shape;165;p14"/>
          <p:cNvSpPr txBox="1"/>
          <p:nvPr>
            <p:ph idx="1" type="subTitle"/>
          </p:nvPr>
        </p:nvSpPr>
        <p:spPr>
          <a:xfrm>
            <a:off x="3379125" y="691577"/>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66" name="Google Shape;166;p14"/>
          <p:cNvSpPr txBox="1"/>
          <p:nvPr>
            <p:ph idx="3" type="subTitle"/>
          </p:nvPr>
        </p:nvSpPr>
        <p:spPr>
          <a:xfrm>
            <a:off x="3379123" y="107207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67" name="Google Shape;167;p14"/>
          <p:cNvSpPr txBox="1"/>
          <p:nvPr>
            <p:ph idx="4" type="title"/>
          </p:nvPr>
        </p:nvSpPr>
        <p:spPr>
          <a:xfrm>
            <a:off x="6318039" y="49110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68" name="Google Shape;168;p14"/>
          <p:cNvSpPr txBox="1"/>
          <p:nvPr>
            <p:ph idx="5" type="subTitle"/>
          </p:nvPr>
        </p:nvSpPr>
        <p:spPr>
          <a:xfrm>
            <a:off x="6318039" y="691577"/>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69" name="Google Shape;169;p14"/>
          <p:cNvSpPr txBox="1"/>
          <p:nvPr>
            <p:ph idx="6" type="subTitle"/>
          </p:nvPr>
        </p:nvSpPr>
        <p:spPr>
          <a:xfrm>
            <a:off x="6318036" y="107207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0" name="Google Shape;170;p14"/>
          <p:cNvSpPr txBox="1"/>
          <p:nvPr>
            <p:ph idx="7" type="title"/>
          </p:nvPr>
        </p:nvSpPr>
        <p:spPr>
          <a:xfrm>
            <a:off x="6318039" y="265574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71" name="Google Shape;171;p14"/>
          <p:cNvSpPr txBox="1"/>
          <p:nvPr>
            <p:ph idx="8" type="subTitle"/>
          </p:nvPr>
        </p:nvSpPr>
        <p:spPr>
          <a:xfrm>
            <a:off x="6318039" y="2856216"/>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72" name="Google Shape;172;p14"/>
          <p:cNvSpPr txBox="1"/>
          <p:nvPr>
            <p:ph idx="9" type="subTitle"/>
          </p:nvPr>
        </p:nvSpPr>
        <p:spPr>
          <a:xfrm>
            <a:off x="6318036" y="323671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3" name="Google Shape;173;p14"/>
          <p:cNvSpPr txBox="1"/>
          <p:nvPr>
            <p:ph idx="13" type="title"/>
          </p:nvPr>
        </p:nvSpPr>
        <p:spPr>
          <a:xfrm>
            <a:off x="3379125" y="265574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74" name="Google Shape;174;p14"/>
          <p:cNvSpPr txBox="1"/>
          <p:nvPr>
            <p:ph idx="14" type="subTitle"/>
          </p:nvPr>
        </p:nvSpPr>
        <p:spPr>
          <a:xfrm>
            <a:off x="3379125" y="2856216"/>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75" name="Google Shape;175;p14"/>
          <p:cNvSpPr txBox="1"/>
          <p:nvPr>
            <p:ph idx="15" type="subTitle"/>
          </p:nvPr>
        </p:nvSpPr>
        <p:spPr>
          <a:xfrm>
            <a:off x="3379123" y="323671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6" name="Google Shape;176;p14"/>
          <p:cNvSpPr txBox="1"/>
          <p:nvPr>
            <p:ph idx="1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77" name="Google Shape;177;p1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78" name="Google Shape;178;p14"/>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meline">
  <p:cSld name="CUSTOM_7_1_1_1_1_1_1_1_1_1_1_1_1_1_1_1_1_1">
    <p:spTree>
      <p:nvGrpSpPr>
        <p:cNvPr id="179" name="Shape 179"/>
        <p:cNvGrpSpPr/>
        <p:nvPr/>
      </p:nvGrpSpPr>
      <p:grpSpPr>
        <a:xfrm>
          <a:off x="0" y="0"/>
          <a:ext cx="0" cy="0"/>
          <a:chOff x="0" y="0"/>
          <a:chExt cx="0" cy="0"/>
        </a:xfrm>
      </p:grpSpPr>
      <p:pic>
        <p:nvPicPr>
          <p:cNvPr id="180" name="Google Shape;180;p1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81" name="Google Shape;181;p15"/>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82" name="Google Shape;182;p15"/>
          <p:cNvSpPr txBox="1"/>
          <p:nvPr>
            <p:ph type="title"/>
          </p:nvPr>
        </p:nvSpPr>
        <p:spPr>
          <a:xfrm>
            <a:off x="355225" y="1775475"/>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3" name="Google Shape;183;p15"/>
          <p:cNvSpPr txBox="1"/>
          <p:nvPr>
            <p:ph idx="2" type="subTitle"/>
          </p:nvPr>
        </p:nvSpPr>
        <p:spPr>
          <a:xfrm>
            <a:off x="355225"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4" name="Google Shape;184;p15"/>
          <p:cNvSpPr txBox="1"/>
          <p:nvPr>
            <p:ph idx="3" type="title"/>
          </p:nvPr>
        </p:nvSpPr>
        <p:spPr>
          <a:xfrm>
            <a:off x="2543875"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5" name="Google Shape;185;p15"/>
          <p:cNvSpPr txBox="1"/>
          <p:nvPr>
            <p:ph idx="4" type="subTitle"/>
          </p:nvPr>
        </p:nvSpPr>
        <p:spPr>
          <a:xfrm>
            <a:off x="2543875"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6" name="Google Shape;186;p15"/>
          <p:cNvSpPr txBox="1"/>
          <p:nvPr>
            <p:ph idx="5" type="title"/>
          </p:nvPr>
        </p:nvSpPr>
        <p:spPr>
          <a:xfrm>
            <a:off x="4745500"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7" name="Google Shape;187;p15"/>
          <p:cNvSpPr txBox="1"/>
          <p:nvPr>
            <p:ph idx="6" type="subTitle"/>
          </p:nvPr>
        </p:nvSpPr>
        <p:spPr>
          <a:xfrm>
            <a:off x="4745500"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8" name="Google Shape;188;p15"/>
          <p:cNvSpPr txBox="1"/>
          <p:nvPr>
            <p:ph idx="7" type="title"/>
          </p:nvPr>
        </p:nvSpPr>
        <p:spPr>
          <a:xfrm>
            <a:off x="6942300"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9" name="Google Shape;189;p15"/>
          <p:cNvSpPr txBox="1"/>
          <p:nvPr>
            <p:ph idx="8" type="subTitle"/>
          </p:nvPr>
        </p:nvSpPr>
        <p:spPr>
          <a:xfrm>
            <a:off x="6942300"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90" name="Google Shape;190;p15"/>
          <p:cNvSpPr txBox="1"/>
          <p:nvPr>
            <p:ph idx="9" type="title"/>
          </p:nvPr>
        </p:nvSpPr>
        <p:spPr>
          <a:xfrm>
            <a:off x="228600" y="613525"/>
            <a:ext cx="3904500" cy="8649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191" name="Google Shape;191;p15"/>
          <p:cNvSpPr txBox="1"/>
          <p:nvPr>
            <p:ph idx="1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92" name="Google Shape;192;p1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93" name="Google Shape;193;p1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ers">
  <p:cSld name="CUSTOM">
    <p:spTree>
      <p:nvGrpSpPr>
        <p:cNvPr id="194" name="Shape 194"/>
        <p:cNvGrpSpPr/>
        <p:nvPr/>
      </p:nvGrpSpPr>
      <p:grpSpPr>
        <a:xfrm>
          <a:off x="0" y="0"/>
          <a:ext cx="0" cy="0"/>
          <a:chOff x="0" y="0"/>
          <a:chExt cx="0" cy="0"/>
        </a:xfrm>
      </p:grpSpPr>
      <p:pic>
        <p:nvPicPr>
          <p:cNvPr id="195" name="Google Shape;195;p1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96" name="Google Shape;196;p16"/>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cxnSp>
        <p:nvCxnSpPr>
          <p:cNvPr id="197" name="Google Shape;197;p16"/>
          <p:cNvCxnSpPr/>
          <p:nvPr/>
        </p:nvCxnSpPr>
        <p:spPr>
          <a:xfrm>
            <a:off x="228450" y="2061025"/>
            <a:ext cx="8687100" cy="0"/>
          </a:xfrm>
          <a:prstGeom prst="straightConnector1">
            <a:avLst/>
          </a:prstGeom>
          <a:noFill/>
          <a:ln cap="flat" cmpd="sng" w="9525">
            <a:solidFill>
              <a:schemeClr val="lt2"/>
            </a:solidFill>
            <a:prstDash val="solid"/>
            <a:round/>
            <a:headEnd len="med" w="med" type="none"/>
            <a:tailEnd len="med" w="med" type="none"/>
          </a:ln>
        </p:spPr>
      </p:cxnSp>
      <p:sp>
        <p:nvSpPr>
          <p:cNvPr id="198" name="Google Shape;198;p16"/>
          <p:cNvSpPr txBox="1"/>
          <p:nvPr>
            <p:ph type="title"/>
          </p:nvPr>
        </p:nvSpPr>
        <p:spPr>
          <a:xfrm>
            <a:off x="228600" y="369300"/>
            <a:ext cx="6480300" cy="587700"/>
          </a:xfrm>
          <a:prstGeom prst="rect">
            <a:avLst/>
          </a:prstGeom>
          <a:noFill/>
          <a:ln>
            <a:noFill/>
          </a:ln>
        </p:spPr>
        <p:txBody>
          <a:bodyPr anchorCtr="0" anchor="ctr" bIns="91425" lIns="0" spcFirstLastPara="1" rIns="91425" wrap="square" tIns="91425">
            <a:spAutoFit/>
          </a:bodyPr>
          <a:lstStyle>
            <a:lvl1pPr lvl="0">
              <a:lnSpc>
                <a:spcPct val="90000"/>
              </a:lnSpc>
              <a:spcBef>
                <a:spcPts val="0"/>
              </a:spcBef>
              <a:spcAft>
                <a:spcPts val="0"/>
              </a:spcAft>
              <a:buNone/>
              <a:defRPr sz="3400">
                <a:solidFill>
                  <a:schemeClr val="lt1"/>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9pPr>
          </a:lstStyle>
          <a:p/>
        </p:txBody>
      </p:sp>
      <p:sp>
        <p:nvSpPr>
          <p:cNvPr id="199" name="Google Shape;199;p16"/>
          <p:cNvSpPr/>
          <p:nvPr>
            <p:ph idx="2" type="pic"/>
          </p:nvPr>
        </p:nvSpPr>
        <p:spPr>
          <a:xfrm>
            <a:off x="3795900" y="2682425"/>
            <a:ext cx="1458300" cy="1458300"/>
          </a:xfrm>
          <a:prstGeom prst="ellipse">
            <a:avLst/>
          </a:prstGeom>
          <a:noFill/>
          <a:ln cap="flat" cmpd="sng" w="9525">
            <a:solidFill>
              <a:schemeClr val="accent3"/>
            </a:solidFill>
            <a:prstDash val="solid"/>
            <a:round/>
            <a:headEnd len="sm" w="sm" type="none"/>
            <a:tailEnd len="sm" w="sm" type="none"/>
          </a:ln>
        </p:spPr>
      </p:sp>
      <p:sp>
        <p:nvSpPr>
          <p:cNvPr id="200" name="Google Shape;200;p16"/>
          <p:cNvSpPr txBox="1"/>
          <p:nvPr>
            <p:ph idx="3" type="body"/>
          </p:nvPr>
        </p:nvSpPr>
        <p:spPr>
          <a:xfrm>
            <a:off x="5871500" y="2468775"/>
            <a:ext cx="2864700" cy="676500"/>
          </a:xfrm>
          <a:prstGeom prst="rect">
            <a:avLst/>
          </a:prstGeom>
          <a:noFill/>
          <a:ln>
            <a:noFill/>
          </a:ln>
        </p:spPr>
        <p:txBody>
          <a:bodyPr anchorCtr="0" anchor="ctr" bIns="91425" lIns="0" spcFirstLastPara="1" rIns="91425" wrap="square" tIns="0">
            <a:noAutofit/>
          </a:bodyPr>
          <a:lstStyle>
            <a:lvl1pPr indent="-292100" lvl="0" marL="457200">
              <a:spcBef>
                <a:spcPts val="0"/>
              </a:spcBef>
              <a:spcAft>
                <a:spcPts val="0"/>
              </a:spcAft>
              <a:buClr>
                <a:schemeClr val="dk2"/>
              </a:buClr>
              <a:buSzPts val="1000"/>
              <a:buFont typeface="Urbanist"/>
              <a:buChar char="●"/>
              <a:defRPr sz="1000">
                <a:solidFill>
                  <a:schemeClr val="dk2"/>
                </a:solidFill>
              </a:defRPr>
            </a:lvl1pPr>
            <a:lvl2pPr indent="-292100" lvl="1" marL="914400">
              <a:spcBef>
                <a:spcPts val="0"/>
              </a:spcBef>
              <a:spcAft>
                <a:spcPts val="0"/>
              </a:spcAft>
              <a:buClr>
                <a:schemeClr val="dk2"/>
              </a:buClr>
              <a:buSzPts val="1000"/>
              <a:buFont typeface="Urbanist"/>
              <a:buChar char="○"/>
              <a:defRPr sz="1000">
                <a:solidFill>
                  <a:schemeClr val="dk2"/>
                </a:solidFill>
              </a:defRPr>
            </a:lvl2pPr>
            <a:lvl3pPr indent="-292100" lvl="2" marL="1371600">
              <a:spcBef>
                <a:spcPts val="0"/>
              </a:spcBef>
              <a:spcAft>
                <a:spcPts val="0"/>
              </a:spcAft>
              <a:buClr>
                <a:schemeClr val="dk2"/>
              </a:buClr>
              <a:buSzPts val="1000"/>
              <a:buFont typeface="Urbanist"/>
              <a:buChar char="■"/>
              <a:defRPr sz="1000">
                <a:solidFill>
                  <a:schemeClr val="dk2"/>
                </a:solidFill>
              </a:defRPr>
            </a:lvl3pPr>
            <a:lvl4pPr indent="-292100" lvl="3" marL="1828800">
              <a:spcBef>
                <a:spcPts val="0"/>
              </a:spcBef>
              <a:spcAft>
                <a:spcPts val="0"/>
              </a:spcAft>
              <a:buClr>
                <a:schemeClr val="dk2"/>
              </a:buClr>
              <a:buSzPts val="1000"/>
              <a:buFont typeface="Urbanist"/>
              <a:buChar char="●"/>
              <a:defRPr sz="1000">
                <a:solidFill>
                  <a:schemeClr val="dk2"/>
                </a:solidFill>
              </a:defRPr>
            </a:lvl4pPr>
            <a:lvl5pPr indent="-292100" lvl="4" marL="2286000">
              <a:spcBef>
                <a:spcPts val="0"/>
              </a:spcBef>
              <a:spcAft>
                <a:spcPts val="0"/>
              </a:spcAft>
              <a:buClr>
                <a:schemeClr val="dk2"/>
              </a:buClr>
              <a:buSzPts val="1000"/>
              <a:buFont typeface="Urbanist"/>
              <a:buChar char="○"/>
              <a:defRPr sz="1000">
                <a:solidFill>
                  <a:schemeClr val="dk2"/>
                </a:solidFill>
              </a:defRPr>
            </a:lvl5pPr>
            <a:lvl6pPr indent="-292100" lvl="5" marL="2743200">
              <a:spcBef>
                <a:spcPts val="0"/>
              </a:spcBef>
              <a:spcAft>
                <a:spcPts val="0"/>
              </a:spcAft>
              <a:buClr>
                <a:schemeClr val="dk2"/>
              </a:buClr>
              <a:buSzPts val="1000"/>
              <a:buFont typeface="Urbanist"/>
              <a:buChar char="■"/>
              <a:defRPr sz="1000">
                <a:solidFill>
                  <a:schemeClr val="dk2"/>
                </a:solidFill>
              </a:defRPr>
            </a:lvl6pPr>
            <a:lvl7pPr indent="-292100" lvl="6" marL="3200400">
              <a:spcBef>
                <a:spcPts val="0"/>
              </a:spcBef>
              <a:spcAft>
                <a:spcPts val="0"/>
              </a:spcAft>
              <a:buClr>
                <a:schemeClr val="dk2"/>
              </a:buClr>
              <a:buSzPts val="1000"/>
              <a:buFont typeface="Urbanist"/>
              <a:buChar char="●"/>
              <a:defRPr sz="1000">
                <a:solidFill>
                  <a:schemeClr val="dk2"/>
                </a:solidFill>
              </a:defRPr>
            </a:lvl7pPr>
            <a:lvl8pPr indent="-292100" lvl="7" marL="3657600">
              <a:spcBef>
                <a:spcPts val="0"/>
              </a:spcBef>
              <a:spcAft>
                <a:spcPts val="0"/>
              </a:spcAft>
              <a:buClr>
                <a:schemeClr val="dk2"/>
              </a:buClr>
              <a:buSzPts val="1000"/>
              <a:buFont typeface="Urbanist"/>
              <a:buChar char="○"/>
              <a:defRPr sz="1000">
                <a:solidFill>
                  <a:schemeClr val="dk2"/>
                </a:solidFill>
              </a:defRPr>
            </a:lvl8pPr>
            <a:lvl9pPr indent="-292100" lvl="8" marL="4114800">
              <a:spcBef>
                <a:spcPts val="0"/>
              </a:spcBef>
              <a:spcAft>
                <a:spcPts val="0"/>
              </a:spcAft>
              <a:buClr>
                <a:schemeClr val="dk2"/>
              </a:buClr>
              <a:buSzPts val="1000"/>
              <a:buFont typeface="Urbanist"/>
              <a:buChar char="■"/>
              <a:defRPr sz="1000">
                <a:solidFill>
                  <a:schemeClr val="dk2"/>
                </a:solidFill>
              </a:defRPr>
            </a:lvl9pPr>
          </a:lstStyle>
          <a:p/>
        </p:txBody>
      </p:sp>
      <p:sp>
        <p:nvSpPr>
          <p:cNvPr id="201" name="Google Shape;201;p16"/>
          <p:cNvSpPr txBox="1"/>
          <p:nvPr>
            <p:ph idx="4" type="body"/>
          </p:nvPr>
        </p:nvSpPr>
        <p:spPr>
          <a:xfrm>
            <a:off x="5871500" y="3553025"/>
            <a:ext cx="2864700" cy="696000"/>
          </a:xfrm>
          <a:prstGeom prst="rect">
            <a:avLst/>
          </a:prstGeom>
          <a:noFill/>
          <a:ln>
            <a:noFill/>
          </a:ln>
        </p:spPr>
        <p:txBody>
          <a:bodyPr anchorCtr="0" anchor="ctr" bIns="91425" lIns="0" spcFirstLastPara="1" rIns="91425" wrap="square" tIns="0">
            <a:noAutofit/>
          </a:bodyPr>
          <a:lstStyle>
            <a:lvl1pPr indent="-317500" lvl="0" marL="4572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1pPr>
            <a:lvl2pPr indent="-317500" lvl="1" marL="9144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2pPr>
            <a:lvl3pPr indent="-317500" lvl="2" marL="13716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3pPr>
            <a:lvl4pPr indent="-317500" lvl="3" marL="18288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4pPr>
            <a:lvl5pPr indent="-317500" lvl="4" marL="22860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5pPr>
            <a:lvl6pPr indent="-317500" lvl="5" marL="27432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6pPr>
            <a:lvl7pPr indent="-317500" lvl="6" marL="32004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7pPr>
            <a:lvl8pPr indent="-317500" lvl="7" marL="36576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8pPr>
            <a:lvl9pPr indent="-317500" lvl="8" marL="41148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9pPr>
          </a:lstStyle>
          <a:p/>
        </p:txBody>
      </p:sp>
      <p:sp>
        <p:nvSpPr>
          <p:cNvPr id="202" name="Google Shape;202;p16"/>
          <p:cNvSpPr txBox="1"/>
          <p:nvPr>
            <p:ph idx="5" type="subTitle"/>
          </p:nvPr>
        </p:nvSpPr>
        <p:spPr>
          <a:xfrm>
            <a:off x="238800" y="2720113"/>
            <a:ext cx="2824500" cy="145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203" name="Google Shape;203;p16"/>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04" name="Google Shape;204;p1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05" name="Google Shape;205;p1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phics">
  <p:cSld name="CUSTOM_2">
    <p:spTree>
      <p:nvGrpSpPr>
        <p:cNvPr id="206" name="Shape 206"/>
        <p:cNvGrpSpPr/>
        <p:nvPr/>
      </p:nvGrpSpPr>
      <p:grpSpPr>
        <a:xfrm>
          <a:off x="0" y="0"/>
          <a:ext cx="0" cy="0"/>
          <a:chOff x="0" y="0"/>
          <a:chExt cx="0" cy="0"/>
        </a:xfrm>
      </p:grpSpPr>
      <p:pic>
        <p:nvPicPr>
          <p:cNvPr id="207" name="Google Shape;207;p17"/>
          <p:cNvPicPr preferRelativeResize="0"/>
          <p:nvPr/>
        </p:nvPicPr>
        <p:blipFill rotWithShape="1">
          <a:blip r:embed="rId2">
            <a:alphaModFix/>
          </a:blip>
          <a:srcRect b="-9999" l="0" r="0" t="0"/>
          <a:stretch/>
        </p:blipFill>
        <p:spPr>
          <a:xfrm>
            <a:off x="0" y="0"/>
            <a:ext cx="9144003" cy="5143501"/>
          </a:xfrm>
          <a:prstGeom prst="rect">
            <a:avLst/>
          </a:prstGeom>
          <a:noFill/>
          <a:ln>
            <a:noFill/>
          </a:ln>
        </p:spPr>
      </p:pic>
      <p:cxnSp>
        <p:nvCxnSpPr>
          <p:cNvPr id="208" name="Google Shape;208;p17"/>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09" name="Google Shape;209;p17"/>
          <p:cNvSpPr/>
          <p:nvPr/>
        </p:nvSpPr>
        <p:spPr>
          <a:xfrm>
            <a:off x="228600" y="1395962"/>
            <a:ext cx="2101200" cy="3054000"/>
          </a:xfrm>
          <a:prstGeom prst="roundRect">
            <a:avLst>
              <a:gd fmla="val 9631"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0" name="Google Shape;210;p17"/>
          <p:cNvSpPr/>
          <p:nvPr/>
        </p:nvSpPr>
        <p:spPr>
          <a:xfrm>
            <a:off x="2423700" y="1395962"/>
            <a:ext cx="3198600" cy="3054000"/>
          </a:xfrm>
          <a:prstGeom prst="roundRect">
            <a:avLst>
              <a:gd fmla="val 674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1" name="Google Shape;211;p17"/>
          <p:cNvSpPr/>
          <p:nvPr/>
        </p:nvSpPr>
        <p:spPr>
          <a:xfrm>
            <a:off x="5716850" y="1395962"/>
            <a:ext cx="3198600" cy="1758300"/>
          </a:xfrm>
          <a:prstGeom prst="roundRect">
            <a:avLst>
              <a:gd fmla="val 963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2" name="Google Shape;212;p17"/>
          <p:cNvSpPr/>
          <p:nvPr/>
        </p:nvSpPr>
        <p:spPr>
          <a:xfrm>
            <a:off x="5716200" y="3231390"/>
            <a:ext cx="3198600" cy="1217400"/>
          </a:xfrm>
          <a:prstGeom prst="roundRect">
            <a:avLst>
              <a:gd fmla="val 1360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3" name="Google Shape;213;p17"/>
          <p:cNvSpPr/>
          <p:nvPr>
            <p:ph idx="2" type="pic"/>
          </p:nvPr>
        </p:nvSpPr>
        <p:spPr>
          <a:xfrm>
            <a:off x="381950" y="993050"/>
            <a:ext cx="850500" cy="850500"/>
          </a:xfrm>
          <a:prstGeom prst="ellipse">
            <a:avLst/>
          </a:prstGeom>
          <a:noFill/>
          <a:ln cap="flat" cmpd="sng" w="9525">
            <a:solidFill>
              <a:schemeClr val="accent3"/>
            </a:solidFill>
            <a:prstDash val="solid"/>
            <a:round/>
            <a:headEnd len="sm" w="sm" type="none"/>
            <a:tailEnd len="sm" w="sm" type="none"/>
          </a:ln>
        </p:spPr>
      </p:sp>
      <p:sp>
        <p:nvSpPr>
          <p:cNvPr id="214" name="Google Shape;214;p17"/>
          <p:cNvSpPr txBox="1"/>
          <p:nvPr>
            <p:ph idx="1" type="subTitle"/>
          </p:nvPr>
        </p:nvSpPr>
        <p:spPr>
          <a:xfrm>
            <a:off x="381950" y="2062875"/>
            <a:ext cx="1786500" cy="2364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1"/>
              </a:buClr>
              <a:buSzPts val="1200"/>
              <a:buFont typeface="Urbanist"/>
              <a:buNone/>
              <a:defRPr b="1" sz="1200">
                <a:solidFill>
                  <a:schemeClr val="dk1"/>
                </a:solidFill>
              </a:defRPr>
            </a:lvl1pPr>
            <a:lvl2pPr lvl="1">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2pPr>
            <a:lvl3pPr lvl="2">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3pPr>
            <a:lvl4pPr lvl="3">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4pPr>
            <a:lvl5pPr lvl="4">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5pPr>
            <a:lvl6pPr lvl="5">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6pPr>
            <a:lvl7pPr lvl="6">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7pPr>
            <a:lvl8pPr lvl="7">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8pPr>
            <a:lvl9pPr lvl="8">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9pPr>
          </a:lstStyle>
          <a:p/>
        </p:txBody>
      </p:sp>
      <p:sp>
        <p:nvSpPr>
          <p:cNvPr id="215" name="Google Shape;215;p17"/>
          <p:cNvSpPr txBox="1"/>
          <p:nvPr>
            <p:ph idx="3" type="subTitle"/>
          </p:nvPr>
        </p:nvSpPr>
        <p:spPr>
          <a:xfrm>
            <a:off x="2580250" y="1528150"/>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16" name="Google Shape;216;p17"/>
          <p:cNvSpPr txBox="1"/>
          <p:nvPr>
            <p:ph idx="4" type="body"/>
          </p:nvPr>
        </p:nvSpPr>
        <p:spPr>
          <a:xfrm>
            <a:off x="2580250" y="1791652"/>
            <a:ext cx="2911500" cy="610500"/>
          </a:xfrm>
          <a:prstGeom prst="rect">
            <a:avLst/>
          </a:prstGeom>
          <a:noFill/>
          <a:ln>
            <a:noFill/>
          </a:ln>
        </p:spPr>
        <p:txBody>
          <a:bodyPr anchorCtr="0" anchor="ctr" bIns="0" lIns="0" spcFirstLastPara="1" rIns="0" wrap="square" tIns="0">
            <a:noAutofit/>
          </a:bodyPr>
          <a:lstStyle>
            <a:lvl1pPr indent="-292100" lvl="0" marL="457200">
              <a:lnSpc>
                <a:spcPct val="100000"/>
              </a:lnSpc>
              <a:spcBef>
                <a:spcPts val="0"/>
              </a:spcBef>
              <a:spcAft>
                <a:spcPts val="0"/>
              </a:spcAft>
              <a:buSzPts val="1000"/>
              <a:buChar char="●"/>
              <a:defRPr sz="1000"/>
            </a:lvl1pPr>
            <a:lvl2pPr indent="-292100" lvl="1" marL="914400">
              <a:lnSpc>
                <a:spcPct val="100000"/>
              </a:lnSpc>
              <a:spcBef>
                <a:spcPts val="0"/>
              </a:spcBef>
              <a:spcAft>
                <a:spcPts val="0"/>
              </a:spcAft>
              <a:buSzPts val="1000"/>
              <a:buChar char="○"/>
              <a:defRPr sz="1000"/>
            </a:lvl2pPr>
            <a:lvl3pPr indent="-292100" lvl="2" marL="1371600">
              <a:lnSpc>
                <a:spcPct val="100000"/>
              </a:lnSpc>
              <a:spcBef>
                <a:spcPts val="0"/>
              </a:spcBef>
              <a:spcAft>
                <a:spcPts val="0"/>
              </a:spcAft>
              <a:buSzPts val="1000"/>
              <a:buChar char="■"/>
              <a:defRPr sz="1000"/>
            </a:lvl3pPr>
            <a:lvl4pPr indent="-292100" lvl="3" marL="1828800">
              <a:lnSpc>
                <a:spcPct val="100000"/>
              </a:lnSpc>
              <a:spcBef>
                <a:spcPts val="0"/>
              </a:spcBef>
              <a:spcAft>
                <a:spcPts val="0"/>
              </a:spcAft>
              <a:buSzPts val="1000"/>
              <a:buChar char="●"/>
              <a:defRPr sz="1000"/>
            </a:lvl4pPr>
            <a:lvl5pPr indent="-292100" lvl="4" marL="2286000">
              <a:lnSpc>
                <a:spcPct val="100000"/>
              </a:lnSpc>
              <a:spcBef>
                <a:spcPts val="0"/>
              </a:spcBef>
              <a:spcAft>
                <a:spcPts val="0"/>
              </a:spcAft>
              <a:buSzPts val="1000"/>
              <a:buChar char="○"/>
              <a:defRPr sz="1000"/>
            </a:lvl5pPr>
            <a:lvl6pPr indent="-292100" lvl="5" marL="2743200">
              <a:lnSpc>
                <a:spcPct val="100000"/>
              </a:lnSpc>
              <a:spcBef>
                <a:spcPts val="0"/>
              </a:spcBef>
              <a:spcAft>
                <a:spcPts val="0"/>
              </a:spcAft>
              <a:buSzPts val="1000"/>
              <a:buChar char="■"/>
              <a:defRPr sz="1000"/>
            </a:lvl6pPr>
            <a:lvl7pPr indent="-292100" lvl="6" marL="3200400">
              <a:lnSpc>
                <a:spcPct val="100000"/>
              </a:lnSpc>
              <a:spcBef>
                <a:spcPts val="0"/>
              </a:spcBef>
              <a:spcAft>
                <a:spcPts val="0"/>
              </a:spcAft>
              <a:buSzPts val="1000"/>
              <a:buChar char="●"/>
              <a:defRPr sz="1000"/>
            </a:lvl7pPr>
            <a:lvl8pPr indent="-292100" lvl="7" marL="3657600">
              <a:lnSpc>
                <a:spcPct val="100000"/>
              </a:lnSpc>
              <a:spcBef>
                <a:spcPts val="0"/>
              </a:spcBef>
              <a:spcAft>
                <a:spcPts val="0"/>
              </a:spcAft>
              <a:buSzPts val="1000"/>
              <a:buChar char="○"/>
              <a:defRPr sz="1000"/>
            </a:lvl8pPr>
            <a:lvl9pPr indent="-292100" lvl="8" marL="4114800">
              <a:lnSpc>
                <a:spcPct val="100000"/>
              </a:lnSpc>
              <a:spcBef>
                <a:spcPts val="0"/>
              </a:spcBef>
              <a:spcAft>
                <a:spcPts val="0"/>
              </a:spcAft>
              <a:buSzPts val="1000"/>
              <a:buChar char="■"/>
              <a:defRPr sz="1000"/>
            </a:lvl9pPr>
          </a:lstStyle>
          <a:p/>
        </p:txBody>
      </p:sp>
      <p:cxnSp>
        <p:nvCxnSpPr>
          <p:cNvPr id="217" name="Google Shape;217;p17"/>
          <p:cNvCxnSpPr/>
          <p:nvPr/>
        </p:nvCxnSpPr>
        <p:spPr>
          <a:xfrm>
            <a:off x="2423700" y="2531312"/>
            <a:ext cx="3194400" cy="0"/>
          </a:xfrm>
          <a:prstGeom prst="straightConnector1">
            <a:avLst/>
          </a:prstGeom>
          <a:noFill/>
          <a:ln cap="flat" cmpd="sng" w="9525">
            <a:solidFill>
              <a:schemeClr val="dk1"/>
            </a:solidFill>
            <a:prstDash val="solid"/>
            <a:round/>
            <a:headEnd len="med" w="med" type="none"/>
            <a:tailEnd len="med" w="med" type="none"/>
          </a:ln>
        </p:spPr>
      </p:cxnSp>
      <p:cxnSp>
        <p:nvCxnSpPr>
          <p:cNvPr id="218" name="Google Shape;218;p17"/>
          <p:cNvCxnSpPr/>
          <p:nvPr/>
        </p:nvCxnSpPr>
        <p:spPr>
          <a:xfrm>
            <a:off x="2423700" y="3583537"/>
            <a:ext cx="3194400" cy="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17"/>
          <p:cNvSpPr txBox="1"/>
          <p:nvPr>
            <p:ph idx="5" type="subTitle"/>
          </p:nvPr>
        </p:nvSpPr>
        <p:spPr>
          <a:xfrm>
            <a:off x="2580250" y="26604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20" name="Google Shape;220;p17"/>
          <p:cNvSpPr txBox="1"/>
          <p:nvPr>
            <p:ph idx="6" type="body"/>
          </p:nvPr>
        </p:nvSpPr>
        <p:spPr>
          <a:xfrm>
            <a:off x="2580250" y="2931046"/>
            <a:ext cx="2911500" cy="610500"/>
          </a:xfrm>
          <a:prstGeom prst="rect">
            <a:avLst/>
          </a:prstGeom>
          <a:noFill/>
          <a:ln>
            <a:noFill/>
          </a:ln>
        </p:spPr>
        <p:txBody>
          <a:bodyPr anchorCtr="0" anchor="ctr"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221" name="Google Shape;221;p17"/>
          <p:cNvSpPr/>
          <p:nvPr/>
        </p:nvSpPr>
        <p:spPr>
          <a:xfrm flipH="1">
            <a:off x="2600988"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2" name="Google Shape;222;p17"/>
          <p:cNvSpPr/>
          <p:nvPr/>
        </p:nvSpPr>
        <p:spPr>
          <a:xfrm flipH="1">
            <a:off x="3654625"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3" name="Google Shape;223;p17"/>
          <p:cNvSpPr/>
          <p:nvPr/>
        </p:nvSpPr>
        <p:spPr>
          <a:xfrm flipH="1">
            <a:off x="4602650"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4" name="Google Shape;224;p17"/>
          <p:cNvSpPr txBox="1"/>
          <p:nvPr>
            <p:ph idx="7" type="subTitle"/>
          </p:nvPr>
        </p:nvSpPr>
        <p:spPr>
          <a:xfrm>
            <a:off x="2567250" y="367188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25" name="Google Shape;225;p17"/>
          <p:cNvSpPr txBox="1"/>
          <p:nvPr>
            <p:ph idx="8" type="subTitle"/>
          </p:nvPr>
        </p:nvSpPr>
        <p:spPr>
          <a:xfrm>
            <a:off x="5877425" y="15281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26" name="Google Shape;226;p17"/>
          <p:cNvSpPr txBox="1"/>
          <p:nvPr>
            <p:ph idx="9" type="subTitle"/>
          </p:nvPr>
        </p:nvSpPr>
        <p:spPr>
          <a:xfrm>
            <a:off x="5877425" y="178110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7" name="Google Shape;227;p17"/>
          <p:cNvSpPr txBox="1"/>
          <p:nvPr>
            <p:ph idx="13" type="subTitle"/>
          </p:nvPr>
        </p:nvSpPr>
        <p:spPr>
          <a:xfrm>
            <a:off x="5877425" y="221918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8" name="Google Shape;228;p17"/>
          <p:cNvSpPr txBox="1"/>
          <p:nvPr>
            <p:ph idx="14" type="subTitle"/>
          </p:nvPr>
        </p:nvSpPr>
        <p:spPr>
          <a:xfrm>
            <a:off x="5877425" y="26572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9" name="Google Shape;229;p17"/>
          <p:cNvSpPr txBox="1"/>
          <p:nvPr>
            <p:ph idx="15" type="subTitle"/>
          </p:nvPr>
        </p:nvSpPr>
        <p:spPr>
          <a:xfrm>
            <a:off x="5877425" y="335493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30" name="Google Shape;230;p17"/>
          <p:cNvSpPr txBox="1"/>
          <p:nvPr>
            <p:ph idx="16"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31" name="Google Shape;231;p17"/>
          <p:cNvSpPr txBox="1"/>
          <p:nvPr>
            <p:ph idx="1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32" name="Google Shape;232;p1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33" name="Google Shape;233;p1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lestones">
  <p:cSld name="CUSTOM_4">
    <p:spTree>
      <p:nvGrpSpPr>
        <p:cNvPr id="234" name="Shape 234"/>
        <p:cNvGrpSpPr/>
        <p:nvPr/>
      </p:nvGrpSpPr>
      <p:grpSpPr>
        <a:xfrm>
          <a:off x="0" y="0"/>
          <a:ext cx="0" cy="0"/>
          <a:chOff x="0" y="0"/>
          <a:chExt cx="0" cy="0"/>
        </a:xfrm>
      </p:grpSpPr>
      <p:pic>
        <p:nvPicPr>
          <p:cNvPr id="235" name="Google Shape;235;p1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36" name="Google Shape;236;p18"/>
          <p:cNvSpPr txBox="1"/>
          <p:nvPr>
            <p:ph idx="1" type="subTitle"/>
          </p:nvPr>
        </p:nvSpPr>
        <p:spPr>
          <a:xfrm>
            <a:off x="3829950"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37" name="Google Shape;237;p18"/>
          <p:cNvSpPr txBox="1"/>
          <p:nvPr>
            <p:ph idx="2" type="subTitle"/>
          </p:nvPr>
        </p:nvSpPr>
        <p:spPr>
          <a:xfrm>
            <a:off x="20774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38" name="Google Shape;238;p18"/>
          <p:cNvSpPr txBox="1"/>
          <p:nvPr>
            <p:ph type="title"/>
          </p:nvPr>
        </p:nvSpPr>
        <p:spPr>
          <a:xfrm>
            <a:off x="228600" y="613525"/>
            <a:ext cx="6841500" cy="7530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239" name="Google Shape;239;p18"/>
          <p:cNvSpPr txBox="1"/>
          <p:nvPr>
            <p:ph idx="3" type="subTitle"/>
          </p:nvPr>
        </p:nvSpPr>
        <p:spPr>
          <a:xfrm>
            <a:off x="2775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1000"/>
              <a:buFont typeface="Urbanist"/>
              <a:buNone/>
              <a:defRPr sz="1000">
                <a:solidFill>
                  <a:schemeClr val="lt1"/>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0" name="Google Shape;240;p18"/>
          <p:cNvSpPr txBox="1"/>
          <p:nvPr>
            <p:ph idx="4" type="subTitle"/>
          </p:nvPr>
        </p:nvSpPr>
        <p:spPr>
          <a:xfrm>
            <a:off x="38773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41" name="Google Shape;241;p18"/>
          <p:cNvSpPr txBox="1"/>
          <p:nvPr>
            <p:ph idx="5" type="subTitle"/>
          </p:nvPr>
        </p:nvSpPr>
        <p:spPr>
          <a:xfrm>
            <a:off x="56772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2" name="Google Shape;242;p18"/>
          <p:cNvSpPr txBox="1"/>
          <p:nvPr>
            <p:ph idx="6" type="subTitle"/>
          </p:nvPr>
        </p:nvSpPr>
        <p:spPr>
          <a:xfrm>
            <a:off x="74771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3" name="Google Shape;243;p18"/>
          <p:cNvSpPr txBox="1"/>
          <p:nvPr>
            <p:ph idx="7" type="subTitle"/>
          </p:nvPr>
        </p:nvSpPr>
        <p:spPr>
          <a:xfrm>
            <a:off x="238800"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200"/>
              <a:buFont typeface="Urbanist"/>
              <a:buNone/>
              <a:defRPr b="1" sz="1200">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4" name="Google Shape;244;p18"/>
          <p:cNvSpPr txBox="1"/>
          <p:nvPr>
            <p:ph idx="8" type="subTitle"/>
          </p:nvPr>
        </p:nvSpPr>
        <p:spPr>
          <a:xfrm>
            <a:off x="2034375"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5" name="Google Shape;245;p18"/>
          <p:cNvSpPr txBox="1"/>
          <p:nvPr>
            <p:ph idx="9" type="subTitle"/>
          </p:nvPr>
        </p:nvSpPr>
        <p:spPr>
          <a:xfrm>
            <a:off x="5645375"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6" name="Google Shape;246;p18"/>
          <p:cNvSpPr txBox="1"/>
          <p:nvPr>
            <p:ph idx="13" type="subTitle"/>
          </p:nvPr>
        </p:nvSpPr>
        <p:spPr>
          <a:xfrm>
            <a:off x="7460789"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7" name="Google Shape;247;p18"/>
          <p:cNvSpPr txBox="1"/>
          <p:nvPr>
            <p:ph idx="14" type="subTitle"/>
          </p:nvPr>
        </p:nvSpPr>
        <p:spPr>
          <a:xfrm>
            <a:off x="372900" y="202945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1"/>
              </a:buClr>
              <a:buSzPts val="1600"/>
              <a:buFont typeface="Urbanist"/>
              <a:buNone/>
              <a:defRPr b="1">
                <a:solidFill>
                  <a:schemeClr val="dk1"/>
                </a:solidFill>
              </a:defRPr>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p:txBody>
      </p:sp>
      <p:sp>
        <p:nvSpPr>
          <p:cNvPr id="248" name="Google Shape;248;p18"/>
          <p:cNvSpPr txBox="1"/>
          <p:nvPr>
            <p:ph idx="15" type="subTitle"/>
          </p:nvPr>
        </p:nvSpPr>
        <p:spPr>
          <a:xfrm>
            <a:off x="2178663"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49" name="Google Shape;249;p18"/>
          <p:cNvSpPr txBox="1"/>
          <p:nvPr>
            <p:ph idx="16" type="subTitle"/>
          </p:nvPr>
        </p:nvSpPr>
        <p:spPr>
          <a:xfrm>
            <a:off x="3974250"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0" name="Google Shape;250;p18"/>
          <p:cNvSpPr txBox="1"/>
          <p:nvPr>
            <p:ph idx="17" type="subTitle"/>
          </p:nvPr>
        </p:nvSpPr>
        <p:spPr>
          <a:xfrm>
            <a:off x="5789675"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1" name="Google Shape;251;p18"/>
          <p:cNvSpPr txBox="1"/>
          <p:nvPr>
            <p:ph idx="18" type="subTitle"/>
          </p:nvPr>
        </p:nvSpPr>
        <p:spPr>
          <a:xfrm>
            <a:off x="7605089"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2" name="Google Shape;252;p1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53" name="Google Shape;253;p18"/>
          <p:cNvSpPr txBox="1"/>
          <p:nvPr>
            <p:ph idx="19"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54" name="Google Shape;254;p1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55" name="Google Shape;255;p18"/>
          <p:cNvSpPr txBox="1"/>
          <p:nvPr>
            <p:ph idx="20"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trics ">
  <p:cSld name="CUSTOM_5">
    <p:spTree>
      <p:nvGrpSpPr>
        <p:cNvPr id="256" name="Shape 256"/>
        <p:cNvGrpSpPr/>
        <p:nvPr/>
      </p:nvGrpSpPr>
      <p:grpSpPr>
        <a:xfrm>
          <a:off x="0" y="0"/>
          <a:ext cx="0" cy="0"/>
          <a:chOff x="0" y="0"/>
          <a:chExt cx="0" cy="0"/>
        </a:xfrm>
      </p:grpSpPr>
      <p:pic>
        <p:nvPicPr>
          <p:cNvPr id="257" name="Google Shape;257;p1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58" name="Google Shape;258;p19"/>
          <p:cNvSpPr txBox="1"/>
          <p:nvPr>
            <p:ph idx="1" type="subTitle"/>
          </p:nvPr>
        </p:nvSpPr>
        <p:spPr>
          <a:xfrm>
            <a:off x="6314800" y="458325"/>
            <a:ext cx="22947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400"/>
              <a:buFont typeface="Urbanis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9" name="Google Shape;259;p19"/>
          <p:cNvSpPr txBox="1"/>
          <p:nvPr>
            <p:ph type="title"/>
          </p:nvPr>
        </p:nvSpPr>
        <p:spPr>
          <a:xfrm>
            <a:off x="237650" y="746900"/>
            <a:ext cx="2834700" cy="25908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260" name="Google Shape;260;p19"/>
          <p:cNvSpPr txBox="1"/>
          <p:nvPr>
            <p:ph idx="2" type="subTitle"/>
          </p:nvPr>
        </p:nvSpPr>
        <p:spPr>
          <a:xfrm>
            <a:off x="229175" y="229175"/>
            <a:ext cx="28347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261" name="Google Shape;261;p19"/>
          <p:cNvSpPr txBox="1"/>
          <p:nvPr>
            <p:ph idx="3" type="subTitle"/>
          </p:nvPr>
        </p:nvSpPr>
        <p:spPr>
          <a:xfrm>
            <a:off x="3437500" y="882725"/>
            <a:ext cx="2294700" cy="5007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2" name="Google Shape;262;p19"/>
          <p:cNvSpPr txBox="1"/>
          <p:nvPr>
            <p:ph idx="4" type="subTitle"/>
          </p:nvPr>
        </p:nvSpPr>
        <p:spPr>
          <a:xfrm>
            <a:off x="3611850" y="2707575"/>
            <a:ext cx="2120400" cy="16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3" name="Google Shape;263;p19"/>
          <p:cNvSpPr txBox="1"/>
          <p:nvPr>
            <p:ph idx="5" type="subTitle"/>
          </p:nvPr>
        </p:nvSpPr>
        <p:spPr>
          <a:xfrm>
            <a:off x="3611850" y="4076800"/>
            <a:ext cx="2120400" cy="16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4" name="Google Shape;264;p19"/>
          <p:cNvSpPr txBox="1"/>
          <p:nvPr>
            <p:ph idx="6" type="subTitle"/>
          </p:nvPr>
        </p:nvSpPr>
        <p:spPr>
          <a:xfrm>
            <a:off x="6258900" y="3267725"/>
            <a:ext cx="2478300" cy="5007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5" name="Google Shape;265;p19"/>
          <p:cNvSpPr txBox="1"/>
          <p:nvPr>
            <p:ph idx="7" type="subTitle"/>
          </p:nvPr>
        </p:nvSpPr>
        <p:spPr>
          <a:xfrm>
            <a:off x="6258900" y="3955225"/>
            <a:ext cx="24783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400"/>
              <a:buFont typeface="Urbanist"/>
              <a:buNone/>
              <a:defRPr b="1" u="sng">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6" name="Google Shape;266;p19"/>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67" name="Google Shape;267;p19"/>
          <p:cNvSpPr txBox="1"/>
          <p:nvPr>
            <p:ph idx="8"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68" name="Google Shape;268;p1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69" name="Google Shape;269;p19"/>
          <p:cNvSpPr txBox="1"/>
          <p:nvPr>
            <p:ph idx="9"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270" name="Shape 270"/>
        <p:cNvGrpSpPr/>
        <p:nvPr/>
      </p:nvGrpSpPr>
      <p:grpSpPr>
        <a:xfrm>
          <a:off x="0" y="0"/>
          <a:ext cx="0" cy="0"/>
          <a:chOff x="0" y="0"/>
          <a:chExt cx="0" cy="0"/>
        </a:xfrm>
      </p:grpSpPr>
      <p:pic>
        <p:nvPicPr>
          <p:cNvPr id="271" name="Google Shape;271;p20"/>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72" name="Google Shape;272;p2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1pPr>
            <a:lvl2pPr lvl="1"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2pPr>
            <a:lvl3pPr lvl="2"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3pPr>
            <a:lvl4pPr lvl="3"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4pPr>
            <a:lvl5pPr lvl="4"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5pPr>
            <a:lvl6pPr lvl="5"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6pPr>
            <a:lvl7pPr lvl="6"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7pPr>
            <a:lvl8pPr lvl="7"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8pPr>
            <a:lvl9pPr lvl="8"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9pPr>
          </a:lstStyle>
          <a:p/>
        </p:txBody>
      </p:sp>
      <p:sp>
        <p:nvSpPr>
          <p:cNvPr id="273" name="Google Shape;273;p20"/>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1pPr>
            <a:lvl2pPr lvl="1"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2pPr>
            <a:lvl3pPr lvl="2"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3pPr>
            <a:lvl4pPr lvl="3"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4pPr>
            <a:lvl5pPr lvl="4"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5pPr>
            <a:lvl6pPr lvl="5"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6pPr>
            <a:lvl7pPr lvl="6"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7pPr>
            <a:lvl8pPr lvl="7"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8pPr>
            <a:lvl9pPr lvl="8"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9pPr>
          </a:lstStyle>
          <a:p/>
        </p:txBody>
      </p:sp>
      <p:sp>
        <p:nvSpPr>
          <p:cNvPr id="274" name="Google Shape;274;p2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75" name="Google Shape;275;p20"/>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76" name="Google Shape;276;p20"/>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77" name="Google Shape;277;p20"/>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78" name="Shape 278"/>
        <p:cNvGrpSpPr/>
        <p:nvPr/>
      </p:nvGrpSpPr>
      <p:grpSpPr>
        <a:xfrm>
          <a:off x="0" y="0"/>
          <a:ext cx="0" cy="0"/>
          <a:chOff x="0" y="0"/>
          <a:chExt cx="0" cy="0"/>
        </a:xfrm>
      </p:grpSpPr>
      <p:pic>
        <p:nvPicPr>
          <p:cNvPr id="279" name="Google Shape;279;p2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80" name="Google Shape;280;p2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3600"/>
              <a:buFont typeface="Urbanist Medium"/>
              <a:buChar char="●"/>
              <a:defRPr sz="3600">
                <a:solidFill>
                  <a:schemeClr val="lt1"/>
                </a:solidFill>
                <a:latin typeface="Urbanist Medium"/>
                <a:ea typeface="Urbanist Medium"/>
                <a:cs typeface="Urbanist Medium"/>
                <a:sym typeface="Urbanist Medium"/>
              </a:defRPr>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
        <p:nvSpPr>
          <p:cNvPr id="281" name="Google Shape;281;p21"/>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82" name="Google Shape;282;p2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83" name="Google Shape;283;p21"/>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284" name="Shape 284"/>
        <p:cNvGrpSpPr/>
        <p:nvPr/>
      </p:nvGrpSpPr>
      <p:grpSpPr>
        <a:xfrm>
          <a:off x="0" y="0"/>
          <a:ext cx="0" cy="0"/>
          <a:chOff x="0" y="0"/>
          <a:chExt cx="0" cy="0"/>
        </a:xfrm>
      </p:grpSpPr>
      <p:pic>
        <p:nvPicPr>
          <p:cNvPr id="285" name="Google Shape;285;p2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86" name="Google Shape;286;p2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87" name="Google Shape;287;p22"/>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88" name="Google Shape;288;p2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89" name="Google Shape;289;p22"/>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90" name="Google Shape;290;p2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91" name="Google Shape;291;p22"/>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292" name="Shape 292"/>
        <p:cNvGrpSpPr/>
        <p:nvPr/>
      </p:nvGrpSpPr>
      <p:grpSpPr>
        <a:xfrm>
          <a:off x="0" y="0"/>
          <a:ext cx="0" cy="0"/>
          <a:chOff x="0" y="0"/>
          <a:chExt cx="0" cy="0"/>
        </a:xfrm>
      </p:grpSpPr>
      <p:pic>
        <p:nvPicPr>
          <p:cNvPr id="293" name="Google Shape;293;p2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94" name="Google Shape;294;p23"/>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95" name="Google Shape;295;p23"/>
          <p:cNvSpPr txBox="1"/>
          <p:nvPr>
            <p:ph idx="1" type="body"/>
          </p:nvPr>
        </p:nvSpPr>
        <p:spPr>
          <a:xfrm>
            <a:off x="3117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296" name="Google Shape;296;p23"/>
          <p:cNvSpPr txBox="1"/>
          <p:nvPr>
            <p:ph idx="2" type="body"/>
          </p:nvPr>
        </p:nvSpPr>
        <p:spPr>
          <a:xfrm>
            <a:off x="48324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297" name="Google Shape;297;p23"/>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98" name="Google Shape;298;p23"/>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99" name="Google Shape;299;p2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00" name="Google Shape;300;p23"/>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01" name="Shape 301"/>
        <p:cNvGrpSpPr/>
        <p:nvPr/>
      </p:nvGrpSpPr>
      <p:grpSpPr>
        <a:xfrm>
          <a:off x="0" y="0"/>
          <a:ext cx="0" cy="0"/>
          <a:chOff x="0" y="0"/>
          <a:chExt cx="0" cy="0"/>
        </a:xfrm>
      </p:grpSpPr>
      <p:pic>
        <p:nvPicPr>
          <p:cNvPr id="302" name="Google Shape;302;p2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03" name="Google Shape;303;p24"/>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9pPr>
          </a:lstStyle>
          <a:p/>
        </p:txBody>
      </p:sp>
      <p:sp>
        <p:nvSpPr>
          <p:cNvPr id="304" name="Google Shape;304;p2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05" name="Google Shape;305;p24"/>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06" name="Google Shape;306;p2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07" name="Google Shape;307;p24"/>
          <p:cNvSpPr txBox="1"/>
          <p:nvPr>
            <p:ph idx="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08" name="Shape 308"/>
        <p:cNvGrpSpPr/>
        <p:nvPr/>
      </p:nvGrpSpPr>
      <p:grpSpPr>
        <a:xfrm>
          <a:off x="0" y="0"/>
          <a:ext cx="0" cy="0"/>
          <a:chOff x="0" y="0"/>
          <a:chExt cx="0" cy="0"/>
        </a:xfrm>
      </p:grpSpPr>
      <p:pic>
        <p:nvPicPr>
          <p:cNvPr id="309" name="Google Shape;309;p2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10" name="Google Shape;310;p25"/>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9pPr>
          </a:lstStyle>
          <a:p/>
        </p:txBody>
      </p:sp>
      <p:sp>
        <p:nvSpPr>
          <p:cNvPr id="311" name="Google Shape;311;p25"/>
          <p:cNvSpPr txBox="1"/>
          <p:nvPr>
            <p:ph idx="1" type="body"/>
          </p:nvPr>
        </p:nvSpPr>
        <p:spPr>
          <a:xfrm>
            <a:off x="311700" y="1411100"/>
            <a:ext cx="7696200" cy="31578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312" name="Google Shape;312;p25"/>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13" name="Google Shape;313;p25"/>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14" name="Google Shape;314;p2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15" name="Google Shape;315;p25"/>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16" name="Shape 316"/>
        <p:cNvGrpSpPr/>
        <p:nvPr/>
      </p:nvGrpSpPr>
      <p:grpSpPr>
        <a:xfrm>
          <a:off x="0" y="0"/>
          <a:ext cx="0" cy="0"/>
          <a:chOff x="0" y="0"/>
          <a:chExt cx="0" cy="0"/>
        </a:xfrm>
      </p:grpSpPr>
      <p:pic>
        <p:nvPicPr>
          <p:cNvPr id="317" name="Google Shape;317;p2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18" name="Google Shape;318;p26"/>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4800"/>
              <a:buFont typeface="Urbanist Medium"/>
              <a:buChar char="●"/>
              <a:defRPr sz="4800">
                <a:solidFill>
                  <a:schemeClr val="lt1"/>
                </a:solidFill>
                <a:latin typeface="Urbanist Medium"/>
                <a:ea typeface="Urbanist Medium"/>
                <a:cs typeface="Urbanist Medium"/>
                <a:sym typeface="Urbanist Medium"/>
              </a:defRPr>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p:txBody>
      </p:sp>
      <p:sp>
        <p:nvSpPr>
          <p:cNvPr id="319" name="Google Shape;319;p26"/>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26"/>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21" name="Google Shape;321;p2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22" name="Google Shape;322;p26"/>
          <p:cNvSpPr txBox="1"/>
          <p:nvPr>
            <p:ph idx="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23" name="Shape 323"/>
        <p:cNvGrpSpPr/>
        <p:nvPr/>
      </p:nvGrpSpPr>
      <p:grpSpPr>
        <a:xfrm>
          <a:off x="0" y="0"/>
          <a:ext cx="0" cy="0"/>
          <a:chOff x="0" y="0"/>
          <a:chExt cx="0" cy="0"/>
        </a:xfrm>
      </p:grpSpPr>
      <p:pic>
        <p:nvPicPr>
          <p:cNvPr id="324" name="Google Shape;324;p27"/>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25" name="Google Shape;325;p27"/>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9pPr>
          </a:lstStyle>
          <a:p/>
        </p:txBody>
      </p:sp>
      <p:sp>
        <p:nvSpPr>
          <p:cNvPr id="326" name="Google Shape;326;p27"/>
          <p:cNvSpPr txBox="1"/>
          <p:nvPr>
            <p:ph idx="1" type="subTitle"/>
          </p:nvPr>
        </p:nvSpPr>
        <p:spPr>
          <a:xfrm>
            <a:off x="265500" y="2803075"/>
            <a:ext cx="4045200" cy="12351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9pPr>
          </a:lstStyle>
          <a:p/>
        </p:txBody>
      </p:sp>
      <p:sp>
        <p:nvSpPr>
          <p:cNvPr id="327" name="Google Shape;327;p27"/>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328" name="Google Shape;328;p27"/>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29" name="Google Shape;329;p27"/>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30" name="Google Shape;330;p2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31" name="Google Shape;331;p27"/>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332" name="Shape 332"/>
        <p:cNvGrpSpPr/>
        <p:nvPr/>
      </p:nvGrpSpPr>
      <p:grpSpPr>
        <a:xfrm>
          <a:off x="0" y="0"/>
          <a:ext cx="0" cy="0"/>
          <a:chOff x="0" y="0"/>
          <a:chExt cx="0" cy="0"/>
        </a:xfrm>
      </p:grpSpPr>
      <p:pic>
        <p:nvPicPr>
          <p:cNvPr id="333" name="Google Shape;333;p2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34" name="Google Shape;334;p28"/>
          <p:cNvSpPr txBox="1"/>
          <p:nvPr>
            <p:ph idx="1" type="body"/>
          </p:nvPr>
        </p:nvSpPr>
        <p:spPr>
          <a:xfrm>
            <a:off x="311700" y="3951100"/>
            <a:ext cx="5998800" cy="646800"/>
          </a:xfrm>
          <a:prstGeom prst="rect">
            <a:avLst/>
          </a:prstGeom>
          <a:noFill/>
          <a:ln>
            <a:noFill/>
          </a:ln>
        </p:spPr>
        <p:txBody>
          <a:bodyPr anchorCtr="0" anchor="ctr" bIns="91425" lIns="91425" spcFirstLastPara="1" rIns="91425" wrap="square" tIns="91425">
            <a:noAutofit/>
          </a:bodyPr>
          <a:lstStyle>
            <a:lvl1pPr indent="-228600" lvl="0" marL="457200">
              <a:spcBef>
                <a:spcPts val="0"/>
              </a:spcBef>
              <a:spcAft>
                <a:spcPts val="0"/>
              </a:spcAft>
              <a:buClr>
                <a:schemeClr val="lt1"/>
              </a:buClr>
              <a:buSzPts val="1400"/>
              <a:buNone/>
              <a:defRPr>
                <a:solidFill>
                  <a:schemeClr val="lt1"/>
                </a:solidFill>
              </a:defRPr>
            </a:lvl1pPr>
          </a:lstStyle>
          <a:p/>
        </p:txBody>
      </p:sp>
      <p:sp>
        <p:nvSpPr>
          <p:cNvPr id="335" name="Google Shape;335;p2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36" name="Google Shape;336;p28"/>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37" name="Google Shape;337;p2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38" name="Google Shape;338;p28"/>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339" name="Shape 339"/>
        <p:cNvGrpSpPr/>
        <p:nvPr/>
      </p:nvGrpSpPr>
      <p:grpSpPr>
        <a:xfrm>
          <a:off x="0" y="0"/>
          <a:ext cx="0" cy="0"/>
          <a:chOff x="0" y="0"/>
          <a:chExt cx="0" cy="0"/>
        </a:xfrm>
      </p:grpSpPr>
      <p:pic>
        <p:nvPicPr>
          <p:cNvPr id="340" name="Google Shape;340;p2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41" name="Google Shape;341;p29"/>
          <p:cNvSpPr txBox="1"/>
          <p:nvPr>
            <p:ph hasCustomPrompt="1" type="title"/>
          </p:nvPr>
        </p:nvSpPr>
        <p:spPr>
          <a:xfrm>
            <a:off x="311700" y="624000"/>
            <a:ext cx="8520600" cy="19635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9pPr>
          </a:lstStyle>
          <a:p>
            <a:r>
              <a:t>xx%</a:t>
            </a:r>
          </a:p>
        </p:txBody>
      </p:sp>
      <p:sp>
        <p:nvSpPr>
          <p:cNvPr id="342" name="Google Shape;342;p29"/>
          <p:cNvSpPr txBox="1"/>
          <p:nvPr>
            <p:ph idx="1" type="body"/>
          </p:nvPr>
        </p:nvSpPr>
        <p:spPr>
          <a:xfrm>
            <a:off x="311700" y="2670100"/>
            <a:ext cx="8520600" cy="1300800"/>
          </a:xfrm>
          <a:prstGeom prst="rect">
            <a:avLst/>
          </a:prstGeom>
          <a:noFill/>
          <a:ln>
            <a:noFill/>
          </a:ln>
        </p:spPr>
        <p:txBody>
          <a:bodyPr anchorCtr="0" anchor="ctr" bIns="91425" lIns="91425" spcFirstLastPara="1" rIns="91425" wrap="square" tIns="91425">
            <a:noAutofit/>
          </a:bodyPr>
          <a:lstStyle>
            <a:lvl1pPr indent="-317500" lvl="0" marL="4572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343" name="Google Shape;343;p29"/>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44" name="Google Shape;344;p29"/>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45" name="Google Shape;345;p2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46" name="Google Shape;346;p29"/>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47" name="Shape 347"/>
        <p:cNvGrpSpPr/>
        <p:nvPr/>
      </p:nvGrpSpPr>
      <p:grpSpPr>
        <a:xfrm>
          <a:off x="0" y="0"/>
          <a:ext cx="0" cy="0"/>
          <a:chOff x="0" y="0"/>
          <a:chExt cx="0" cy="0"/>
        </a:xfrm>
      </p:grpSpPr>
      <p:pic>
        <p:nvPicPr>
          <p:cNvPr id="348" name="Google Shape;348;p30"/>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49" name="Google Shape;349;p3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350" name="Shape 350"/>
        <p:cNvGrpSpPr/>
        <p:nvPr/>
      </p:nvGrpSpPr>
      <p:grpSpPr>
        <a:xfrm>
          <a:off x="0" y="0"/>
          <a:ext cx="0" cy="0"/>
          <a:chOff x="0" y="0"/>
          <a:chExt cx="0" cy="0"/>
        </a:xfrm>
      </p:grpSpPr>
      <p:pic>
        <p:nvPicPr>
          <p:cNvPr id="351" name="Google Shape;351;p3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52" name="Google Shape;352;p31"/>
          <p:cNvSpPr txBox="1"/>
          <p:nvPr>
            <p:ph type="title"/>
          </p:nvPr>
        </p:nvSpPr>
        <p:spPr>
          <a:xfrm>
            <a:off x="677325" y="1832775"/>
            <a:ext cx="3217200" cy="1484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4200"/>
              <a:buFont typeface="Urbanist Medium"/>
              <a:buNone/>
              <a:defRPr sz="4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353" name="Google Shape;353;p31"/>
          <p:cNvSpPr txBox="1"/>
          <p:nvPr>
            <p:ph idx="1" type="subTitle"/>
          </p:nvPr>
        </p:nvSpPr>
        <p:spPr>
          <a:xfrm>
            <a:off x="4406650" y="39375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4" name="Google Shape;354;p31"/>
          <p:cNvSpPr txBox="1"/>
          <p:nvPr>
            <p:ph idx="2" type="subTitle"/>
          </p:nvPr>
        </p:nvSpPr>
        <p:spPr>
          <a:xfrm>
            <a:off x="4406650" y="115170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5" name="Google Shape;355;p31"/>
          <p:cNvSpPr txBox="1"/>
          <p:nvPr>
            <p:ph idx="3" type="subTitle"/>
          </p:nvPr>
        </p:nvSpPr>
        <p:spPr>
          <a:xfrm>
            <a:off x="4406650" y="342557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6" name="Google Shape;356;p31"/>
          <p:cNvSpPr txBox="1"/>
          <p:nvPr>
            <p:ph idx="4" type="subTitle"/>
          </p:nvPr>
        </p:nvSpPr>
        <p:spPr>
          <a:xfrm>
            <a:off x="4406650" y="190966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7" name="Google Shape;357;p31"/>
          <p:cNvSpPr txBox="1"/>
          <p:nvPr>
            <p:ph idx="5" type="subTitle"/>
          </p:nvPr>
        </p:nvSpPr>
        <p:spPr>
          <a:xfrm>
            <a:off x="4406650" y="418352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8" name="Google Shape;358;p31"/>
          <p:cNvSpPr txBox="1"/>
          <p:nvPr>
            <p:ph idx="6" type="subTitle"/>
          </p:nvPr>
        </p:nvSpPr>
        <p:spPr>
          <a:xfrm>
            <a:off x="4406650" y="266761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9" name="Google Shape;359;p3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60" name="Google Shape;360;p31"/>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61" name="Google Shape;361;p3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62" name="Google Shape;362;p31"/>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363" name="Shape 363"/>
        <p:cNvGrpSpPr/>
        <p:nvPr/>
      </p:nvGrpSpPr>
      <p:grpSpPr>
        <a:xfrm>
          <a:off x="0" y="0"/>
          <a:ext cx="0" cy="0"/>
          <a:chOff x="0" y="0"/>
          <a:chExt cx="0" cy="0"/>
        </a:xfrm>
      </p:grpSpPr>
      <p:sp>
        <p:nvSpPr>
          <p:cNvPr id="364" name="Google Shape;364;p3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65" name="Google Shape;365;p32"/>
          <p:cNvSpPr txBox="1"/>
          <p:nvPr>
            <p:ph idx="1" type="body"/>
          </p:nvPr>
        </p:nvSpPr>
        <p:spPr>
          <a:xfrm>
            <a:off x="311700" y="1152475"/>
            <a:ext cx="4473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66" name="Google Shape;366;p32"/>
          <p:cNvSpPr/>
          <p:nvPr>
            <p:ph idx="2" type="pic"/>
          </p:nvPr>
        </p:nvSpPr>
        <p:spPr>
          <a:xfrm>
            <a:off x="4992024" y="1152775"/>
            <a:ext cx="3840300" cy="3416400"/>
          </a:xfrm>
          <a:prstGeom prst="rect">
            <a:avLst/>
          </a:prstGeom>
          <a:noFill/>
          <a:ln>
            <a:noFill/>
          </a:ln>
        </p:spPr>
      </p:sp>
      <p:pic>
        <p:nvPicPr>
          <p:cNvPr id="367" name="Google Shape;367;p3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68" name="Google Shape;368;p3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69" name="Google Shape;369;p32"/>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70" name="Google Shape;370;p3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71" name="Google Shape;371;p32"/>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372" name="Shape 372"/>
        <p:cNvGrpSpPr/>
        <p:nvPr/>
      </p:nvGrpSpPr>
      <p:grpSpPr>
        <a:xfrm>
          <a:off x="0" y="0"/>
          <a:ext cx="0" cy="0"/>
          <a:chOff x="0" y="0"/>
          <a:chExt cx="0" cy="0"/>
        </a:xfrm>
      </p:grpSpPr>
      <p:sp>
        <p:nvSpPr>
          <p:cNvPr id="373" name="Google Shape;373;p33"/>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374" name="Google Shape;374;p33"/>
          <p:cNvSpPr txBox="1"/>
          <p:nvPr>
            <p:ph idx="1" type="body"/>
          </p:nvPr>
        </p:nvSpPr>
        <p:spPr>
          <a:xfrm>
            <a:off x="483150" y="2237788"/>
            <a:ext cx="36198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5" name="Google Shape;375;p33"/>
          <p:cNvSpPr txBox="1"/>
          <p:nvPr>
            <p:ph idx="2" type="body"/>
          </p:nvPr>
        </p:nvSpPr>
        <p:spPr>
          <a:xfrm>
            <a:off x="5048000" y="2237788"/>
            <a:ext cx="36198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6" name="Google Shape;376;p33"/>
          <p:cNvSpPr txBox="1"/>
          <p:nvPr>
            <p:ph idx="3" type="subTitle"/>
          </p:nvPr>
        </p:nvSpPr>
        <p:spPr>
          <a:xfrm>
            <a:off x="483150" y="1336161"/>
            <a:ext cx="36198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7" name="Google Shape;377;p33"/>
          <p:cNvSpPr txBox="1"/>
          <p:nvPr>
            <p:ph idx="4" type="subTitle"/>
          </p:nvPr>
        </p:nvSpPr>
        <p:spPr>
          <a:xfrm>
            <a:off x="5048000" y="1336161"/>
            <a:ext cx="36198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8" name="Google Shape;378;p33"/>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79" name="Google Shape;379;p33"/>
          <p:cNvSpPr txBox="1"/>
          <p:nvPr>
            <p:ph idx="5"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80" name="Google Shape;380;p33"/>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381" name="Google Shape;381;p33"/>
          <p:cNvSpPr txBox="1"/>
          <p:nvPr>
            <p:ph idx="6"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382" name="Shape 382"/>
        <p:cNvGrpSpPr/>
        <p:nvPr/>
      </p:nvGrpSpPr>
      <p:grpSpPr>
        <a:xfrm>
          <a:off x="0" y="0"/>
          <a:ext cx="0" cy="0"/>
          <a:chOff x="0" y="0"/>
          <a:chExt cx="0" cy="0"/>
        </a:xfrm>
      </p:grpSpPr>
      <p:sp>
        <p:nvSpPr>
          <p:cNvPr id="383" name="Google Shape;383;p34"/>
          <p:cNvSpPr txBox="1"/>
          <p:nvPr>
            <p:ph idx="1" type="body"/>
          </p:nvPr>
        </p:nvSpPr>
        <p:spPr>
          <a:xfrm>
            <a:off x="48317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84" name="Google Shape;384;p34"/>
          <p:cNvSpPr txBox="1"/>
          <p:nvPr>
            <p:ph idx="2" type="body"/>
          </p:nvPr>
        </p:nvSpPr>
        <p:spPr>
          <a:xfrm>
            <a:off x="334772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85" name="Google Shape;385;p34"/>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386" name="Google Shape;386;p34"/>
          <p:cNvSpPr txBox="1"/>
          <p:nvPr>
            <p:ph idx="3" type="subTitle"/>
          </p:nvPr>
        </p:nvSpPr>
        <p:spPr>
          <a:xfrm>
            <a:off x="48317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7" name="Google Shape;387;p34"/>
          <p:cNvSpPr txBox="1"/>
          <p:nvPr>
            <p:ph idx="4" type="subTitle"/>
          </p:nvPr>
        </p:nvSpPr>
        <p:spPr>
          <a:xfrm>
            <a:off x="334772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8" name="Google Shape;388;p34"/>
          <p:cNvSpPr txBox="1"/>
          <p:nvPr>
            <p:ph idx="5" type="subTitle"/>
          </p:nvPr>
        </p:nvSpPr>
        <p:spPr>
          <a:xfrm>
            <a:off x="621227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9" name="Google Shape;389;p34"/>
          <p:cNvSpPr txBox="1"/>
          <p:nvPr>
            <p:ph idx="6" type="body"/>
          </p:nvPr>
        </p:nvSpPr>
        <p:spPr>
          <a:xfrm>
            <a:off x="621227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0" name="Google Shape;390;p3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91" name="Google Shape;391;p34"/>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92" name="Google Shape;392;p34"/>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393" name="Google Shape;393;p34"/>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394" name="Shape 394"/>
        <p:cNvGrpSpPr/>
        <p:nvPr/>
      </p:nvGrpSpPr>
      <p:grpSpPr>
        <a:xfrm>
          <a:off x="0" y="0"/>
          <a:ext cx="0" cy="0"/>
          <a:chOff x="0" y="0"/>
          <a:chExt cx="0" cy="0"/>
        </a:xfrm>
      </p:grpSpPr>
      <p:sp>
        <p:nvSpPr>
          <p:cNvPr id="395" name="Google Shape;395;p35"/>
          <p:cNvSpPr txBox="1"/>
          <p:nvPr>
            <p:ph idx="1" type="body"/>
          </p:nvPr>
        </p:nvSpPr>
        <p:spPr>
          <a:xfrm>
            <a:off x="366725" y="1759093"/>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6" name="Google Shape;396;p35"/>
          <p:cNvSpPr txBox="1"/>
          <p:nvPr>
            <p:ph idx="2" type="body"/>
          </p:nvPr>
        </p:nvSpPr>
        <p:spPr>
          <a:xfrm>
            <a:off x="4938725" y="1759093"/>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7" name="Google Shape;397;p35"/>
          <p:cNvSpPr txBox="1"/>
          <p:nvPr>
            <p:ph idx="3" type="body"/>
          </p:nvPr>
        </p:nvSpPr>
        <p:spPr>
          <a:xfrm>
            <a:off x="366750" y="3648575"/>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8" name="Google Shape;398;p35"/>
          <p:cNvSpPr txBox="1"/>
          <p:nvPr>
            <p:ph idx="4" type="body"/>
          </p:nvPr>
        </p:nvSpPr>
        <p:spPr>
          <a:xfrm>
            <a:off x="4938750" y="3648575"/>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9" name="Google Shape;399;p35"/>
          <p:cNvSpPr txBox="1"/>
          <p:nvPr>
            <p:ph type="title"/>
          </p:nvPr>
        </p:nvSpPr>
        <p:spPr>
          <a:xfrm>
            <a:off x="366750"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400" name="Google Shape;400;p35"/>
          <p:cNvSpPr txBox="1"/>
          <p:nvPr>
            <p:ph idx="5" type="subTitle"/>
          </p:nvPr>
        </p:nvSpPr>
        <p:spPr>
          <a:xfrm>
            <a:off x="366763" y="1277907"/>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1" name="Google Shape;401;p35"/>
          <p:cNvSpPr txBox="1"/>
          <p:nvPr>
            <p:ph idx="6" type="subTitle"/>
          </p:nvPr>
        </p:nvSpPr>
        <p:spPr>
          <a:xfrm>
            <a:off x="4938738" y="1277907"/>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2" name="Google Shape;402;p35"/>
          <p:cNvSpPr txBox="1"/>
          <p:nvPr>
            <p:ph idx="7" type="subTitle"/>
          </p:nvPr>
        </p:nvSpPr>
        <p:spPr>
          <a:xfrm>
            <a:off x="4938761" y="3167363"/>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3" name="Google Shape;403;p35"/>
          <p:cNvSpPr txBox="1"/>
          <p:nvPr>
            <p:ph idx="8" type="subTitle"/>
          </p:nvPr>
        </p:nvSpPr>
        <p:spPr>
          <a:xfrm>
            <a:off x="366750" y="3167363"/>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pic>
        <p:nvPicPr>
          <p:cNvPr id="404" name="Google Shape;404;p35" title="0226_OpenHouse_NewYork_cover_2.png"/>
          <p:cNvPicPr preferRelativeResize="0"/>
          <p:nvPr/>
        </p:nvPicPr>
        <p:blipFill rotWithShape="1">
          <a:blip r:embed="rId2">
            <a:alphaModFix/>
          </a:blip>
          <a:srcRect b="0" l="0" r="0" t="0"/>
          <a:stretch/>
        </p:blipFill>
        <p:spPr>
          <a:xfrm>
            <a:off x="0" y="0"/>
            <a:ext cx="9144003" cy="5143501"/>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405" name="Shape 405"/>
        <p:cNvGrpSpPr/>
        <p:nvPr/>
      </p:nvGrpSpPr>
      <p:grpSpPr>
        <a:xfrm>
          <a:off x="0" y="0"/>
          <a:ext cx="0" cy="0"/>
          <a:chOff x="0" y="0"/>
          <a:chExt cx="0" cy="0"/>
        </a:xfrm>
      </p:grpSpPr>
      <p:sp>
        <p:nvSpPr>
          <p:cNvPr id="406" name="Google Shape;406;p36"/>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07" name="Google Shape;407;p36"/>
          <p:cNvSpPr/>
          <p:nvPr>
            <p:ph idx="2" type="pic"/>
          </p:nvPr>
        </p:nvSpPr>
        <p:spPr>
          <a:xfrm>
            <a:off x="311700" y="1170425"/>
            <a:ext cx="8520600" cy="3492900"/>
          </a:xfrm>
          <a:prstGeom prst="rect">
            <a:avLst/>
          </a:prstGeom>
          <a:noFill/>
          <a:ln>
            <a:noFill/>
          </a:ln>
        </p:spPr>
      </p:sp>
      <p:sp>
        <p:nvSpPr>
          <p:cNvPr id="408" name="Google Shape;408;p36"/>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09" name="Google Shape;409;p36"/>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10" name="Google Shape;410;p3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411" name="Shape 411"/>
        <p:cNvGrpSpPr/>
        <p:nvPr/>
      </p:nvGrpSpPr>
      <p:grpSpPr>
        <a:xfrm>
          <a:off x="0" y="0"/>
          <a:ext cx="0" cy="0"/>
          <a:chOff x="0" y="0"/>
          <a:chExt cx="0" cy="0"/>
        </a:xfrm>
      </p:grpSpPr>
      <p:sp>
        <p:nvSpPr>
          <p:cNvPr id="412" name="Google Shape;412;p37"/>
          <p:cNvSpPr txBox="1"/>
          <p:nvPr>
            <p:ph idx="1" type="body"/>
          </p:nvPr>
        </p:nvSpPr>
        <p:spPr>
          <a:xfrm>
            <a:off x="311700" y="4080225"/>
            <a:ext cx="4027500" cy="9261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13" name="Google Shape;413;p37"/>
          <p:cNvSpPr/>
          <p:nvPr>
            <p:ph idx="2" type="pic"/>
          </p:nvPr>
        </p:nvSpPr>
        <p:spPr>
          <a:xfrm>
            <a:off x="4804825" y="1133300"/>
            <a:ext cx="4027500" cy="2392800"/>
          </a:xfrm>
          <a:prstGeom prst="rect">
            <a:avLst/>
          </a:prstGeom>
          <a:noFill/>
          <a:ln>
            <a:noFill/>
          </a:ln>
        </p:spPr>
      </p:sp>
      <p:sp>
        <p:nvSpPr>
          <p:cNvPr id="414" name="Google Shape;414;p37"/>
          <p:cNvSpPr/>
          <p:nvPr>
            <p:ph idx="3" type="pic"/>
          </p:nvPr>
        </p:nvSpPr>
        <p:spPr>
          <a:xfrm>
            <a:off x="311725" y="1133300"/>
            <a:ext cx="4027500" cy="2392800"/>
          </a:xfrm>
          <a:prstGeom prst="rect">
            <a:avLst/>
          </a:prstGeom>
          <a:noFill/>
          <a:ln>
            <a:noFill/>
          </a:ln>
        </p:spPr>
      </p:sp>
      <p:sp>
        <p:nvSpPr>
          <p:cNvPr id="415" name="Google Shape;415;p37"/>
          <p:cNvSpPr txBox="1"/>
          <p:nvPr>
            <p:ph idx="4" type="body"/>
          </p:nvPr>
        </p:nvSpPr>
        <p:spPr>
          <a:xfrm>
            <a:off x="4804825" y="4080225"/>
            <a:ext cx="4027500" cy="9261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16" name="Google Shape;416;p37"/>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Char char="●"/>
              <a:defRPr>
                <a:solidFill>
                  <a:schemeClr val="lt1"/>
                </a:solidFill>
              </a:defRPr>
            </a:lvl1pPr>
            <a:lvl2pPr lvl="1">
              <a:spcBef>
                <a:spcPts val="0"/>
              </a:spcBef>
              <a:spcAft>
                <a:spcPts val="0"/>
              </a:spcAft>
              <a:buClr>
                <a:schemeClr val="lt1"/>
              </a:buClr>
              <a:buSzPts val="1400"/>
              <a:buChar char="○"/>
              <a:defRPr>
                <a:solidFill>
                  <a:schemeClr val="lt1"/>
                </a:solidFill>
              </a:defRPr>
            </a:lvl2pPr>
            <a:lvl3pPr lvl="2">
              <a:spcBef>
                <a:spcPts val="0"/>
              </a:spcBef>
              <a:spcAft>
                <a:spcPts val="0"/>
              </a:spcAft>
              <a:buClr>
                <a:schemeClr val="lt1"/>
              </a:buClr>
              <a:buSzPts val="1400"/>
              <a:buChar char="■"/>
              <a:defRPr>
                <a:solidFill>
                  <a:schemeClr val="lt1"/>
                </a:solidFill>
              </a:defRPr>
            </a:lvl3pPr>
            <a:lvl4pPr lvl="3">
              <a:spcBef>
                <a:spcPts val="0"/>
              </a:spcBef>
              <a:spcAft>
                <a:spcPts val="0"/>
              </a:spcAft>
              <a:buClr>
                <a:schemeClr val="lt1"/>
              </a:buClr>
              <a:buSzPts val="1400"/>
              <a:buChar char="●"/>
              <a:defRPr>
                <a:solidFill>
                  <a:schemeClr val="lt1"/>
                </a:solidFill>
              </a:defRPr>
            </a:lvl4pPr>
            <a:lvl5pPr lvl="4">
              <a:spcBef>
                <a:spcPts val="0"/>
              </a:spcBef>
              <a:spcAft>
                <a:spcPts val="0"/>
              </a:spcAft>
              <a:buClr>
                <a:schemeClr val="lt1"/>
              </a:buClr>
              <a:buSzPts val="1400"/>
              <a:buChar char="○"/>
              <a:defRPr>
                <a:solidFill>
                  <a:schemeClr val="lt1"/>
                </a:solidFill>
              </a:defRPr>
            </a:lvl5pPr>
            <a:lvl6pPr lvl="5">
              <a:spcBef>
                <a:spcPts val="0"/>
              </a:spcBef>
              <a:spcAft>
                <a:spcPts val="0"/>
              </a:spcAft>
              <a:buClr>
                <a:schemeClr val="lt1"/>
              </a:buClr>
              <a:buSzPts val="1400"/>
              <a:buChar char="■"/>
              <a:defRPr>
                <a:solidFill>
                  <a:schemeClr val="lt1"/>
                </a:solidFill>
              </a:defRPr>
            </a:lvl6pPr>
            <a:lvl7pPr lvl="6">
              <a:spcBef>
                <a:spcPts val="0"/>
              </a:spcBef>
              <a:spcAft>
                <a:spcPts val="0"/>
              </a:spcAft>
              <a:buClr>
                <a:schemeClr val="lt1"/>
              </a:buClr>
              <a:buSzPts val="1400"/>
              <a:buChar char="●"/>
              <a:defRPr>
                <a:solidFill>
                  <a:schemeClr val="lt1"/>
                </a:solidFill>
              </a:defRPr>
            </a:lvl7pPr>
            <a:lvl8pPr lvl="7">
              <a:spcBef>
                <a:spcPts val="0"/>
              </a:spcBef>
              <a:spcAft>
                <a:spcPts val="0"/>
              </a:spcAft>
              <a:buClr>
                <a:schemeClr val="lt1"/>
              </a:buClr>
              <a:buSzPts val="1400"/>
              <a:buChar char="○"/>
              <a:defRPr>
                <a:solidFill>
                  <a:schemeClr val="lt1"/>
                </a:solidFill>
              </a:defRPr>
            </a:lvl8pPr>
            <a:lvl9pPr lvl="8">
              <a:spcBef>
                <a:spcPts val="0"/>
              </a:spcBef>
              <a:spcAft>
                <a:spcPts val="0"/>
              </a:spcAft>
              <a:buClr>
                <a:schemeClr val="lt1"/>
              </a:buClr>
              <a:buSzPts val="1400"/>
              <a:buChar char="■"/>
              <a:defRPr>
                <a:solidFill>
                  <a:schemeClr val="lt1"/>
                </a:solidFill>
              </a:defRPr>
            </a:lvl9pPr>
          </a:lstStyle>
          <a:p/>
        </p:txBody>
      </p:sp>
      <p:sp>
        <p:nvSpPr>
          <p:cNvPr id="417" name="Google Shape;417;p37"/>
          <p:cNvSpPr txBox="1"/>
          <p:nvPr>
            <p:ph idx="5" type="subTitle"/>
          </p:nvPr>
        </p:nvSpPr>
        <p:spPr>
          <a:xfrm>
            <a:off x="311725" y="3582900"/>
            <a:ext cx="4027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8" name="Google Shape;418;p37"/>
          <p:cNvSpPr txBox="1"/>
          <p:nvPr>
            <p:ph idx="6" type="subTitle"/>
          </p:nvPr>
        </p:nvSpPr>
        <p:spPr>
          <a:xfrm>
            <a:off x="4804825" y="3582900"/>
            <a:ext cx="4027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9" name="Google Shape;419;p37"/>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20" name="Google Shape;420;p37"/>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21" name="Google Shape;421;p37"/>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22" name="Google Shape;422;p37"/>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423" name="Shape 423"/>
        <p:cNvGrpSpPr/>
        <p:nvPr/>
      </p:nvGrpSpPr>
      <p:grpSpPr>
        <a:xfrm>
          <a:off x="0" y="0"/>
          <a:ext cx="0" cy="0"/>
          <a:chOff x="0" y="0"/>
          <a:chExt cx="0" cy="0"/>
        </a:xfrm>
      </p:grpSpPr>
      <p:sp>
        <p:nvSpPr>
          <p:cNvPr id="424" name="Google Shape;424;p38"/>
          <p:cNvSpPr txBox="1"/>
          <p:nvPr>
            <p:ph idx="1" type="body"/>
          </p:nvPr>
        </p:nvSpPr>
        <p:spPr>
          <a:xfrm>
            <a:off x="311700"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25" name="Google Shape;425;p38"/>
          <p:cNvSpPr/>
          <p:nvPr>
            <p:ph idx="2" type="pic"/>
          </p:nvPr>
        </p:nvSpPr>
        <p:spPr>
          <a:xfrm>
            <a:off x="6205225" y="1128325"/>
            <a:ext cx="2627100" cy="2273100"/>
          </a:xfrm>
          <a:prstGeom prst="rect">
            <a:avLst/>
          </a:prstGeom>
          <a:noFill/>
          <a:ln>
            <a:noFill/>
          </a:ln>
        </p:spPr>
      </p:sp>
      <p:sp>
        <p:nvSpPr>
          <p:cNvPr id="426" name="Google Shape;426;p38"/>
          <p:cNvSpPr/>
          <p:nvPr>
            <p:ph idx="3" type="pic"/>
          </p:nvPr>
        </p:nvSpPr>
        <p:spPr>
          <a:xfrm>
            <a:off x="311725" y="1128325"/>
            <a:ext cx="2627100" cy="2273100"/>
          </a:xfrm>
          <a:prstGeom prst="rect">
            <a:avLst/>
          </a:prstGeom>
          <a:noFill/>
          <a:ln>
            <a:noFill/>
          </a:ln>
        </p:spPr>
      </p:sp>
      <p:sp>
        <p:nvSpPr>
          <p:cNvPr id="427" name="Google Shape;427;p38"/>
          <p:cNvSpPr txBox="1"/>
          <p:nvPr>
            <p:ph idx="4" type="body"/>
          </p:nvPr>
        </p:nvSpPr>
        <p:spPr>
          <a:xfrm>
            <a:off x="6205225"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28" name="Google Shape;428;p38"/>
          <p:cNvSpPr/>
          <p:nvPr>
            <p:ph idx="5" type="pic"/>
          </p:nvPr>
        </p:nvSpPr>
        <p:spPr>
          <a:xfrm>
            <a:off x="3255250" y="1128325"/>
            <a:ext cx="2627100" cy="2273100"/>
          </a:xfrm>
          <a:prstGeom prst="rect">
            <a:avLst/>
          </a:prstGeom>
          <a:noFill/>
          <a:ln>
            <a:noFill/>
          </a:ln>
        </p:spPr>
      </p:sp>
      <p:sp>
        <p:nvSpPr>
          <p:cNvPr id="429" name="Google Shape;429;p38"/>
          <p:cNvSpPr txBox="1"/>
          <p:nvPr>
            <p:ph idx="6" type="body"/>
          </p:nvPr>
        </p:nvSpPr>
        <p:spPr>
          <a:xfrm>
            <a:off x="3255250"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30" name="Google Shape;430;p38"/>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Char char="●"/>
              <a:defRPr>
                <a:solidFill>
                  <a:schemeClr val="lt1"/>
                </a:solidFill>
              </a:defRPr>
            </a:lvl1pPr>
            <a:lvl2pPr lvl="1">
              <a:spcBef>
                <a:spcPts val="0"/>
              </a:spcBef>
              <a:spcAft>
                <a:spcPts val="0"/>
              </a:spcAft>
              <a:buClr>
                <a:schemeClr val="lt1"/>
              </a:buClr>
              <a:buSzPts val="1400"/>
              <a:buChar char="○"/>
              <a:defRPr>
                <a:solidFill>
                  <a:schemeClr val="lt1"/>
                </a:solidFill>
              </a:defRPr>
            </a:lvl2pPr>
            <a:lvl3pPr lvl="2">
              <a:spcBef>
                <a:spcPts val="0"/>
              </a:spcBef>
              <a:spcAft>
                <a:spcPts val="0"/>
              </a:spcAft>
              <a:buClr>
                <a:schemeClr val="lt1"/>
              </a:buClr>
              <a:buSzPts val="1400"/>
              <a:buChar char="■"/>
              <a:defRPr>
                <a:solidFill>
                  <a:schemeClr val="lt1"/>
                </a:solidFill>
              </a:defRPr>
            </a:lvl3pPr>
            <a:lvl4pPr lvl="3">
              <a:spcBef>
                <a:spcPts val="0"/>
              </a:spcBef>
              <a:spcAft>
                <a:spcPts val="0"/>
              </a:spcAft>
              <a:buClr>
                <a:schemeClr val="lt1"/>
              </a:buClr>
              <a:buSzPts val="1400"/>
              <a:buChar char="●"/>
              <a:defRPr>
                <a:solidFill>
                  <a:schemeClr val="lt1"/>
                </a:solidFill>
              </a:defRPr>
            </a:lvl4pPr>
            <a:lvl5pPr lvl="4">
              <a:spcBef>
                <a:spcPts val="0"/>
              </a:spcBef>
              <a:spcAft>
                <a:spcPts val="0"/>
              </a:spcAft>
              <a:buClr>
                <a:schemeClr val="lt1"/>
              </a:buClr>
              <a:buSzPts val="1400"/>
              <a:buChar char="○"/>
              <a:defRPr>
                <a:solidFill>
                  <a:schemeClr val="lt1"/>
                </a:solidFill>
              </a:defRPr>
            </a:lvl5pPr>
            <a:lvl6pPr lvl="5">
              <a:spcBef>
                <a:spcPts val="0"/>
              </a:spcBef>
              <a:spcAft>
                <a:spcPts val="0"/>
              </a:spcAft>
              <a:buClr>
                <a:schemeClr val="lt1"/>
              </a:buClr>
              <a:buSzPts val="1400"/>
              <a:buChar char="■"/>
              <a:defRPr>
                <a:solidFill>
                  <a:schemeClr val="lt1"/>
                </a:solidFill>
              </a:defRPr>
            </a:lvl6pPr>
            <a:lvl7pPr lvl="6">
              <a:spcBef>
                <a:spcPts val="0"/>
              </a:spcBef>
              <a:spcAft>
                <a:spcPts val="0"/>
              </a:spcAft>
              <a:buClr>
                <a:schemeClr val="lt1"/>
              </a:buClr>
              <a:buSzPts val="1400"/>
              <a:buChar char="●"/>
              <a:defRPr>
                <a:solidFill>
                  <a:schemeClr val="lt1"/>
                </a:solidFill>
              </a:defRPr>
            </a:lvl7pPr>
            <a:lvl8pPr lvl="7">
              <a:spcBef>
                <a:spcPts val="0"/>
              </a:spcBef>
              <a:spcAft>
                <a:spcPts val="0"/>
              </a:spcAft>
              <a:buClr>
                <a:schemeClr val="lt1"/>
              </a:buClr>
              <a:buSzPts val="1400"/>
              <a:buChar char="○"/>
              <a:defRPr>
                <a:solidFill>
                  <a:schemeClr val="lt1"/>
                </a:solidFill>
              </a:defRPr>
            </a:lvl8pPr>
            <a:lvl9pPr lvl="8">
              <a:spcBef>
                <a:spcPts val="0"/>
              </a:spcBef>
              <a:spcAft>
                <a:spcPts val="0"/>
              </a:spcAft>
              <a:buClr>
                <a:schemeClr val="lt1"/>
              </a:buClr>
              <a:buSzPts val="1400"/>
              <a:buChar char="■"/>
              <a:defRPr>
                <a:solidFill>
                  <a:schemeClr val="lt1"/>
                </a:solidFill>
              </a:defRPr>
            </a:lvl9pPr>
          </a:lstStyle>
          <a:p/>
        </p:txBody>
      </p:sp>
      <p:sp>
        <p:nvSpPr>
          <p:cNvPr id="431" name="Google Shape;431;p38"/>
          <p:cNvSpPr txBox="1"/>
          <p:nvPr>
            <p:ph idx="7" type="subTitle"/>
          </p:nvPr>
        </p:nvSpPr>
        <p:spPr>
          <a:xfrm>
            <a:off x="311725"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2" name="Google Shape;432;p38"/>
          <p:cNvSpPr txBox="1"/>
          <p:nvPr>
            <p:ph idx="8" type="subTitle"/>
          </p:nvPr>
        </p:nvSpPr>
        <p:spPr>
          <a:xfrm>
            <a:off x="6205225"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3" name="Google Shape;433;p38"/>
          <p:cNvSpPr txBox="1"/>
          <p:nvPr>
            <p:ph idx="9" type="subTitle"/>
          </p:nvPr>
        </p:nvSpPr>
        <p:spPr>
          <a:xfrm>
            <a:off x="3255250"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4" name="Google Shape;434;p3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35" name="Google Shape;435;p38"/>
          <p:cNvSpPr txBox="1"/>
          <p:nvPr>
            <p:ph idx="1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36" name="Google Shape;436;p38"/>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37" name="Google Shape;437;p38"/>
          <p:cNvSpPr txBox="1"/>
          <p:nvPr>
            <p:ph idx="1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38" name="Shape 438"/>
        <p:cNvGrpSpPr/>
        <p:nvPr/>
      </p:nvGrpSpPr>
      <p:grpSpPr>
        <a:xfrm>
          <a:off x="0" y="0"/>
          <a:ext cx="0" cy="0"/>
          <a:chOff x="0" y="0"/>
          <a:chExt cx="0" cy="0"/>
        </a:xfrm>
      </p:grpSpPr>
      <p:sp>
        <p:nvSpPr>
          <p:cNvPr id="439" name="Google Shape;439;p39"/>
          <p:cNvSpPr/>
          <p:nvPr>
            <p:ph idx="2" type="pic"/>
          </p:nvPr>
        </p:nvSpPr>
        <p:spPr>
          <a:xfrm>
            <a:off x="311700" y="445025"/>
            <a:ext cx="8520600" cy="4218300"/>
          </a:xfrm>
          <a:prstGeom prst="rect">
            <a:avLst/>
          </a:prstGeom>
          <a:noFill/>
          <a:ln>
            <a:noFill/>
          </a:ln>
        </p:spPr>
      </p:sp>
      <p:sp>
        <p:nvSpPr>
          <p:cNvPr id="440" name="Google Shape;440;p39"/>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41" name="Google Shape;441;p39"/>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42" name="Google Shape;442;p39"/>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43" name="Shape 443"/>
        <p:cNvGrpSpPr/>
        <p:nvPr/>
      </p:nvGrpSpPr>
      <p:grpSpPr>
        <a:xfrm>
          <a:off x="0" y="0"/>
          <a:ext cx="0" cy="0"/>
          <a:chOff x="0" y="0"/>
          <a:chExt cx="0" cy="0"/>
        </a:xfrm>
      </p:grpSpPr>
      <p:sp>
        <p:nvSpPr>
          <p:cNvPr id="444" name="Google Shape;444;p40"/>
          <p:cNvSpPr/>
          <p:nvPr>
            <p:ph idx="2" type="pic"/>
          </p:nvPr>
        </p:nvSpPr>
        <p:spPr>
          <a:xfrm>
            <a:off x="3389600" y="118913"/>
            <a:ext cx="1643700" cy="1535100"/>
          </a:xfrm>
          <a:prstGeom prst="rect">
            <a:avLst/>
          </a:prstGeom>
          <a:noFill/>
          <a:ln>
            <a:noFill/>
          </a:ln>
        </p:spPr>
      </p:sp>
      <p:sp>
        <p:nvSpPr>
          <p:cNvPr id="445" name="Google Shape;445;p40"/>
          <p:cNvSpPr/>
          <p:nvPr>
            <p:ph idx="3" type="pic"/>
          </p:nvPr>
        </p:nvSpPr>
        <p:spPr>
          <a:xfrm>
            <a:off x="5195935" y="118913"/>
            <a:ext cx="1643700" cy="1535100"/>
          </a:xfrm>
          <a:prstGeom prst="rect">
            <a:avLst/>
          </a:prstGeom>
          <a:noFill/>
          <a:ln>
            <a:noFill/>
          </a:ln>
        </p:spPr>
      </p:sp>
      <p:sp>
        <p:nvSpPr>
          <p:cNvPr id="446" name="Google Shape;446;p40"/>
          <p:cNvSpPr/>
          <p:nvPr>
            <p:ph idx="4" type="pic"/>
          </p:nvPr>
        </p:nvSpPr>
        <p:spPr>
          <a:xfrm>
            <a:off x="7002270" y="118913"/>
            <a:ext cx="1643700" cy="1535100"/>
          </a:xfrm>
          <a:prstGeom prst="rect">
            <a:avLst/>
          </a:prstGeom>
          <a:noFill/>
          <a:ln>
            <a:noFill/>
          </a:ln>
        </p:spPr>
      </p:sp>
      <p:sp>
        <p:nvSpPr>
          <p:cNvPr id="447" name="Google Shape;447;p40"/>
          <p:cNvSpPr/>
          <p:nvPr>
            <p:ph idx="5" type="pic"/>
          </p:nvPr>
        </p:nvSpPr>
        <p:spPr>
          <a:xfrm>
            <a:off x="3389588" y="1804212"/>
            <a:ext cx="1643700" cy="1535100"/>
          </a:xfrm>
          <a:prstGeom prst="rect">
            <a:avLst/>
          </a:prstGeom>
          <a:noFill/>
          <a:ln>
            <a:noFill/>
          </a:ln>
        </p:spPr>
      </p:sp>
      <p:sp>
        <p:nvSpPr>
          <p:cNvPr id="448" name="Google Shape;448;p40"/>
          <p:cNvSpPr/>
          <p:nvPr>
            <p:ph idx="6" type="pic"/>
          </p:nvPr>
        </p:nvSpPr>
        <p:spPr>
          <a:xfrm>
            <a:off x="5195922" y="1804212"/>
            <a:ext cx="1643700" cy="1535100"/>
          </a:xfrm>
          <a:prstGeom prst="rect">
            <a:avLst/>
          </a:prstGeom>
          <a:noFill/>
          <a:ln>
            <a:noFill/>
          </a:ln>
        </p:spPr>
      </p:sp>
      <p:sp>
        <p:nvSpPr>
          <p:cNvPr id="449" name="Google Shape;449;p40"/>
          <p:cNvSpPr/>
          <p:nvPr>
            <p:ph idx="7" type="pic"/>
          </p:nvPr>
        </p:nvSpPr>
        <p:spPr>
          <a:xfrm>
            <a:off x="7002257" y="1804212"/>
            <a:ext cx="1643700" cy="1535100"/>
          </a:xfrm>
          <a:prstGeom prst="rect">
            <a:avLst/>
          </a:prstGeom>
          <a:noFill/>
          <a:ln>
            <a:noFill/>
          </a:ln>
        </p:spPr>
      </p:sp>
      <p:sp>
        <p:nvSpPr>
          <p:cNvPr id="450" name="Google Shape;450;p40"/>
          <p:cNvSpPr txBox="1"/>
          <p:nvPr>
            <p:ph type="title"/>
          </p:nvPr>
        </p:nvSpPr>
        <p:spPr>
          <a:xfrm>
            <a:off x="351550" y="445025"/>
            <a:ext cx="2596800" cy="1706400"/>
          </a:xfrm>
          <a:prstGeom prst="rect">
            <a:avLst/>
          </a:prstGeom>
          <a:noFill/>
          <a:ln>
            <a:noFill/>
          </a:ln>
        </p:spPr>
        <p:txBody>
          <a:bodyPr anchorCtr="0" anchor="ctr"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51" name="Google Shape;451;p40"/>
          <p:cNvSpPr/>
          <p:nvPr>
            <p:ph idx="8" type="pic"/>
          </p:nvPr>
        </p:nvSpPr>
        <p:spPr>
          <a:xfrm>
            <a:off x="3389588" y="3489487"/>
            <a:ext cx="1643700" cy="1535100"/>
          </a:xfrm>
          <a:prstGeom prst="rect">
            <a:avLst/>
          </a:prstGeom>
          <a:noFill/>
          <a:ln>
            <a:noFill/>
          </a:ln>
        </p:spPr>
      </p:sp>
      <p:sp>
        <p:nvSpPr>
          <p:cNvPr id="452" name="Google Shape;452;p40"/>
          <p:cNvSpPr/>
          <p:nvPr>
            <p:ph idx="9" type="pic"/>
          </p:nvPr>
        </p:nvSpPr>
        <p:spPr>
          <a:xfrm>
            <a:off x="5195922" y="3489487"/>
            <a:ext cx="1643700" cy="1535100"/>
          </a:xfrm>
          <a:prstGeom prst="rect">
            <a:avLst/>
          </a:prstGeom>
          <a:noFill/>
          <a:ln>
            <a:noFill/>
          </a:ln>
        </p:spPr>
      </p:sp>
      <p:sp>
        <p:nvSpPr>
          <p:cNvPr id="453" name="Google Shape;453;p40"/>
          <p:cNvSpPr/>
          <p:nvPr>
            <p:ph idx="13" type="pic"/>
          </p:nvPr>
        </p:nvSpPr>
        <p:spPr>
          <a:xfrm>
            <a:off x="7002257" y="3489487"/>
            <a:ext cx="1643700" cy="1535100"/>
          </a:xfrm>
          <a:prstGeom prst="rect">
            <a:avLst/>
          </a:prstGeom>
          <a:noFill/>
          <a:ln>
            <a:noFill/>
          </a:ln>
        </p:spPr>
      </p:sp>
      <p:sp>
        <p:nvSpPr>
          <p:cNvPr id="454" name="Google Shape;454;p4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5564">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_6">
    <p:spTree>
      <p:nvGrpSpPr>
        <p:cNvPr id="455" name="Shape 455"/>
        <p:cNvGrpSpPr/>
        <p:nvPr/>
      </p:nvGrpSpPr>
      <p:grpSpPr>
        <a:xfrm>
          <a:off x="0" y="0"/>
          <a:ext cx="0" cy="0"/>
          <a:chOff x="0" y="0"/>
          <a:chExt cx="0" cy="0"/>
        </a:xfrm>
      </p:grpSpPr>
      <p:sp>
        <p:nvSpPr>
          <p:cNvPr id="456" name="Google Shape;456;p4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457" name="Google Shape;457;p4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1">
  <p:cSld name="BLANK_1_1_1_1_1_1_1">
    <p:spTree>
      <p:nvGrpSpPr>
        <p:cNvPr id="458" name="Shape 458"/>
        <p:cNvGrpSpPr/>
        <p:nvPr/>
      </p:nvGrpSpPr>
      <p:grpSpPr>
        <a:xfrm>
          <a:off x="0" y="0"/>
          <a:ext cx="0" cy="0"/>
          <a:chOff x="0" y="0"/>
          <a:chExt cx="0" cy="0"/>
        </a:xfrm>
      </p:grpSpPr>
      <p:pic>
        <p:nvPicPr>
          <p:cNvPr id="459" name="Google Shape;459;p4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460" name="Google Shape;460;p42"/>
          <p:cNvSpPr/>
          <p:nvPr>
            <p:ph idx="2" type="pic"/>
          </p:nvPr>
        </p:nvSpPr>
        <p:spPr>
          <a:xfrm>
            <a:off x="9425" y="-3075"/>
            <a:ext cx="9144000" cy="4641000"/>
          </a:xfrm>
          <a:prstGeom prst="rect">
            <a:avLst/>
          </a:prstGeom>
          <a:noFill/>
          <a:ln>
            <a:noFill/>
          </a:ln>
        </p:spPr>
      </p:sp>
      <p:sp>
        <p:nvSpPr>
          <p:cNvPr id="461" name="Google Shape;461;p42"/>
          <p:cNvSpPr txBox="1"/>
          <p:nvPr>
            <p:ph type="title"/>
          </p:nvPr>
        </p:nvSpPr>
        <p:spPr>
          <a:xfrm>
            <a:off x="234125" y="3337800"/>
            <a:ext cx="8574600" cy="1114800"/>
          </a:xfrm>
          <a:prstGeom prst="rect">
            <a:avLst/>
          </a:prstGeom>
          <a:noFill/>
          <a:ln>
            <a:noFill/>
          </a:ln>
        </p:spPr>
        <p:txBody>
          <a:bodyPr anchorCtr="0" anchor="b" bIns="0" lIns="0" spcFirstLastPara="1" rIns="0" wrap="square" tIns="0">
            <a:noAutofit/>
          </a:bodyPr>
          <a:lstStyle>
            <a:lvl1pPr lvl="0">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462" name="Google Shape;462;p42"/>
          <p:cNvSpPr txBox="1"/>
          <p:nvPr>
            <p:ph idx="1" type="subTitle"/>
          </p:nvPr>
        </p:nvSpPr>
        <p:spPr>
          <a:xfrm>
            <a:off x="228600" y="228600"/>
            <a:ext cx="28701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463" name="Google Shape;463;p42"/>
          <p:cNvSpPr txBox="1"/>
          <p:nvPr>
            <p:ph idx="3" type="subTitle"/>
          </p:nvPr>
        </p:nvSpPr>
        <p:spPr>
          <a:xfrm>
            <a:off x="320625" y="4675975"/>
            <a:ext cx="2700000" cy="2364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464" name="Google Shape;464;p42"/>
          <p:cNvSpPr txBox="1"/>
          <p:nvPr>
            <p:ph idx="4" type="subTitle"/>
          </p:nvPr>
        </p:nvSpPr>
        <p:spPr>
          <a:xfrm>
            <a:off x="4716740" y="4675975"/>
            <a:ext cx="2294700" cy="2364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465" name="Google Shape;465;p42"/>
          <p:cNvSpPr txBox="1"/>
          <p:nvPr>
            <p:ph idx="5" type="subTitle"/>
          </p:nvPr>
        </p:nvSpPr>
        <p:spPr>
          <a:xfrm>
            <a:off x="6859200" y="4683725"/>
            <a:ext cx="2056500" cy="228600"/>
          </a:xfrm>
          <a:prstGeom prst="rect">
            <a:avLst/>
          </a:prstGeom>
          <a:noFill/>
          <a:ln>
            <a:noFill/>
          </a:ln>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466" name="Google Shape;466;p42"/>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467" name="Google Shape;467;p42"/>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468" name="Google Shape;468;p42"/>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idx="12" type="sldNum"/>
          </p:nvPr>
        </p:nvSpPr>
        <p:spPr>
          <a:xfrm>
            <a:off x="8556784" y="4749851"/>
            <a:ext cx="548700" cy="393600"/>
          </a:xfrm>
          <a:prstGeom prst="rect">
            <a:avLst/>
          </a:prstGeom>
          <a:noFill/>
          <a:ln>
            <a:noFill/>
          </a:ln>
        </p:spPr>
        <p:txBody>
          <a:bodyPr anchorCtr="0" anchor="ctr"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33">
          <p15:clr>
            <a:srgbClr val="E46962"/>
          </p15:clr>
        </p15:guide>
        <p15:guide id="10" pos="4292">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47"/>
          <p:cNvSpPr txBox="1"/>
          <p:nvPr>
            <p:ph idx="13"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solidFill>
                  <a:schemeClr val="lt1"/>
                </a:solidFill>
              </a:rPr>
              <a:t>Open House Singapore</a:t>
            </a:r>
            <a:endParaRPr/>
          </a:p>
        </p:txBody>
      </p:sp>
      <p:sp>
        <p:nvSpPr>
          <p:cNvPr id="525" name="Google Shape;525;p47"/>
          <p:cNvSpPr txBox="1"/>
          <p:nvPr>
            <p:ph idx="1" type="subTitle"/>
          </p:nvPr>
        </p:nvSpPr>
        <p:spPr>
          <a:xfrm>
            <a:off x="6859200" y="4683725"/>
            <a:ext cx="2056500" cy="22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
            </a:r>
            <a:endParaRPr/>
          </a:p>
        </p:txBody>
      </p:sp>
      <p:sp>
        <p:nvSpPr>
          <p:cNvPr id="526" name="Google Shape;526;p47"/>
          <p:cNvSpPr txBox="1"/>
          <p:nvPr>
            <p:ph idx="2" type="subTitle"/>
          </p:nvPr>
        </p:nvSpPr>
        <p:spPr>
          <a:xfrm>
            <a:off x="320625" y="4675975"/>
            <a:ext cx="2700000" cy="236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None/>
            </a:pPr>
            <a:r>
              <a:rPr lang="en"/>
              <a:t/>
            </a:r>
            <a:endParaRPr/>
          </a:p>
        </p:txBody>
      </p:sp>
      <p:sp>
        <p:nvSpPr>
          <p:cNvPr id="527" name="Google Shape;527;p47"/>
          <p:cNvSpPr txBox="1"/>
          <p:nvPr>
            <p:ph idx="4294967295" type="sldNum"/>
          </p:nvPr>
        </p:nvSpPr>
        <p:spPr>
          <a:xfrm>
            <a:off x="8556784" y="4749851"/>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8" name="Google Shape;528;p4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9" name="Google Shape;529;p47"/>
          <p:cNvSpPr/>
          <p:nvPr/>
        </p:nvSpPr>
        <p:spPr>
          <a:xfrm>
            <a:off x="102062" y="114500"/>
            <a:ext cx="8919600" cy="4890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en">
                <a:solidFill>
                  <a:schemeClr val="lt1"/>
                </a:solidFill>
              </a:rPr>
              <a:t>Team Name: Signet</a:t>
            </a:r>
            <a:endParaRPr b="1">
              <a:solidFill>
                <a:schemeClr val="lt1"/>
              </a:solidFill>
            </a:endParaRPr>
          </a:p>
          <a:p>
            <a:pPr indent="0" lvl="0" marL="0" rtl="0" algn="l">
              <a:spcBef>
                <a:spcPts val="0"/>
              </a:spcBef>
              <a:spcAft>
                <a:spcPts val="0"/>
              </a:spcAft>
              <a:buNone/>
            </a:pPr>
            <a:r>
              <a:rPr lang="en">
                <a:solidFill>
                  <a:schemeClr val="lt1"/>
                </a:solidFill>
              </a:rPr>
              <a:t>One line: What You’re Building: trading agents with a provable record and a private strategy</a:t>
            </a:r>
            <a:endParaRPr>
              <a:solidFill>
                <a:schemeClr val="lt1"/>
              </a:solidFill>
            </a:endParaRPr>
          </a:p>
        </p:txBody>
      </p:sp>
      <p:sp>
        <p:nvSpPr>
          <p:cNvPr id="530" name="Google Shape;530;p47"/>
          <p:cNvSpPr/>
          <p:nvPr/>
        </p:nvSpPr>
        <p:spPr>
          <a:xfrm>
            <a:off x="65338" y="765133"/>
            <a:ext cx="2788500" cy="1070100"/>
          </a:xfrm>
          <a:prstGeom prst="rect">
            <a:avLst/>
          </a:prstGeom>
          <a:noFill/>
          <a:ln cap="flat" cmpd="sng" w="16675">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Who is This For</a:t>
            </a:r>
            <a:endParaRPr b="1" sz="1316">
              <a:solidFill>
                <a:schemeClr val="lt1"/>
              </a:solidFill>
            </a:endParaRPr>
          </a:p>
          <a:p>
            <a:pPr indent="0" lvl="0" marL="0" rtl="0" algn="l">
              <a:spcBef>
                <a:spcPts val="0"/>
              </a:spcBef>
              <a:spcAft>
                <a:spcPts val="0"/>
              </a:spcAft>
              <a:buNone/>
            </a:pPr>
            <a:r>
              <a:rPr lang="en" sz="816">
                <a:solidFill>
                  <a:schemeClr val="lt1"/>
                </a:solidFill>
              </a:rPr>
              <a:t>the operator behind @DeployFinance (7,295 followers), who gave an AI agent $100,000 for 70 days and posted the result, and the follower deciding which agent should hold their Stock Tokens</a:t>
            </a:r>
            <a:endParaRPr sz="816">
              <a:solidFill>
                <a:schemeClr val="lt1"/>
              </a:solidFill>
            </a:endParaRPr>
          </a:p>
        </p:txBody>
      </p:sp>
      <p:sp>
        <p:nvSpPr>
          <p:cNvPr id="531" name="Google Shape;531;p47"/>
          <p:cNvSpPr/>
          <p:nvPr/>
        </p:nvSpPr>
        <p:spPr>
          <a:xfrm>
            <a:off x="3130808" y="765133"/>
            <a:ext cx="2788500" cy="1070100"/>
          </a:xfrm>
          <a:prstGeom prst="rect">
            <a:avLst/>
          </a:prstGeom>
          <a:noFill/>
          <a:ln cap="flat" cmpd="sng" w="16675">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What They Do Today</a:t>
            </a:r>
            <a:endParaRPr b="1" sz="1316">
              <a:solidFill>
                <a:schemeClr val="lt1"/>
              </a:solidFill>
            </a:endParaRPr>
          </a:p>
          <a:p>
            <a:pPr indent="0" lvl="0" marL="0" rtl="0" algn="l">
              <a:spcBef>
                <a:spcPts val="0"/>
              </a:spcBef>
              <a:spcAft>
                <a:spcPts val="0"/>
              </a:spcAft>
              <a:buNone/>
            </a:pPr>
            <a:r>
              <a:rPr lang="en" sz="816">
                <a:solidFill>
                  <a:schemeClr val="lt1"/>
                </a:solidFill>
              </a:rPr>
              <a:t>post a screenshot. “I don't mind showing my Polymarket PnL.. i do mind showing every single bet” (@Al_Nadim_nabil, 11,178 followers). 0 of 22 viral bot posts gave a wallet to check (@Meta_ZET)</a:t>
            </a:r>
            <a:endParaRPr sz="816">
              <a:solidFill>
                <a:schemeClr val="lt1"/>
              </a:solidFill>
            </a:endParaRPr>
          </a:p>
        </p:txBody>
      </p:sp>
      <p:sp>
        <p:nvSpPr>
          <p:cNvPr id="532" name="Google Shape;532;p47"/>
          <p:cNvSpPr/>
          <p:nvPr/>
        </p:nvSpPr>
        <p:spPr>
          <a:xfrm>
            <a:off x="65338" y="1943976"/>
            <a:ext cx="2788500" cy="1070100"/>
          </a:xfrm>
          <a:prstGeom prst="rect">
            <a:avLst/>
          </a:prstGeom>
          <a:noFill/>
          <a:ln cap="flat" cmpd="sng" w="38100">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The Wedge</a:t>
            </a:r>
            <a:endParaRPr b="1" sz="1316">
              <a:solidFill>
                <a:schemeClr val="lt1"/>
              </a:solidFill>
            </a:endParaRPr>
          </a:p>
          <a:p>
            <a:pPr indent="0" lvl="0" marL="0" rtl="0" algn="l">
              <a:spcBef>
                <a:spcPts val="0"/>
              </a:spcBef>
              <a:spcAft>
                <a:spcPts val="0"/>
              </a:spcAft>
              <a:buNone/>
            </a:pPr>
            <a:r>
              <a:rPr lang="en" sz="816">
                <a:solidFill>
                  <a:schemeClr val="lt1"/>
                </a:solidFill>
              </a:rPr>
              <a:t>stock token bot operators on Robinhood Chain. every trade names the Intel TDX measurement and model hash that made it, the follower's account refuses any other workload, and the strategy text is sealed config whose hash the measured compose pins</a:t>
            </a:r>
            <a:endParaRPr sz="816">
              <a:solidFill>
                <a:schemeClr val="lt1"/>
              </a:solidFill>
            </a:endParaRPr>
          </a:p>
        </p:txBody>
      </p:sp>
      <p:sp>
        <p:nvSpPr>
          <p:cNvPr id="533" name="Google Shape;533;p47"/>
          <p:cNvSpPr/>
          <p:nvPr/>
        </p:nvSpPr>
        <p:spPr>
          <a:xfrm>
            <a:off x="3130806" y="1943976"/>
            <a:ext cx="2788500" cy="1070100"/>
          </a:xfrm>
          <a:prstGeom prst="rect">
            <a:avLst/>
          </a:prstGeom>
          <a:noFill/>
          <a:ln cap="flat" cmpd="sng" w="16675">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Why Now</a:t>
            </a:r>
            <a:endParaRPr b="1" sz="1316">
              <a:solidFill>
                <a:schemeClr val="lt1"/>
              </a:solidFill>
            </a:endParaRPr>
          </a:p>
          <a:p>
            <a:pPr indent="0" lvl="0" marL="0" rtl="0" algn="l">
              <a:spcBef>
                <a:spcPts val="0"/>
              </a:spcBef>
              <a:spcAft>
                <a:spcPts val="0"/>
              </a:spcAft>
              <a:buNone/>
            </a:pPr>
            <a:r>
              <a:rPr lang="en" sz="816">
                <a:solidFill>
                  <a:schemeClr val="lt1"/>
                </a:solidFill>
              </a:rPr>
              <a:t>150,000+ agentic accounts at Robinhood, which does not audit agents. Stock Tokens became Morpho collateral on Oct 22 (https://x.com/RobinhoodCrypto/status/2113270580472381515). 2,529 TEE workloads already run on Phala</a:t>
            </a:r>
            <a:endParaRPr sz="816">
              <a:solidFill>
                <a:schemeClr val="lt1"/>
              </a:solidFill>
            </a:endParaRPr>
          </a:p>
        </p:txBody>
      </p:sp>
      <p:sp>
        <p:nvSpPr>
          <p:cNvPr id="534" name="Google Shape;534;p47"/>
          <p:cNvSpPr/>
          <p:nvPr/>
        </p:nvSpPr>
        <p:spPr>
          <a:xfrm>
            <a:off x="6196266" y="765112"/>
            <a:ext cx="2788500" cy="1070100"/>
          </a:xfrm>
          <a:prstGeom prst="rect">
            <a:avLst/>
          </a:prstGeom>
          <a:noFill/>
          <a:ln cap="flat" cmpd="sng" w="16675">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Alternatives and Gaps</a:t>
            </a:r>
            <a:endParaRPr b="1" sz="1316">
              <a:solidFill>
                <a:schemeClr val="lt1"/>
              </a:solidFill>
            </a:endParaRPr>
          </a:p>
          <a:p>
            <a:pPr indent="0" lvl="0" marL="0" rtl="0" algn="l">
              <a:spcBef>
                <a:spcPts val="0"/>
              </a:spcBef>
              <a:spcAft>
                <a:spcPts val="0"/>
              </a:spcAft>
              <a:buNone/>
            </a:pPr>
            <a:r>
              <a:rPr lang="en" sz="816">
                <a:solidFill>
                  <a:schemeClr val="lt1"/>
                </a:solidFill>
              </a:rPr>
              <a:t>ARCANA: 51 agents, but the platform holds the keys and prompts. Hyperliquid: 9,478 vaults, no proof of which code trades. Robinhood Agents: 150,000+ accounts, no audit. Knidos: testnet, proves rules, not the model</a:t>
            </a:r>
            <a:endParaRPr sz="816">
              <a:solidFill>
                <a:schemeClr val="lt1"/>
              </a:solidFill>
            </a:endParaRPr>
          </a:p>
        </p:txBody>
      </p:sp>
      <p:sp>
        <p:nvSpPr>
          <p:cNvPr id="535" name="Google Shape;535;p47"/>
          <p:cNvSpPr/>
          <p:nvPr/>
        </p:nvSpPr>
        <p:spPr>
          <a:xfrm>
            <a:off x="6196265" y="1943955"/>
            <a:ext cx="2788500" cy="1070100"/>
          </a:xfrm>
          <a:prstGeom prst="rect">
            <a:avLst/>
          </a:prstGeom>
          <a:noFill/>
          <a:ln cap="flat" cmpd="sng" w="16675">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Why Onchain, Why Arbitrum</a:t>
            </a:r>
            <a:endParaRPr b="1" sz="1316">
              <a:solidFill>
                <a:schemeClr val="lt1"/>
              </a:solidFill>
            </a:endParaRPr>
          </a:p>
          <a:p>
            <a:pPr indent="0" lvl="0" marL="0" rtl="0" algn="l">
              <a:spcBef>
                <a:spcPts val="0"/>
              </a:spcBef>
              <a:spcAft>
                <a:spcPts val="0"/>
              </a:spcAft>
              <a:buNone/>
            </a:pPr>
            <a:r>
              <a:rPr lang="en" sz="816">
                <a:solidFill>
                  <a:schemeClr val="lt1"/>
                </a:solidFill>
              </a:rPr>
              <a:t>a Stylus Rust verifier walks Intel's cert chain in one tx (2.37M gas), so anyone can re-check it. Stock Tokens live on Robinhood Chain: a TSLA trade settled for 1 USDG and its receipt names the code on chain</a:t>
            </a:r>
            <a:endParaRPr sz="816">
              <a:solidFill>
                <a:schemeClr val="lt1"/>
              </a:solidFill>
            </a:endParaRPr>
          </a:p>
        </p:txBody>
      </p:sp>
      <p:sp>
        <p:nvSpPr>
          <p:cNvPr id="536" name="Google Shape;536;p47"/>
          <p:cNvSpPr/>
          <p:nvPr/>
        </p:nvSpPr>
        <p:spPr>
          <a:xfrm>
            <a:off x="65275" y="3151285"/>
            <a:ext cx="4331400" cy="1301400"/>
          </a:xfrm>
          <a:prstGeom prst="rect">
            <a:avLst/>
          </a:prstGeom>
          <a:noFill/>
          <a:ln cap="flat" cmpd="sng" w="20100">
            <a:solidFill>
              <a:schemeClr val="dk2"/>
            </a:solidFill>
            <a:prstDash val="solid"/>
            <a:round/>
            <a:headEnd len="sm" w="sm" type="none"/>
            <a:tailEnd len="sm" w="sm" type="none"/>
          </a:ln>
        </p:spPr>
        <p:txBody>
          <a:bodyPr anchorCtr="0" anchor="ctr" bIns="64175" lIns="64175" spcFirstLastPara="1" rIns="64175" wrap="square" tIns="64175">
            <a:noAutofit/>
          </a:bodyPr>
          <a:lstStyle/>
          <a:p>
            <a:pPr indent="0" lvl="0" marL="0" rtl="0" algn="l">
              <a:spcBef>
                <a:spcPts val="0"/>
              </a:spcBef>
              <a:spcAft>
                <a:spcPts val="0"/>
              </a:spcAft>
              <a:buNone/>
            </a:pPr>
            <a:r>
              <a:rPr b="1" lang="en" sz="1383">
                <a:solidFill>
                  <a:schemeClr val="lt1"/>
                </a:solidFill>
              </a:rPr>
              <a:t>First 5-10 Users</a:t>
            </a:r>
            <a:endParaRPr b="1" sz="1383">
              <a:solidFill>
                <a:schemeClr val="lt1"/>
              </a:solidFill>
            </a:endParaRPr>
          </a:p>
          <a:p>
            <a:pPr indent="0" lvl="0" marL="0" rtl="0" algn="l">
              <a:spcBef>
                <a:spcPts val="0"/>
              </a:spcBef>
              <a:spcAft>
                <a:spcPts val="0"/>
              </a:spcAft>
              <a:buNone/>
            </a:pPr>
            <a:r>
              <a:rPr lang="en" sz="983">
                <a:solidFill>
                  <a:schemeClr val="lt1"/>
                </a:solidFill>
              </a:rPr>
              <a:t>@Arcana_Arena (40 creators, 51 agents), @HarmonicAgents (2,502), Meridian402 (stock token market maker), @DeployFinance (7,295), @GrowiHF (1,592), @senpi_ai (14,741), @betashop (22,573), @the_nof1 (54,390), @OxSimpleFarmer (28,443), @Agent_Minimum (471). the first five get a dm this weekend with the TSLA receipt</a:t>
            </a:r>
            <a:endParaRPr sz="983">
              <a:solidFill>
                <a:schemeClr val="lt1"/>
              </a:solidFill>
            </a:endParaRPr>
          </a:p>
        </p:txBody>
      </p:sp>
      <p:sp>
        <p:nvSpPr>
          <p:cNvPr id="537" name="Google Shape;537;p47"/>
          <p:cNvSpPr/>
          <p:nvPr/>
        </p:nvSpPr>
        <p:spPr>
          <a:xfrm>
            <a:off x="4653427" y="3151285"/>
            <a:ext cx="4331400" cy="1301400"/>
          </a:xfrm>
          <a:prstGeom prst="rect">
            <a:avLst/>
          </a:prstGeom>
          <a:noFill/>
          <a:ln cap="flat" cmpd="sng" w="20100">
            <a:solidFill>
              <a:schemeClr val="dk2"/>
            </a:solidFill>
            <a:prstDash val="solid"/>
            <a:round/>
            <a:headEnd len="sm" w="sm" type="none"/>
            <a:tailEnd len="sm" w="sm" type="none"/>
          </a:ln>
        </p:spPr>
        <p:txBody>
          <a:bodyPr anchorCtr="0" anchor="ctr" bIns="64175" lIns="64175" spcFirstLastPara="1" rIns="64175" wrap="square" tIns="64175">
            <a:noAutofit/>
          </a:bodyPr>
          <a:lstStyle/>
          <a:p>
            <a:pPr indent="0" lvl="0" marL="0" rtl="0" algn="l">
              <a:spcBef>
                <a:spcPts val="0"/>
              </a:spcBef>
              <a:spcAft>
                <a:spcPts val="0"/>
              </a:spcAft>
              <a:buNone/>
            </a:pPr>
            <a:r>
              <a:rPr b="1" lang="en" sz="1383">
                <a:solidFill>
                  <a:schemeClr val="lt1"/>
                </a:solidFill>
              </a:rPr>
              <a:t>Ship This Weekend</a:t>
            </a:r>
            <a:endParaRPr b="1" sz="1383">
              <a:solidFill>
                <a:schemeClr val="lt1"/>
              </a:solidFill>
            </a:endParaRPr>
          </a:p>
          <a:p>
            <a:pPr indent="0" lvl="0" marL="0" rtl="0" algn="l">
              <a:spcBef>
                <a:spcPts val="0"/>
              </a:spcBef>
              <a:spcAft>
                <a:spcPts val="0"/>
              </a:spcAft>
              <a:buNone/>
            </a:pPr>
            <a:r>
              <a:rPr lang="en" sz="983">
                <a:solidFill>
                  <a:schemeClr val="lt1"/>
                </a:solidFill>
              </a:rPr>
              <a:t>the measured compose pins the strategy's hash and the decision loop runs inside the enclave; that CVM is admitted on Robinhood Chain testnet (tx 0x5fdc4acb...965c). following leaves exactly one measurement approved. demo: the attested TSLA trade and a different workload refused, both read from the chain</a:t>
            </a:r>
            <a:endParaRPr sz="983">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rk Particles">
  <a:themeElements>
    <a:clrScheme name="Simple Light">
      <a:dk1>
        <a:srgbClr val="000000"/>
      </a:dk1>
      <a:lt1>
        <a:srgbClr val="D4FF00"/>
      </a:lt1>
      <a:dk2>
        <a:srgbClr val="D4FF00"/>
      </a:dk2>
      <a:lt2>
        <a:srgbClr val="434343"/>
      </a:lt2>
      <a:accent1>
        <a:srgbClr val="434343"/>
      </a:accent1>
      <a:accent2>
        <a:srgbClr val="252525"/>
      </a:accent2>
      <a:accent3>
        <a:srgbClr val="D4FF00"/>
      </a:accent3>
      <a:accent4>
        <a:srgbClr val="D4FF00"/>
      </a:accent4>
      <a:accent5>
        <a:srgbClr val="D4FF00"/>
      </a:accent5>
      <a:accent6>
        <a:srgbClr val="13AAFF"/>
      </a:accent6>
      <a:hlink>
        <a:srgbClr val="13AA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