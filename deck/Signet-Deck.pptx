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5.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89" r:id="rId4"/>
  </p:sldMasterIdLst>
  <p:notesMasterIdLst>
    <p:notesMasterId r:id="rId5"/>
  </p:notesMasterIdLst>
  <p:sldIdLst>
    <p:sldId id="262" r:id="rId12"/>
    <p:sldId id="263" r:id="rId13"/>
    <p:sldId id="264" r:id="rId14"/>
    <p:sldId id="265" r:id="rId15"/>
    <p:sldId id="266" r:id="rId16"/>
    <p:sldId id="267" r:id="rId17"/>
    <p:sldId id="268" r:id="rId18"/>
    <p:sldId id="269" r:id="rId19"/>
    <p:sldId id="270" r:id="rId20"/>
    <p:sldId id="271" r:id="rId21"/>
    <p:sldId id="272" r:id="rId22"/>
    <p:sldId id="273" r:id="rId23"/>
    <p:sldId id="260" r:id="rId10"/>
    <p:sldId id="274" r:id="rId2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pos="2880">
          <p15:clr>
            <a:srgbClr val="747775"/>
          </p15:clr>
        </p15:guide>
        <p15:guide id="2" orient="horz" pos="576">
          <p15:clr>
            <a:srgbClr val="747775"/>
          </p15:clr>
        </p15:guide>
        <p15:guide id="3" orient="horz" pos="886">
          <p15:clr>
            <a:srgbClr val="747775"/>
          </p15:clr>
        </p15:guide>
        <p15:guide id="4" orient="horz" pos="1264">
          <p15:clr>
            <a:srgbClr val="747775"/>
          </p15:clr>
        </p15:guide>
        <p15:guide id="5" orient="horz" pos="1465">
          <p15:clr>
            <a:srgbClr val="747775"/>
          </p15:clr>
        </p15:guide>
        <p15:guide id="6" orient="horz" pos="596">
          <p15:clr>
            <a:srgbClr val="747775"/>
          </p15:clr>
        </p15:guide>
        <p15:guide id="7" orient="horz" pos="1918">
          <p15:clr>
            <a:srgbClr val="747775"/>
          </p15:clr>
        </p15:guide>
        <p15:guide id="8" orient="horz" pos="1421">
          <p15:clr>
            <a:srgbClr val="747775"/>
          </p15:clr>
        </p15:guide>
        <p15:guide id="9" orient="horz" pos="1214">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p:guide pos="576" orient="horz"/>
        <p:guide pos="886" orient="horz"/>
        <p:guide pos="1264" orient="horz"/>
        <p:guide pos="1465" orient="horz"/>
        <p:guide pos="596" orient="horz"/>
        <p:guide pos="1918" orient="horz"/>
        <p:guide pos="1421" orient="horz"/>
        <p:guide pos="1214" orient="horz"/>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10" Type="http://schemas.openxmlformats.org/officeDocument/2006/relationships/slide" Target="slides/slide5.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3efe051518a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2" name="Google Shape;522;g3efe051518a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Canvas 1 of 2, the official Product Canvas for Signet. Who it is for, what they do today, the wedge, why now, alternatives, why onchain, first users, and what ships this weekend. Every figure carries its source in the line under the boxes.</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0:00 to 0:08. Signet puts AI trading agents on Robinhood Chain with a provable record and a private strategy. A record belongs to the code that made it.</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0:08 to 0:26. Someone vetted 22 viral posts claiming a 200x AI trading bot. Zero gave a wallet you could check. One reply says it plainly: until an agent can prove its track record without human intervention, it is a cool demo.</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0:26 to 0:41. Robinhood has over 150,000 agentic accounts and about 30 million tool uses a day, and says it does not audit agents. Limits answer how much an agent can lose. Nothing answers which code is trading. Copy trading today pays for screenshots.</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0:41 to 1:03. Three steps. The creator's agent runs in an Intel TDX enclave and makes its key inside. Every receipt names the exact code and the model that answered, checked on chain by Stylus verifiers in Rust. The follower's account stores the agent key only for a measurement the follower approved. Any other workload is refused.</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1:03 to 1:33. Here is the proof on Robinhood Chain testnet. The agent bought TSLA with one USDG. Open the transaction, Logs tab: the event records the workload's measurement and the model hash. Now the refusal. A genuine Intel quote from a different workload was submitted. The hardware is real and the code is not the approved code, so the chain reverts with MeasurementNotApproved. In the app, the leaderboard lists each agent by measurement.</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1:33 to 1:51. Three ideas. The measured image commits to the strategy's hash while the strategy text stays in the enclave. That is private strategy, public proof, and it ships this weekend. A Stylus verifier walks Intel's certificate chain for about 2.37 million gas. And it checks platform status, enclave identity and revocation lists.</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1:51 to 2:03. The follower's account holds the money, so it carries the tests. 314 forge tests across 21 suites. A mutation run removes 110 guards one at a time and catches 109, the last is documented as equivalent. The agent key can never become owner.</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2:03 to 2:15. The first five users are named. DeployFinance gave an AI one hundred thousand dollars for 70 days. Growi runs a vault near three million dollars of profit with a strategy it will not open. Arcana hosts 40 creators on Robinhood Chain today.</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2:15 to 2:23. The model has two fees. Creators earn a performance fee on new profit above the follower's high-water mark. Followers pay a flat subscription for an admitted agent. Signet takes a share of each fee.</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2:23 to 2:33. Arcana proves a record was not edited, but the platform holds keys and prompts. Hyperliquid proves the PnL, not the code. Robinhood gives limits. Knidos proves trades fit parameters. Phala proves a workload ran in a TEE. Signet proves the code behind every trade.</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2:33 to 2:42. We start with people we can name. Arcana's board has 40 creators and 51 agents. We message them with the TSLA receipt attached. One sentence: your next record can be a measurement, not a screenshot.</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2:42 to 3:00. The ask: an introduction to Robinhood Chain partnerships and five creators willing to run an agent in an enclave. Funding releases half upfront and half on milestones across thirty days. A record you can verify, a strategy you keep. Open the app and check the trade yourself.</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Canvas 2 of 2, the official GTM Canvas for Signet. Who buys and who uses, the first reachable audience, three channels, the one-sentence message, the proof we need first, the intro that helps, five named targets, and the ask.</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ALT 1">
  <p:cSld name="BLANK_4">
    <p:spTree>
      <p:nvGrpSpPr>
        <p:cNvPr id="7" name="Shape 7"/>
        <p:cNvGrpSpPr/>
        <p:nvPr/>
      </p:nvGrpSpPr>
      <p:grpSpPr>
        <a:xfrm>
          <a:off x="0" y="0"/>
          <a:ext cx="0" cy="0"/>
          <a:chOff x="0" y="0"/>
          <a:chExt cx="0" cy="0"/>
        </a:xfrm>
      </p:grpSpPr>
      <p:pic>
        <p:nvPicPr>
          <p:cNvPr id="8" name="Google Shape;8;p2"/>
          <p:cNvPicPr preferRelativeResize="0"/>
          <p:nvPr/>
        </p:nvPicPr>
        <p:blipFill rotWithShape="1">
          <a:blip r:embed="rId2">
            <a:alphaModFix/>
          </a:blip>
          <a:srcRect b="-9999" l="0" r="0" t="0"/>
          <a:stretch/>
        </p:blipFill>
        <p:spPr>
          <a:xfrm>
            <a:off x="0" y="0"/>
            <a:ext cx="9144003" cy="5143501"/>
          </a:xfrm>
          <a:prstGeom prst="rect">
            <a:avLst/>
          </a:prstGeom>
          <a:noFill/>
          <a:ln>
            <a:noFill/>
          </a:ln>
        </p:spPr>
      </p:pic>
      <p:sp>
        <p:nvSpPr>
          <p:cNvPr id="9" name="Google Shape;9;p2"/>
          <p:cNvSpPr txBox="1"/>
          <p:nvPr>
            <p:ph idx="1" type="subTitle"/>
          </p:nvPr>
        </p:nvSpPr>
        <p:spPr>
          <a:xfrm>
            <a:off x="228600" y="1738950"/>
            <a:ext cx="4402800" cy="252000"/>
          </a:xfrm>
          <a:prstGeom prst="rect">
            <a:avLst/>
          </a:prstGeom>
          <a:noFill/>
          <a:ln>
            <a:noFill/>
          </a:ln>
        </p:spPr>
        <p:txBody>
          <a:bodyPr anchorCtr="0" anchor="ctr" bIns="0" lIns="0" spcFirstLastPara="1" rIns="0" wrap="square" tIns="0">
            <a:noAutofit/>
          </a:bodyPr>
          <a:lstStyle>
            <a:lvl1pPr lvl="0">
              <a:spcBef>
                <a:spcPts val="0"/>
              </a:spcBef>
              <a:spcAft>
                <a:spcPts val="0"/>
              </a:spcAft>
              <a:buClr>
                <a:schemeClr val="dk2"/>
              </a:buClr>
              <a:buSzPts val="1400"/>
              <a:buFont typeface="Urbanist Medium"/>
              <a:buNone/>
              <a:defRPr>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Medium"/>
              <a:buNone/>
              <a:defRPr>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400"/>
              <a:buFont typeface="Urbanist Medium"/>
              <a:buNone/>
              <a:defRPr>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400"/>
              <a:buFont typeface="Urbanist Medium"/>
              <a:buNone/>
              <a:defRPr>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400"/>
              <a:buFont typeface="Urbanist Medium"/>
              <a:buNone/>
              <a:defRPr>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400"/>
              <a:buFont typeface="Urbanist Medium"/>
              <a:buNone/>
              <a:defRPr>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400"/>
              <a:buFont typeface="Urbanist Medium"/>
              <a:buNone/>
              <a:defRPr>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400"/>
              <a:buFont typeface="Urbanist Medium"/>
              <a:buNone/>
              <a:defRPr>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400"/>
              <a:buFont typeface="Urbanist Medium"/>
              <a:buNone/>
              <a:defRPr>
                <a:solidFill>
                  <a:schemeClr val="dk2"/>
                </a:solidFill>
                <a:latin typeface="Urbanist Medium"/>
                <a:ea typeface="Urbanist Medium"/>
                <a:cs typeface="Urbanist Medium"/>
                <a:sym typeface="Urbanist Medium"/>
              </a:defRPr>
            </a:lvl9pPr>
          </a:lstStyle>
          <a:p/>
        </p:txBody>
      </p:sp>
      <p:sp>
        <p:nvSpPr>
          <p:cNvPr id="10" name="Google Shape;10;p2"/>
          <p:cNvSpPr txBox="1"/>
          <p:nvPr>
            <p:ph type="title"/>
          </p:nvPr>
        </p:nvSpPr>
        <p:spPr>
          <a:xfrm>
            <a:off x="228600" y="228600"/>
            <a:ext cx="6658800" cy="1419000"/>
          </a:xfrm>
          <a:prstGeom prst="rect">
            <a:avLst/>
          </a:prstGeom>
          <a:noFill/>
          <a:ln>
            <a:noFill/>
          </a:ln>
        </p:spPr>
        <p:txBody>
          <a:bodyPr anchorCtr="0" anchor="ctr" bIns="0" lIns="0" spcFirstLastPara="1" rIns="0" wrap="square" tIns="0">
            <a:noAutofit/>
          </a:bodyPr>
          <a:lstStyle>
            <a:lvl1pPr lvl="0">
              <a:lnSpc>
                <a:spcPct val="85000"/>
              </a:lnSpc>
              <a:spcBef>
                <a:spcPts val="0"/>
              </a:spcBef>
              <a:spcAft>
                <a:spcPts val="0"/>
              </a:spcAft>
              <a:buNone/>
              <a:defRPr sz="4800">
                <a:solidFill>
                  <a:schemeClr val="dk2"/>
                </a:solidFill>
                <a:latin typeface="Urbanist Medium"/>
                <a:ea typeface="Urbanist Medium"/>
                <a:cs typeface="Urbanist Medium"/>
                <a:sym typeface="Urbanist Medium"/>
              </a:defRPr>
            </a:lvl1pPr>
            <a:lvl2pPr lvl="1">
              <a:lnSpc>
                <a:spcPct val="85000"/>
              </a:lnSpc>
              <a:spcBef>
                <a:spcPts val="0"/>
              </a:spcBef>
              <a:spcAft>
                <a:spcPts val="0"/>
              </a:spcAft>
              <a:buNone/>
              <a:defRPr sz="4800">
                <a:solidFill>
                  <a:schemeClr val="dk2"/>
                </a:solidFill>
                <a:latin typeface="Urbanist Medium"/>
                <a:ea typeface="Urbanist Medium"/>
                <a:cs typeface="Urbanist Medium"/>
                <a:sym typeface="Urbanist Medium"/>
              </a:defRPr>
            </a:lvl2pPr>
            <a:lvl3pPr lvl="2">
              <a:lnSpc>
                <a:spcPct val="85000"/>
              </a:lnSpc>
              <a:spcBef>
                <a:spcPts val="0"/>
              </a:spcBef>
              <a:spcAft>
                <a:spcPts val="0"/>
              </a:spcAft>
              <a:buNone/>
              <a:defRPr sz="4800">
                <a:solidFill>
                  <a:schemeClr val="dk2"/>
                </a:solidFill>
                <a:latin typeface="Urbanist Medium"/>
                <a:ea typeface="Urbanist Medium"/>
                <a:cs typeface="Urbanist Medium"/>
                <a:sym typeface="Urbanist Medium"/>
              </a:defRPr>
            </a:lvl3pPr>
            <a:lvl4pPr lvl="3">
              <a:lnSpc>
                <a:spcPct val="85000"/>
              </a:lnSpc>
              <a:spcBef>
                <a:spcPts val="0"/>
              </a:spcBef>
              <a:spcAft>
                <a:spcPts val="0"/>
              </a:spcAft>
              <a:buNone/>
              <a:defRPr sz="4800">
                <a:solidFill>
                  <a:schemeClr val="dk2"/>
                </a:solidFill>
                <a:latin typeface="Urbanist Medium"/>
                <a:ea typeface="Urbanist Medium"/>
                <a:cs typeface="Urbanist Medium"/>
                <a:sym typeface="Urbanist Medium"/>
              </a:defRPr>
            </a:lvl4pPr>
            <a:lvl5pPr lvl="4">
              <a:lnSpc>
                <a:spcPct val="85000"/>
              </a:lnSpc>
              <a:spcBef>
                <a:spcPts val="0"/>
              </a:spcBef>
              <a:spcAft>
                <a:spcPts val="0"/>
              </a:spcAft>
              <a:buNone/>
              <a:defRPr sz="4800">
                <a:solidFill>
                  <a:schemeClr val="dk2"/>
                </a:solidFill>
                <a:latin typeface="Urbanist Medium"/>
                <a:ea typeface="Urbanist Medium"/>
                <a:cs typeface="Urbanist Medium"/>
                <a:sym typeface="Urbanist Medium"/>
              </a:defRPr>
            </a:lvl5pPr>
            <a:lvl6pPr lvl="5">
              <a:lnSpc>
                <a:spcPct val="85000"/>
              </a:lnSpc>
              <a:spcBef>
                <a:spcPts val="0"/>
              </a:spcBef>
              <a:spcAft>
                <a:spcPts val="0"/>
              </a:spcAft>
              <a:buNone/>
              <a:defRPr sz="4800">
                <a:solidFill>
                  <a:schemeClr val="dk2"/>
                </a:solidFill>
                <a:latin typeface="Urbanist Medium"/>
                <a:ea typeface="Urbanist Medium"/>
                <a:cs typeface="Urbanist Medium"/>
                <a:sym typeface="Urbanist Medium"/>
              </a:defRPr>
            </a:lvl6pPr>
            <a:lvl7pPr lvl="6">
              <a:lnSpc>
                <a:spcPct val="85000"/>
              </a:lnSpc>
              <a:spcBef>
                <a:spcPts val="0"/>
              </a:spcBef>
              <a:spcAft>
                <a:spcPts val="0"/>
              </a:spcAft>
              <a:buNone/>
              <a:defRPr sz="4800">
                <a:solidFill>
                  <a:schemeClr val="dk2"/>
                </a:solidFill>
                <a:latin typeface="Urbanist Medium"/>
                <a:ea typeface="Urbanist Medium"/>
                <a:cs typeface="Urbanist Medium"/>
                <a:sym typeface="Urbanist Medium"/>
              </a:defRPr>
            </a:lvl7pPr>
            <a:lvl8pPr lvl="7">
              <a:lnSpc>
                <a:spcPct val="85000"/>
              </a:lnSpc>
              <a:spcBef>
                <a:spcPts val="0"/>
              </a:spcBef>
              <a:spcAft>
                <a:spcPts val="0"/>
              </a:spcAft>
              <a:buNone/>
              <a:defRPr sz="4800">
                <a:solidFill>
                  <a:schemeClr val="dk2"/>
                </a:solidFill>
                <a:latin typeface="Urbanist Medium"/>
                <a:ea typeface="Urbanist Medium"/>
                <a:cs typeface="Urbanist Medium"/>
                <a:sym typeface="Urbanist Medium"/>
              </a:defRPr>
            </a:lvl8pPr>
            <a:lvl9pPr lvl="8">
              <a:lnSpc>
                <a:spcPct val="85000"/>
              </a:lnSpc>
              <a:spcBef>
                <a:spcPts val="0"/>
              </a:spcBef>
              <a:spcAft>
                <a:spcPts val="0"/>
              </a:spcAft>
              <a:buNone/>
              <a:defRPr sz="4800">
                <a:solidFill>
                  <a:schemeClr val="dk2"/>
                </a:solidFill>
                <a:latin typeface="Urbanist Medium"/>
                <a:ea typeface="Urbanist Medium"/>
                <a:cs typeface="Urbanist Medium"/>
                <a:sym typeface="Urbanist Medium"/>
              </a:defRPr>
            </a:lvl9pPr>
          </a:lstStyle>
          <a:p/>
        </p:txBody>
      </p:sp>
      <p:sp>
        <p:nvSpPr>
          <p:cNvPr id="11" name="Google Shape;11;p2"/>
          <p:cNvSpPr txBox="1"/>
          <p:nvPr>
            <p:ph idx="2" type="subTitle"/>
          </p:nvPr>
        </p:nvSpPr>
        <p:spPr>
          <a:xfrm>
            <a:off x="297075" y="4175900"/>
            <a:ext cx="1565100" cy="228600"/>
          </a:xfrm>
          <a:prstGeom prst="rect">
            <a:avLst/>
          </a:prstGeom>
          <a:noFill/>
          <a:ln>
            <a:noFill/>
          </a:ln>
        </p:spPr>
        <p:txBody>
          <a:bodyPr anchorCtr="0" anchor="ctr" bIns="0" lIns="0" spcFirstLastPara="1" rIns="0" wrap="square" tIns="0">
            <a:noAutofit/>
          </a:bodyPr>
          <a:lstStyle>
            <a:lvl1pPr lvl="0" algn="ctr">
              <a:spcBef>
                <a:spcPts val="0"/>
              </a:spcBef>
              <a:spcAft>
                <a:spcPts val="0"/>
              </a:spcAft>
              <a:buClr>
                <a:schemeClr val="lt1"/>
              </a:buClr>
              <a:buSzPts val="1200"/>
              <a:buFont typeface="Urbanist Medium"/>
              <a:buNone/>
              <a:defRPr sz="1200">
                <a:latin typeface="Urbanist Medium"/>
                <a:ea typeface="Urbanist Medium"/>
                <a:cs typeface="Urbanist Medium"/>
                <a:sym typeface="Urbanist Medium"/>
              </a:defRPr>
            </a:lvl1pPr>
            <a:lvl2pPr lvl="1" algn="ctr">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2pPr>
            <a:lvl3pPr lvl="2" algn="ctr">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3pPr>
            <a:lvl4pPr lvl="3" algn="ctr">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4pPr>
            <a:lvl5pPr lvl="4" algn="ctr">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5pPr>
            <a:lvl6pPr lvl="5" algn="ctr">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6pPr>
            <a:lvl7pPr lvl="6" algn="ctr">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7pPr>
            <a:lvl8pPr lvl="7" algn="ctr">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8pPr>
            <a:lvl9pPr lvl="8" algn="ctr">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9pPr>
          </a:lstStyle>
          <a:p/>
        </p:txBody>
      </p:sp>
      <p:sp>
        <p:nvSpPr>
          <p:cNvPr id="12" name="Google Shape;12;p2"/>
          <p:cNvSpPr txBox="1"/>
          <p:nvPr>
            <p:ph idx="3" type="subTitle"/>
          </p:nvPr>
        </p:nvSpPr>
        <p:spPr>
          <a:xfrm>
            <a:off x="1786375" y="4175900"/>
            <a:ext cx="1565100" cy="228600"/>
          </a:xfrm>
          <a:prstGeom prst="rect">
            <a:avLst/>
          </a:prstGeom>
          <a:noFill/>
          <a:ln>
            <a:noFill/>
          </a:ln>
        </p:spPr>
        <p:txBody>
          <a:bodyPr anchorCtr="0" anchor="ctr" bIns="0" lIns="0" spcFirstLastPara="1" rIns="0" wrap="square" tIns="0">
            <a:noAutofit/>
          </a:bodyPr>
          <a:lstStyle>
            <a:lvl1pPr lvl="0" algn="ctr">
              <a:spcBef>
                <a:spcPts val="0"/>
              </a:spcBef>
              <a:spcAft>
                <a:spcPts val="0"/>
              </a:spcAft>
              <a:buClr>
                <a:schemeClr val="lt1"/>
              </a:buClr>
              <a:buSzPts val="1200"/>
              <a:buFont typeface="Urbanist Medium"/>
              <a:buNone/>
              <a:defRPr sz="1200">
                <a:latin typeface="Urbanist Medium"/>
                <a:ea typeface="Urbanist Medium"/>
                <a:cs typeface="Urbanist Medium"/>
                <a:sym typeface="Urbanist Medium"/>
              </a:defRPr>
            </a:lvl1pPr>
            <a:lvl2pPr lvl="1" algn="ctr">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2pPr>
            <a:lvl3pPr lvl="2" algn="ctr">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3pPr>
            <a:lvl4pPr lvl="3" algn="ctr">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4pPr>
            <a:lvl5pPr lvl="4" algn="ctr">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5pPr>
            <a:lvl6pPr lvl="5" algn="ctr">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6pPr>
            <a:lvl7pPr lvl="6" algn="ctr">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7pPr>
            <a:lvl8pPr lvl="7" algn="ctr">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8pPr>
            <a:lvl9pPr lvl="8" algn="ctr">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9pPr>
          </a:lstStyle>
          <a:p/>
        </p:txBody>
      </p:sp>
      <p:sp>
        <p:nvSpPr>
          <p:cNvPr id="13" name="Google Shape;13;p2"/>
          <p:cNvSpPr txBox="1"/>
          <p:nvPr>
            <p:ph idx="4" type="subTitle"/>
          </p:nvPr>
        </p:nvSpPr>
        <p:spPr>
          <a:xfrm>
            <a:off x="228591" y="3454475"/>
            <a:ext cx="4659600" cy="252000"/>
          </a:xfrm>
          <a:prstGeom prst="rect">
            <a:avLst/>
          </a:prstGeom>
          <a:noFill/>
          <a:ln>
            <a:noFill/>
          </a:ln>
        </p:spPr>
        <p:txBody>
          <a:bodyPr anchorCtr="0" anchor="ctr" bIns="91425" lIns="0" spcFirstLastPara="1" rIns="91425" wrap="square" tIns="0">
            <a:noAutofit/>
          </a:bodyPr>
          <a:lstStyle>
            <a:lvl1pPr lvl="0">
              <a:spcBef>
                <a:spcPts val="0"/>
              </a:spcBef>
              <a:spcAft>
                <a:spcPts val="0"/>
              </a:spcAft>
              <a:buClr>
                <a:schemeClr val="lt1"/>
              </a:buClr>
              <a:buSzPts val="1200"/>
              <a:buFont typeface="Urbanist Medium"/>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Medium"/>
              <a:buNone/>
              <a:defRPr>
                <a:solidFill>
                  <a:schemeClr val="lt1"/>
                </a:solidFill>
                <a:latin typeface="Urbanist Medium"/>
                <a:ea typeface="Urbanist Medium"/>
                <a:cs typeface="Urbanist Medium"/>
                <a:sym typeface="Urbanist Medium"/>
              </a:defRPr>
            </a:lvl2pPr>
            <a:lvl3pPr lvl="2">
              <a:spcBef>
                <a:spcPts val="0"/>
              </a:spcBef>
              <a:spcAft>
                <a:spcPts val="0"/>
              </a:spcAft>
              <a:buClr>
                <a:schemeClr val="lt1"/>
              </a:buClr>
              <a:buSzPts val="1400"/>
              <a:buFont typeface="Urbanist Medium"/>
              <a:buNone/>
              <a:defRPr>
                <a:solidFill>
                  <a:schemeClr val="lt1"/>
                </a:solidFill>
                <a:latin typeface="Urbanist Medium"/>
                <a:ea typeface="Urbanist Medium"/>
                <a:cs typeface="Urbanist Medium"/>
                <a:sym typeface="Urbanist Medium"/>
              </a:defRPr>
            </a:lvl3pPr>
            <a:lvl4pPr lvl="3">
              <a:spcBef>
                <a:spcPts val="0"/>
              </a:spcBef>
              <a:spcAft>
                <a:spcPts val="0"/>
              </a:spcAft>
              <a:buClr>
                <a:schemeClr val="lt1"/>
              </a:buClr>
              <a:buSzPts val="1400"/>
              <a:buFont typeface="Urbanist Medium"/>
              <a:buNone/>
              <a:defRPr>
                <a:solidFill>
                  <a:schemeClr val="lt1"/>
                </a:solidFill>
                <a:latin typeface="Urbanist Medium"/>
                <a:ea typeface="Urbanist Medium"/>
                <a:cs typeface="Urbanist Medium"/>
                <a:sym typeface="Urbanist Medium"/>
              </a:defRPr>
            </a:lvl4pPr>
            <a:lvl5pPr lvl="4">
              <a:spcBef>
                <a:spcPts val="0"/>
              </a:spcBef>
              <a:spcAft>
                <a:spcPts val="0"/>
              </a:spcAft>
              <a:buClr>
                <a:schemeClr val="lt1"/>
              </a:buClr>
              <a:buSzPts val="1400"/>
              <a:buFont typeface="Urbanist Medium"/>
              <a:buNone/>
              <a:defRPr>
                <a:solidFill>
                  <a:schemeClr val="lt1"/>
                </a:solidFill>
                <a:latin typeface="Urbanist Medium"/>
                <a:ea typeface="Urbanist Medium"/>
                <a:cs typeface="Urbanist Medium"/>
                <a:sym typeface="Urbanist Medium"/>
              </a:defRPr>
            </a:lvl5pPr>
            <a:lvl6pPr lvl="5">
              <a:spcBef>
                <a:spcPts val="0"/>
              </a:spcBef>
              <a:spcAft>
                <a:spcPts val="0"/>
              </a:spcAft>
              <a:buClr>
                <a:schemeClr val="lt1"/>
              </a:buClr>
              <a:buSzPts val="1400"/>
              <a:buFont typeface="Urbanist Medium"/>
              <a:buNone/>
              <a:defRPr>
                <a:solidFill>
                  <a:schemeClr val="lt1"/>
                </a:solidFill>
                <a:latin typeface="Urbanist Medium"/>
                <a:ea typeface="Urbanist Medium"/>
                <a:cs typeface="Urbanist Medium"/>
                <a:sym typeface="Urbanist Medium"/>
              </a:defRPr>
            </a:lvl6pPr>
            <a:lvl7pPr lvl="6">
              <a:spcBef>
                <a:spcPts val="0"/>
              </a:spcBef>
              <a:spcAft>
                <a:spcPts val="0"/>
              </a:spcAft>
              <a:buClr>
                <a:schemeClr val="lt1"/>
              </a:buClr>
              <a:buSzPts val="1400"/>
              <a:buFont typeface="Urbanist Medium"/>
              <a:buNone/>
              <a:defRPr>
                <a:solidFill>
                  <a:schemeClr val="lt1"/>
                </a:solidFill>
                <a:latin typeface="Urbanist Medium"/>
                <a:ea typeface="Urbanist Medium"/>
                <a:cs typeface="Urbanist Medium"/>
                <a:sym typeface="Urbanist Medium"/>
              </a:defRPr>
            </a:lvl7pPr>
            <a:lvl8pPr lvl="7">
              <a:spcBef>
                <a:spcPts val="0"/>
              </a:spcBef>
              <a:spcAft>
                <a:spcPts val="0"/>
              </a:spcAft>
              <a:buClr>
                <a:schemeClr val="lt1"/>
              </a:buClr>
              <a:buSzPts val="1400"/>
              <a:buFont typeface="Urbanist Medium"/>
              <a:buNone/>
              <a:defRPr>
                <a:solidFill>
                  <a:schemeClr val="lt1"/>
                </a:solidFill>
                <a:latin typeface="Urbanist Medium"/>
                <a:ea typeface="Urbanist Medium"/>
                <a:cs typeface="Urbanist Medium"/>
                <a:sym typeface="Urbanist Medium"/>
              </a:defRPr>
            </a:lvl8pPr>
            <a:lvl9pPr lvl="8">
              <a:spcBef>
                <a:spcPts val="0"/>
              </a:spcBef>
              <a:spcAft>
                <a:spcPts val="0"/>
              </a:spcAft>
              <a:buClr>
                <a:schemeClr val="lt1"/>
              </a:buClr>
              <a:buSzPts val="1400"/>
              <a:buFont typeface="Urbanist Medium"/>
              <a:buNone/>
              <a:defRPr>
                <a:solidFill>
                  <a:schemeClr val="lt1"/>
                </a:solidFill>
                <a:latin typeface="Urbanist Medium"/>
                <a:ea typeface="Urbanist Medium"/>
                <a:cs typeface="Urbanist Medium"/>
                <a:sym typeface="Urbanist Medium"/>
              </a:defRPr>
            </a:lvl9pPr>
          </a:lstStyle>
          <a:p/>
        </p:txBody>
      </p:sp>
      <p:sp>
        <p:nvSpPr>
          <p:cNvPr id="14" name="Google Shape;14;p2"/>
          <p:cNvSpPr txBox="1"/>
          <p:nvPr>
            <p:ph idx="5" type="subTitle"/>
          </p:nvPr>
        </p:nvSpPr>
        <p:spPr>
          <a:xfrm>
            <a:off x="228591" y="3743050"/>
            <a:ext cx="4659600" cy="252000"/>
          </a:xfrm>
          <a:prstGeom prst="rect">
            <a:avLst/>
          </a:prstGeom>
          <a:noFill/>
          <a:ln>
            <a:noFill/>
          </a:ln>
        </p:spPr>
        <p:txBody>
          <a:bodyPr anchorCtr="0" anchor="ctr" bIns="91425" lIns="0" spcFirstLastPara="1" rIns="91425" wrap="square" tIns="0">
            <a:noAutofit/>
          </a:bodyPr>
          <a:lstStyle>
            <a:lvl1pPr lvl="0">
              <a:spcBef>
                <a:spcPts val="0"/>
              </a:spcBef>
              <a:spcAft>
                <a:spcPts val="0"/>
              </a:spcAft>
              <a:buClr>
                <a:schemeClr val="lt1"/>
              </a:buClr>
              <a:buSzPts val="1200"/>
              <a:buFont typeface="Urbanist Medium"/>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Medium"/>
              <a:buNone/>
              <a:defRPr>
                <a:solidFill>
                  <a:schemeClr val="lt1"/>
                </a:solidFill>
                <a:latin typeface="Urbanist Medium"/>
                <a:ea typeface="Urbanist Medium"/>
                <a:cs typeface="Urbanist Medium"/>
                <a:sym typeface="Urbanist Medium"/>
              </a:defRPr>
            </a:lvl2pPr>
            <a:lvl3pPr lvl="2">
              <a:spcBef>
                <a:spcPts val="0"/>
              </a:spcBef>
              <a:spcAft>
                <a:spcPts val="0"/>
              </a:spcAft>
              <a:buClr>
                <a:schemeClr val="lt1"/>
              </a:buClr>
              <a:buSzPts val="1400"/>
              <a:buFont typeface="Urbanist Medium"/>
              <a:buNone/>
              <a:defRPr>
                <a:solidFill>
                  <a:schemeClr val="lt1"/>
                </a:solidFill>
                <a:latin typeface="Urbanist Medium"/>
                <a:ea typeface="Urbanist Medium"/>
                <a:cs typeface="Urbanist Medium"/>
                <a:sym typeface="Urbanist Medium"/>
              </a:defRPr>
            </a:lvl3pPr>
            <a:lvl4pPr lvl="3">
              <a:spcBef>
                <a:spcPts val="0"/>
              </a:spcBef>
              <a:spcAft>
                <a:spcPts val="0"/>
              </a:spcAft>
              <a:buClr>
                <a:schemeClr val="lt1"/>
              </a:buClr>
              <a:buSzPts val="1400"/>
              <a:buFont typeface="Urbanist Medium"/>
              <a:buNone/>
              <a:defRPr>
                <a:solidFill>
                  <a:schemeClr val="lt1"/>
                </a:solidFill>
                <a:latin typeface="Urbanist Medium"/>
                <a:ea typeface="Urbanist Medium"/>
                <a:cs typeface="Urbanist Medium"/>
                <a:sym typeface="Urbanist Medium"/>
              </a:defRPr>
            </a:lvl4pPr>
            <a:lvl5pPr lvl="4">
              <a:spcBef>
                <a:spcPts val="0"/>
              </a:spcBef>
              <a:spcAft>
                <a:spcPts val="0"/>
              </a:spcAft>
              <a:buClr>
                <a:schemeClr val="lt1"/>
              </a:buClr>
              <a:buSzPts val="1400"/>
              <a:buFont typeface="Urbanist Medium"/>
              <a:buNone/>
              <a:defRPr>
                <a:solidFill>
                  <a:schemeClr val="lt1"/>
                </a:solidFill>
                <a:latin typeface="Urbanist Medium"/>
                <a:ea typeface="Urbanist Medium"/>
                <a:cs typeface="Urbanist Medium"/>
                <a:sym typeface="Urbanist Medium"/>
              </a:defRPr>
            </a:lvl5pPr>
            <a:lvl6pPr lvl="5">
              <a:spcBef>
                <a:spcPts val="0"/>
              </a:spcBef>
              <a:spcAft>
                <a:spcPts val="0"/>
              </a:spcAft>
              <a:buClr>
                <a:schemeClr val="lt1"/>
              </a:buClr>
              <a:buSzPts val="1400"/>
              <a:buFont typeface="Urbanist Medium"/>
              <a:buNone/>
              <a:defRPr>
                <a:solidFill>
                  <a:schemeClr val="lt1"/>
                </a:solidFill>
                <a:latin typeface="Urbanist Medium"/>
                <a:ea typeface="Urbanist Medium"/>
                <a:cs typeface="Urbanist Medium"/>
                <a:sym typeface="Urbanist Medium"/>
              </a:defRPr>
            </a:lvl6pPr>
            <a:lvl7pPr lvl="6">
              <a:spcBef>
                <a:spcPts val="0"/>
              </a:spcBef>
              <a:spcAft>
                <a:spcPts val="0"/>
              </a:spcAft>
              <a:buClr>
                <a:schemeClr val="lt1"/>
              </a:buClr>
              <a:buSzPts val="1400"/>
              <a:buFont typeface="Urbanist Medium"/>
              <a:buNone/>
              <a:defRPr>
                <a:solidFill>
                  <a:schemeClr val="lt1"/>
                </a:solidFill>
                <a:latin typeface="Urbanist Medium"/>
                <a:ea typeface="Urbanist Medium"/>
                <a:cs typeface="Urbanist Medium"/>
                <a:sym typeface="Urbanist Medium"/>
              </a:defRPr>
            </a:lvl7pPr>
            <a:lvl8pPr lvl="7">
              <a:spcBef>
                <a:spcPts val="0"/>
              </a:spcBef>
              <a:spcAft>
                <a:spcPts val="0"/>
              </a:spcAft>
              <a:buClr>
                <a:schemeClr val="lt1"/>
              </a:buClr>
              <a:buSzPts val="1400"/>
              <a:buFont typeface="Urbanist Medium"/>
              <a:buNone/>
              <a:defRPr>
                <a:solidFill>
                  <a:schemeClr val="lt1"/>
                </a:solidFill>
                <a:latin typeface="Urbanist Medium"/>
                <a:ea typeface="Urbanist Medium"/>
                <a:cs typeface="Urbanist Medium"/>
                <a:sym typeface="Urbanist Medium"/>
              </a:defRPr>
            </a:lvl8pPr>
            <a:lvl9pPr lvl="8">
              <a:spcBef>
                <a:spcPts val="0"/>
              </a:spcBef>
              <a:spcAft>
                <a:spcPts val="0"/>
              </a:spcAft>
              <a:buClr>
                <a:schemeClr val="lt1"/>
              </a:buClr>
              <a:buSzPts val="1400"/>
              <a:buFont typeface="Urbanist Medium"/>
              <a:buNone/>
              <a:defRPr>
                <a:solidFill>
                  <a:schemeClr val="lt1"/>
                </a:solidFill>
                <a:latin typeface="Urbanist Medium"/>
                <a:ea typeface="Urbanist Medium"/>
                <a:cs typeface="Urbanist Medium"/>
                <a:sym typeface="Urbanist Medium"/>
              </a:defRPr>
            </a:lvl9pPr>
          </a:lstStyle>
          <a:p/>
        </p:txBody>
      </p:sp>
      <p:sp>
        <p:nvSpPr>
          <p:cNvPr id="15" name="Google Shape;15;p2"/>
          <p:cNvSpPr txBox="1"/>
          <p:nvPr>
            <p:ph idx="6" type="subTitle"/>
          </p:nvPr>
        </p:nvSpPr>
        <p:spPr>
          <a:xfrm>
            <a:off x="3154650" y="4675975"/>
            <a:ext cx="2835000" cy="466800"/>
          </a:xfrm>
          <a:prstGeom prst="rect">
            <a:avLst/>
          </a:prstGeom>
          <a:noFill/>
          <a:ln>
            <a:noFill/>
          </a:ln>
        </p:spPr>
        <p:txBody>
          <a:bodyPr anchorCtr="0" anchor="ctr" bIns="0" lIns="0" spcFirstLastPara="1" rIns="0" wrap="square" tIns="0">
            <a:noAutofit/>
          </a:bodyPr>
          <a:lstStyle>
            <a:lvl1pPr lvl="0" algn="ct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pic>
        <p:nvPicPr>
          <p:cNvPr id="16" name="Google Shape;16;p2"/>
          <p:cNvPicPr preferRelativeResize="0"/>
          <p:nvPr/>
        </p:nvPicPr>
        <p:blipFill>
          <a:blip r:embed="rId3">
            <a:alphaModFix/>
          </a:blip>
          <a:stretch>
            <a:fillRect/>
          </a:stretch>
        </p:blipFill>
        <p:spPr>
          <a:xfrm>
            <a:off x="228600" y="4837043"/>
            <a:ext cx="567051" cy="144675"/>
          </a:xfrm>
          <a:prstGeom prst="rect">
            <a:avLst/>
          </a:prstGeom>
          <a:noFill/>
          <a:ln>
            <a:noFill/>
          </a:ln>
        </p:spPr>
      </p:pic>
      <p:sp>
        <p:nvSpPr>
          <p:cNvPr id="17" name="Google Shape;17;p2"/>
          <p:cNvSpPr txBox="1"/>
          <p:nvPr>
            <p:ph idx="12" type="sldNum"/>
          </p:nvPr>
        </p:nvSpPr>
        <p:spPr>
          <a:xfrm>
            <a:off x="8348225" y="4666247"/>
            <a:ext cx="567000" cy="466800"/>
          </a:xfrm>
          <a:prstGeom prst="rect">
            <a:avLst/>
          </a:prstGeom>
        </p:spPr>
        <p:txBody>
          <a:bodyPr anchorCtr="0" anchor="ctr" bIns="91425" lIns="91425" spcFirstLastPara="1" rIns="91425" wrap="square" tIns="91425">
            <a:noAutofit/>
          </a:bodyPr>
          <a:lstStyle>
            <a:lvl1pPr lvl="0">
              <a:buNone/>
              <a:defRPr sz="700">
                <a:solidFill>
                  <a:schemeClr val="lt1"/>
                </a:solidFill>
              </a:defRPr>
            </a:lvl1pPr>
            <a:lvl2pPr lvl="1">
              <a:buNone/>
              <a:defRPr sz="700">
                <a:solidFill>
                  <a:schemeClr val="lt1"/>
                </a:solidFill>
              </a:defRPr>
            </a:lvl2pPr>
            <a:lvl3pPr lvl="2">
              <a:buNone/>
              <a:defRPr sz="700">
                <a:solidFill>
                  <a:schemeClr val="lt1"/>
                </a:solidFill>
              </a:defRPr>
            </a:lvl3pPr>
            <a:lvl4pPr lvl="3">
              <a:buNone/>
              <a:defRPr sz="700">
                <a:solidFill>
                  <a:schemeClr val="lt1"/>
                </a:solidFill>
              </a:defRPr>
            </a:lvl4pPr>
            <a:lvl5pPr lvl="4">
              <a:buNone/>
              <a:defRPr sz="700">
                <a:solidFill>
                  <a:schemeClr val="lt1"/>
                </a:solidFill>
              </a:defRPr>
            </a:lvl5pPr>
            <a:lvl6pPr lvl="5">
              <a:buNone/>
              <a:defRPr sz="700">
                <a:solidFill>
                  <a:schemeClr val="lt1"/>
                </a:solidFill>
              </a:defRPr>
            </a:lvl6pPr>
            <a:lvl7pPr lvl="6">
              <a:buNone/>
              <a:defRPr sz="700">
                <a:solidFill>
                  <a:schemeClr val="lt1"/>
                </a:solidFill>
              </a:defRPr>
            </a:lvl7pPr>
            <a:lvl8pPr lvl="7">
              <a:buNone/>
              <a:defRPr sz="700">
                <a:solidFill>
                  <a:schemeClr val="lt1"/>
                </a:solidFill>
              </a:defRPr>
            </a:lvl8pPr>
            <a:lvl9pPr lvl="8">
              <a:buNone/>
              <a:defRPr sz="700">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orient="horz" pos="2805">
          <p15:clr>
            <a:srgbClr val="E46962"/>
          </p15:clr>
        </p15:guide>
        <p15:guide id="2" pos="2882">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ALT 1">
  <p:cSld name="BLANK_1_1_2">
    <p:spTree>
      <p:nvGrpSpPr>
        <p:cNvPr id="18" name="Shape 18"/>
        <p:cNvGrpSpPr/>
        <p:nvPr/>
      </p:nvGrpSpPr>
      <p:grpSpPr>
        <a:xfrm>
          <a:off x="0" y="0"/>
          <a:ext cx="0" cy="0"/>
          <a:chOff x="0" y="0"/>
          <a:chExt cx="0" cy="0"/>
        </a:xfrm>
      </p:grpSpPr>
      <p:pic>
        <p:nvPicPr>
          <p:cNvPr id="19" name="Google Shape;19;p3"/>
          <p:cNvPicPr preferRelativeResize="0"/>
          <p:nvPr/>
        </p:nvPicPr>
        <p:blipFill rotWithShape="1">
          <a:blip r:embed="rId2">
            <a:alphaModFix/>
          </a:blip>
          <a:srcRect b="-9999" l="0" r="0" t="0"/>
          <a:stretch/>
        </p:blipFill>
        <p:spPr>
          <a:xfrm>
            <a:off x="0" y="0"/>
            <a:ext cx="9144003" cy="5143501"/>
          </a:xfrm>
          <a:prstGeom prst="rect">
            <a:avLst/>
          </a:prstGeom>
          <a:noFill/>
          <a:ln>
            <a:noFill/>
          </a:ln>
        </p:spPr>
      </p:pic>
      <p:sp>
        <p:nvSpPr>
          <p:cNvPr id="20" name="Google Shape;20;p3"/>
          <p:cNvSpPr txBox="1"/>
          <p:nvPr>
            <p:ph type="title"/>
          </p:nvPr>
        </p:nvSpPr>
        <p:spPr>
          <a:xfrm>
            <a:off x="228600" y="395043"/>
            <a:ext cx="6480300" cy="587700"/>
          </a:xfrm>
          <a:prstGeom prst="rect">
            <a:avLst/>
          </a:prstGeom>
          <a:noFill/>
          <a:ln>
            <a:noFill/>
          </a:ln>
        </p:spPr>
        <p:txBody>
          <a:bodyPr anchorCtr="0" anchor="ctr" bIns="91425" lIns="0" spcFirstLastPara="1" rIns="91425" wrap="square" tIns="0">
            <a:spAutoFit/>
          </a:bodyPr>
          <a:lstStyle>
            <a:lvl1pPr lvl="0">
              <a:lnSpc>
                <a:spcPct val="90000"/>
              </a:lnSpc>
              <a:spcBef>
                <a:spcPts val="0"/>
              </a:spcBef>
              <a:spcAft>
                <a:spcPts val="0"/>
              </a:spcAft>
              <a:buNone/>
              <a:defRPr sz="3400">
                <a:solidFill>
                  <a:srgbClr val="FFFFFF"/>
                </a:solidFill>
                <a:latin typeface="Urbanist Medium"/>
                <a:ea typeface="Urbanist Medium"/>
                <a:cs typeface="Urbanist Medium"/>
                <a:sym typeface="Urbanist Medium"/>
              </a:defRPr>
            </a:lvl1pPr>
            <a:lvl2pPr lvl="1">
              <a:lnSpc>
                <a:spcPct val="115000"/>
              </a:lnSpc>
              <a:spcBef>
                <a:spcPts val="0"/>
              </a:spcBef>
              <a:spcAft>
                <a:spcPts val="0"/>
              </a:spcAft>
              <a:buNone/>
              <a:defRPr sz="3400">
                <a:solidFill>
                  <a:srgbClr val="FFFFFF"/>
                </a:solidFill>
                <a:latin typeface="Urbanist Medium"/>
                <a:ea typeface="Urbanist Medium"/>
                <a:cs typeface="Urbanist Medium"/>
                <a:sym typeface="Urbanist Medium"/>
              </a:defRPr>
            </a:lvl2pPr>
            <a:lvl3pPr lvl="2">
              <a:lnSpc>
                <a:spcPct val="115000"/>
              </a:lnSpc>
              <a:spcBef>
                <a:spcPts val="0"/>
              </a:spcBef>
              <a:spcAft>
                <a:spcPts val="0"/>
              </a:spcAft>
              <a:buNone/>
              <a:defRPr sz="3400">
                <a:solidFill>
                  <a:srgbClr val="FFFFFF"/>
                </a:solidFill>
                <a:latin typeface="Urbanist Medium"/>
                <a:ea typeface="Urbanist Medium"/>
                <a:cs typeface="Urbanist Medium"/>
                <a:sym typeface="Urbanist Medium"/>
              </a:defRPr>
            </a:lvl3pPr>
            <a:lvl4pPr lvl="3">
              <a:lnSpc>
                <a:spcPct val="115000"/>
              </a:lnSpc>
              <a:spcBef>
                <a:spcPts val="0"/>
              </a:spcBef>
              <a:spcAft>
                <a:spcPts val="0"/>
              </a:spcAft>
              <a:buNone/>
              <a:defRPr sz="3400">
                <a:solidFill>
                  <a:srgbClr val="FFFFFF"/>
                </a:solidFill>
                <a:latin typeface="Urbanist Medium"/>
                <a:ea typeface="Urbanist Medium"/>
                <a:cs typeface="Urbanist Medium"/>
                <a:sym typeface="Urbanist Medium"/>
              </a:defRPr>
            </a:lvl4pPr>
            <a:lvl5pPr lvl="4">
              <a:lnSpc>
                <a:spcPct val="115000"/>
              </a:lnSpc>
              <a:spcBef>
                <a:spcPts val="0"/>
              </a:spcBef>
              <a:spcAft>
                <a:spcPts val="0"/>
              </a:spcAft>
              <a:buNone/>
              <a:defRPr sz="3400">
                <a:solidFill>
                  <a:srgbClr val="FFFFFF"/>
                </a:solidFill>
                <a:latin typeface="Urbanist Medium"/>
                <a:ea typeface="Urbanist Medium"/>
                <a:cs typeface="Urbanist Medium"/>
                <a:sym typeface="Urbanist Medium"/>
              </a:defRPr>
            </a:lvl5pPr>
            <a:lvl6pPr lvl="5">
              <a:lnSpc>
                <a:spcPct val="115000"/>
              </a:lnSpc>
              <a:spcBef>
                <a:spcPts val="0"/>
              </a:spcBef>
              <a:spcAft>
                <a:spcPts val="0"/>
              </a:spcAft>
              <a:buNone/>
              <a:defRPr sz="3400">
                <a:solidFill>
                  <a:srgbClr val="FFFFFF"/>
                </a:solidFill>
                <a:latin typeface="Urbanist Medium"/>
                <a:ea typeface="Urbanist Medium"/>
                <a:cs typeface="Urbanist Medium"/>
                <a:sym typeface="Urbanist Medium"/>
              </a:defRPr>
            </a:lvl6pPr>
            <a:lvl7pPr lvl="6">
              <a:lnSpc>
                <a:spcPct val="115000"/>
              </a:lnSpc>
              <a:spcBef>
                <a:spcPts val="0"/>
              </a:spcBef>
              <a:spcAft>
                <a:spcPts val="0"/>
              </a:spcAft>
              <a:buNone/>
              <a:defRPr sz="3400">
                <a:solidFill>
                  <a:srgbClr val="FFFFFF"/>
                </a:solidFill>
                <a:latin typeface="Urbanist Medium"/>
                <a:ea typeface="Urbanist Medium"/>
                <a:cs typeface="Urbanist Medium"/>
                <a:sym typeface="Urbanist Medium"/>
              </a:defRPr>
            </a:lvl7pPr>
            <a:lvl8pPr lvl="7">
              <a:lnSpc>
                <a:spcPct val="115000"/>
              </a:lnSpc>
              <a:spcBef>
                <a:spcPts val="0"/>
              </a:spcBef>
              <a:spcAft>
                <a:spcPts val="0"/>
              </a:spcAft>
              <a:buNone/>
              <a:defRPr sz="3400">
                <a:solidFill>
                  <a:srgbClr val="FFFFFF"/>
                </a:solidFill>
                <a:latin typeface="Urbanist Medium"/>
                <a:ea typeface="Urbanist Medium"/>
                <a:cs typeface="Urbanist Medium"/>
                <a:sym typeface="Urbanist Medium"/>
              </a:defRPr>
            </a:lvl8pPr>
            <a:lvl9pPr lvl="8">
              <a:lnSpc>
                <a:spcPct val="115000"/>
              </a:lnSpc>
              <a:spcBef>
                <a:spcPts val="0"/>
              </a:spcBef>
              <a:spcAft>
                <a:spcPts val="0"/>
              </a:spcAft>
              <a:buNone/>
              <a:defRPr sz="3400">
                <a:solidFill>
                  <a:srgbClr val="FFFFFF"/>
                </a:solidFill>
                <a:latin typeface="Urbanist Medium"/>
                <a:ea typeface="Urbanist Medium"/>
                <a:cs typeface="Urbanist Medium"/>
                <a:sym typeface="Urbanist Medium"/>
              </a:defRPr>
            </a:lvl9pPr>
          </a:lstStyle>
          <a:p/>
        </p:txBody>
      </p:sp>
      <p:sp>
        <p:nvSpPr>
          <p:cNvPr id="21" name="Google Shape;21;p3"/>
          <p:cNvSpPr txBox="1"/>
          <p:nvPr>
            <p:ph idx="1" type="body"/>
          </p:nvPr>
        </p:nvSpPr>
        <p:spPr>
          <a:xfrm>
            <a:off x="228600" y="1743625"/>
            <a:ext cx="4296600" cy="2709000"/>
          </a:xfrm>
          <a:prstGeom prst="rect">
            <a:avLst/>
          </a:prstGeom>
          <a:noFill/>
          <a:ln>
            <a:noFill/>
          </a:ln>
        </p:spPr>
        <p:txBody>
          <a:bodyPr anchorCtr="0" anchor="b" bIns="91425" lIns="0" spcFirstLastPara="1" rIns="91425" wrap="square" tIns="91425">
            <a:noAutofit/>
          </a:bodyPr>
          <a:lstStyle>
            <a:lvl1pPr indent="-317500" lvl="0" marL="457200">
              <a:spcBef>
                <a:spcPts val="0"/>
              </a:spcBef>
              <a:spcAft>
                <a:spcPts val="0"/>
              </a:spcAft>
              <a:buClr>
                <a:srgbClr val="FFFFFF"/>
              </a:buClr>
              <a:buSzPts val="1400"/>
              <a:buFont typeface="Urbanist Medium"/>
              <a:buChar char="●"/>
              <a:defRPr>
                <a:solidFill>
                  <a:srgbClr val="FFFFFF"/>
                </a:solidFill>
                <a:latin typeface="Urbanist Medium"/>
                <a:ea typeface="Urbanist Medium"/>
                <a:cs typeface="Urbanist Medium"/>
                <a:sym typeface="Urbanist Medium"/>
              </a:defRPr>
            </a:lvl1pPr>
            <a:lvl2pPr indent="-317500" lvl="1" marL="914400">
              <a:spcBef>
                <a:spcPts val="0"/>
              </a:spcBef>
              <a:spcAft>
                <a:spcPts val="0"/>
              </a:spcAft>
              <a:buClr>
                <a:srgbClr val="FFFFFF"/>
              </a:buClr>
              <a:buSzPts val="1400"/>
              <a:buFont typeface="Urbanist Medium"/>
              <a:buChar char="○"/>
              <a:defRPr>
                <a:solidFill>
                  <a:srgbClr val="FFFFFF"/>
                </a:solidFill>
                <a:latin typeface="Urbanist Medium"/>
                <a:ea typeface="Urbanist Medium"/>
                <a:cs typeface="Urbanist Medium"/>
                <a:sym typeface="Urbanist Medium"/>
              </a:defRPr>
            </a:lvl2pPr>
            <a:lvl3pPr indent="-317500" lvl="2" marL="1371600">
              <a:spcBef>
                <a:spcPts val="0"/>
              </a:spcBef>
              <a:spcAft>
                <a:spcPts val="0"/>
              </a:spcAft>
              <a:buClr>
                <a:srgbClr val="FFFFFF"/>
              </a:buClr>
              <a:buSzPts val="1400"/>
              <a:buFont typeface="Urbanist Medium"/>
              <a:buChar char="■"/>
              <a:defRPr>
                <a:solidFill>
                  <a:srgbClr val="FFFFFF"/>
                </a:solidFill>
                <a:latin typeface="Urbanist Medium"/>
                <a:ea typeface="Urbanist Medium"/>
                <a:cs typeface="Urbanist Medium"/>
                <a:sym typeface="Urbanist Medium"/>
              </a:defRPr>
            </a:lvl3pPr>
            <a:lvl4pPr indent="-317500" lvl="3" marL="1828800">
              <a:spcBef>
                <a:spcPts val="0"/>
              </a:spcBef>
              <a:spcAft>
                <a:spcPts val="0"/>
              </a:spcAft>
              <a:buClr>
                <a:srgbClr val="FFFFFF"/>
              </a:buClr>
              <a:buSzPts val="1400"/>
              <a:buFont typeface="Urbanist Medium"/>
              <a:buChar char="●"/>
              <a:defRPr>
                <a:solidFill>
                  <a:srgbClr val="FFFFFF"/>
                </a:solidFill>
                <a:latin typeface="Urbanist Medium"/>
                <a:ea typeface="Urbanist Medium"/>
                <a:cs typeface="Urbanist Medium"/>
                <a:sym typeface="Urbanist Medium"/>
              </a:defRPr>
            </a:lvl4pPr>
            <a:lvl5pPr indent="-317500" lvl="4" marL="2286000">
              <a:spcBef>
                <a:spcPts val="0"/>
              </a:spcBef>
              <a:spcAft>
                <a:spcPts val="0"/>
              </a:spcAft>
              <a:buClr>
                <a:srgbClr val="FFFFFF"/>
              </a:buClr>
              <a:buSzPts val="1400"/>
              <a:buFont typeface="Urbanist Medium"/>
              <a:buChar char="○"/>
              <a:defRPr>
                <a:solidFill>
                  <a:srgbClr val="FFFFFF"/>
                </a:solidFill>
                <a:latin typeface="Urbanist Medium"/>
                <a:ea typeface="Urbanist Medium"/>
                <a:cs typeface="Urbanist Medium"/>
                <a:sym typeface="Urbanist Medium"/>
              </a:defRPr>
            </a:lvl5pPr>
            <a:lvl6pPr indent="-317500" lvl="5" marL="2743200">
              <a:spcBef>
                <a:spcPts val="0"/>
              </a:spcBef>
              <a:spcAft>
                <a:spcPts val="0"/>
              </a:spcAft>
              <a:buClr>
                <a:srgbClr val="FFFFFF"/>
              </a:buClr>
              <a:buSzPts val="1400"/>
              <a:buFont typeface="Urbanist Medium"/>
              <a:buChar char="■"/>
              <a:defRPr>
                <a:solidFill>
                  <a:srgbClr val="FFFFFF"/>
                </a:solidFill>
                <a:latin typeface="Urbanist Medium"/>
                <a:ea typeface="Urbanist Medium"/>
                <a:cs typeface="Urbanist Medium"/>
                <a:sym typeface="Urbanist Medium"/>
              </a:defRPr>
            </a:lvl6pPr>
            <a:lvl7pPr indent="-317500" lvl="6" marL="3200400">
              <a:spcBef>
                <a:spcPts val="0"/>
              </a:spcBef>
              <a:spcAft>
                <a:spcPts val="0"/>
              </a:spcAft>
              <a:buClr>
                <a:srgbClr val="FFFFFF"/>
              </a:buClr>
              <a:buSzPts val="1400"/>
              <a:buFont typeface="Urbanist Medium"/>
              <a:buChar char="●"/>
              <a:defRPr>
                <a:solidFill>
                  <a:srgbClr val="FFFFFF"/>
                </a:solidFill>
                <a:latin typeface="Urbanist Medium"/>
                <a:ea typeface="Urbanist Medium"/>
                <a:cs typeface="Urbanist Medium"/>
                <a:sym typeface="Urbanist Medium"/>
              </a:defRPr>
            </a:lvl7pPr>
            <a:lvl8pPr indent="-317500" lvl="7" marL="3657600">
              <a:spcBef>
                <a:spcPts val="0"/>
              </a:spcBef>
              <a:spcAft>
                <a:spcPts val="0"/>
              </a:spcAft>
              <a:buClr>
                <a:srgbClr val="FFFFFF"/>
              </a:buClr>
              <a:buSzPts val="1400"/>
              <a:buFont typeface="Urbanist Medium"/>
              <a:buChar char="○"/>
              <a:defRPr>
                <a:solidFill>
                  <a:srgbClr val="FFFFFF"/>
                </a:solidFill>
                <a:latin typeface="Urbanist Medium"/>
                <a:ea typeface="Urbanist Medium"/>
                <a:cs typeface="Urbanist Medium"/>
                <a:sym typeface="Urbanist Medium"/>
              </a:defRPr>
            </a:lvl8pPr>
            <a:lvl9pPr indent="-317500" lvl="8" marL="4114800">
              <a:spcBef>
                <a:spcPts val="0"/>
              </a:spcBef>
              <a:spcAft>
                <a:spcPts val="0"/>
              </a:spcAft>
              <a:buClr>
                <a:srgbClr val="FFFFFF"/>
              </a:buClr>
              <a:buSzPts val="1400"/>
              <a:buFont typeface="Urbanist Medium"/>
              <a:buChar char="■"/>
              <a:defRPr>
                <a:solidFill>
                  <a:srgbClr val="FFFFFF"/>
                </a:solidFill>
                <a:latin typeface="Urbanist Medium"/>
                <a:ea typeface="Urbanist Medium"/>
                <a:cs typeface="Urbanist Medium"/>
                <a:sym typeface="Urbanist Medium"/>
              </a:defRPr>
            </a:lvl9pPr>
          </a:lstStyle>
          <a:p/>
        </p:txBody>
      </p:sp>
      <p:sp>
        <p:nvSpPr>
          <p:cNvPr id="22" name="Google Shape;22;p3"/>
          <p:cNvSpPr txBox="1"/>
          <p:nvPr>
            <p:ph idx="2" type="subTitle"/>
          </p:nvPr>
        </p:nvSpPr>
        <p:spPr>
          <a:xfrm>
            <a:off x="3154650" y="4675975"/>
            <a:ext cx="2835000" cy="466800"/>
          </a:xfrm>
          <a:prstGeom prst="rect">
            <a:avLst/>
          </a:prstGeom>
          <a:noFill/>
          <a:ln>
            <a:noFill/>
          </a:ln>
        </p:spPr>
        <p:txBody>
          <a:bodyPr anchorCtr="0" anchor="ctr" bIns="0" lIns="0" spcFirstLastPara="1" rIns="0" wrap="square" tIns="0">
            <a:noAutofit/>
          </a:bodyPr>
          <a:lstStyle>
            <a:lvl1pPr lvl="0" algn="ct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pic>
        <p:nvPicPr>
          <p:cNvPr id="23" name="Google Shape;23;p3"/>
          <p:cNvPicPr preferRelativeResize="0"/>
          <p:nvPr/>
        </p:nvPicPr>
        <p:blipFill>
          <a:blip r:embed="rId3">
            <a:alphaModFix/>
          </a:blip>
          <a:stretch>
            <a:fillRect/>
          </a:stretch>
        </p:blipFill>
        <p:spPr>
          <a:xfrm>
            <a:off x="228600" y="4837043"/>
            <a:ext cx="567051" cy="144675"/>
          </a:xfrm>
          <a:prstGeom prst="rect">
            <a:avLst/>
          </a:prstGeom>
          <a:noFill/>
          <a:ln>
            <a:noFill/>
          </a:ln>
        </p:spPr>
      </p:pic>
      <p:sp>
        <p:nvSpPr>
          <p:cNvPr id="24" name="Google Shape;24;p3"/>
          <p:cNvSpPr txBox="1"/>
          <p:nvPr>
            <p:ph idx="12" type="sldNum"/>
          </p:nvPr>
        </p:nvSpPr>
        <p:spPr>
          <a:xfrm>
            <a:off x="8348225" y="4666247"/>
            <a:ext cx="567000" cy="466800"/>
          </a:xfrm>
          <a:prstGeom prst="rect">
            <a:avLst/>
          </a:prstGeom>
        </p:spPr>
        <p:txBody>
          <a:bodyPr anchorCtr="0" anchor="ctr" bIns="91425" lIns="91425" spcFirstLastPara="1" rIns="91425" wrap="square" tIns="91425">
            <a:noAutofit/>
          </a:bodyPr>
          <a:lstStyle>
            <a:lvl1pPr lvl="0">
              <a:buNone/>
              <a:defRPr sz="700">
                <a:solidFill>
                  <a:schemeClr val="lt1"/>
                </a:solidFill>
              </a:defRPr>
            </a:lvl1pPr>
            <a:lvl2pPr lvl="1">
              <a:buNone/>
              <a:defRPr sz="700">
                <a:solidFill>
                  <a:schemeClr val="lt1"/>
                </a:solidFill>
              </a:defRPr>
            </a:lvl2pPr>
            <a:lvl3pPr lvl="2">
              <a:buNone/>
              <a:defRPr sz="700">
                <a:solidFill>
                  <a:schemeClr val="lt1"/>
                </a:solidFill>
              </a:defRPr>
            </a:lvl3pPr>
            <a:lvl4pPr lvl="3">
              <a:buNone/>
              <a:defRPr sz="700">
                <a:solidFill>
                  <a:schemeClr val="lt1"/>
                </a:solidFill>
              </a:defRPr>
            </a:lvl4pPr>
            <a:lvl5pPr lvl="4">
              <a:buNone/>
              <a:defRPr sz="700">
                <a:solidFill>
                  <a:schemeClr val="lt1"/>
                </a:solidFill>
              </a:defRPr>
            </a:lvl5pPr>
            <a:lvl6pPr lvl="5">
              <a:buNone/>
              <a:defRPr sz="700">
                <a:solidFill>
                  <a:schemeClr val="lt1"/>
                </a:solidFill>
              </a:defRPr>
            </a:lvl6pPr>
            <a:lvl7pPr lvl="6">
              <a:buNone/>
              <a:defRPr sz="700">
                <a:solidFill>
                  <a:schemeClr val="lt1"/>
                </a:solidFill>
              </a:defRPr>
            </a:lvl7pPr>
            <a:lvl8pPr lvl="7">
              <a:buNone/>
              <a:defRPr sz="700">
                <a:solidFill>
                  <a:schemeClr val="lt1"/>
                </a:solidFill>
              </a:defRPr>
            </a:lvl8pPr>
            <a:lvl9pPr lvl="8">
              <a:buNone/>
              <a:defRPr sz="700">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ur values">
  <p:cSld name="BLANK_1_1_1_1">
    <p:spTree>
      <p:nvGrpSpPr>
        <p:cNvPr id="25" name="Shape 25"/>
        <p:cNvGrpSpPr/>
        <p:nvPr/>
      </p:nvGrpSpPr>
      <p:grpSpPr>
        <a:xfrm>
          <a:off x="0" y="0"/>
          <a:ext cx="0" cy="0"/>
          <a:chOff x="0" y="0"/>
          <a:chExt cx="0" cy="0"/>
        </a:xfrm>
      </p:grpSpPr>
      <p:pic>
        <p:nvPicPr>
          <p:cNvPr id="26" name="Google Shape;26;p4"/>
          <p:cNvPicPr preferRelativeResize="0"/>
          <p:nvPr/>
        </p:nvPicPr>
        <p:blipFill rotWithShape="1">
          <a:blip r:embed="rId2">
            <a:alphaModFix/>
          </a:blip>
          <a:srcRect b="-9999" l="0" r="0" t="0"/>
          <a:stretch/>
        </p:blipFill>
        <p:spPr>
          <a:xfrm>
            <a:off x="0" y="0"/>
            <a:ext cx="9144003" cy="5143501"/>
          </a:xfrm>
          <a:prstGeom prst="rect">
            <a:avLst/>
          </a:prstGeom>
          <a:noFill/>
          <a:ln>
            <a:noFill/>
          </a:ln>
        </p:spPr>
      </p:pic>
      <p:sp>
        <p:nvSpPr>
          <p:cNvPr id="27" name="Google Shape;27;p4"/>
          <p:cNvSpPr txBox="1"/>
          <p:nvPr>
            <p:ph idx="1" type="subTitle"/>
          </p:nvPr>
        </p:nvSpPr>
        <p:spPr>
          <a:xfrm>
            <a:off x="228600" y="228600"/>
            <a:ext cx="2920800" cy="228600"/>
          </a:xfrm>
          <a:prstGeom prst="rect">
            <a:avLst/>
          </a:prstGeom>
          <a:noFill/>
          <a:ln>
            <a:noFill/>
          </a:ln>
        </p:spPr>
        <p:txBody>
          <a:bodyPr anchorCtr="0" anchor="ctr"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sp>
        <p:nvSpPr>
          <p:cNvPr id="28" name="Google Shape;28;p4"/>
          <p:cNvSpPr txBox="1"/>
          <p:nvPr>
            <p:ph type="title"/>
          </p:nvPr>
        </p:nvSpPr>
        <p:spPr>
          <a:xfrm>
            <a:off x="228600" y="613525"/>
            <a:ext cx="7223400" cy="422100"/>
          </a:xfrm>
          <a:prstGeom prst="rect">
            <a:avLst/>
          </a:prstGeom>
          <a:noFill/>
          <a:ln>
            <a:noFill/>
          </a:ln>
        </p:spPr>
        <p:txBody>
          <a:bodyPr anchorCtr="0" anchor="ctr" bIns="91425" lIns="0" spcFirstLastPara="1" rIns="91425" wrap="square" tIns="0">
            <a:spAutoFit/>
          </a:bodyPr>
          <a:lstStyle>
            <a:lvl1pPr lvl="0">
              <a:lnSpc>
                <a:spcPct val="85000"/>
              </a:lnSpc>
              <a:spcBef>
                <a:spcPts val="0"/>
              </a:spcBef>
              <a:spcAft>
                <a:spcPts val="0"/>
              </a:spcAft>
              <a:buNone/>
              <a:defRPr sz="2400">
                <a:solidFill>
                  <a:schemeClr val="dk2"/>
                </a:solidFill>
                <a:latin typeface="Urbanist Medium"/>
                <a:ea typeface="Urbanist Medium"/>
                <a:cs typeface="Urbanist Medium"/>
                <a:sym typeface="Urbanist Medium"/>
              </a:defRPr>
            </a:lvl1pPr>
            <a:lvl2pPr lvl="1">
              <a:lnSpc>
                <a:spcPct val="85000"/>
              </a:lnSpc>
              <a:spcBef>
                <a:spcPts val="0"/>
              </a:spcBef>
              <a:spcAft>
                <a:spcPts val="0"/>
              </a:spcAft>
              <a:buNone/>
              <a:defRPr sz="2400">
                <a:solidFill>
                  <a:schemeClr val="dk2"/>
                </a:solidFill>
                <a:latin typeface="Urbanist Medium"/>
                <a:ea typeface="Urbanist Medium"/>
                <a:cs typeface="Urbanist Medium"/>
                <a:sym typeface="Urbanist Medium"/>
              </a:defRPr>
            </a:lvl2pPr>
            <a:lvl3pPr lvl="2">
              <a:lnSpc>
                <a:spcPct val="85000"/>
              </a:lnSpc>
              <a:spcBef>
                <a:spcPts val="0"/>
              </a:spcBef>
              <a:spcAft>
                <a:spcPts val="0"/>
              </a:spcAft>
              <a:buNone/>
              <a:defRPr sz="2400">
                <a:solidFill>
                  <a:schemeClr val="dk2"/>
                </a:solidFill>
                <a:latin typeface="Urbanist Medium"/>
                <a:ea typeface="Urbanist Medium"/>
                <a:cs typeface="Urbanist Medium"/>
                <a:sym typeface="Urbanist Medium"/>
              </a:defRPr>
            </a:lvl3pPr>
            <a:lvl4pPr lvl="3">
              <a:lnSpc>
                <a:spcPct val="85000"/>
              </a:lnSpc>
              <a:spcBef>
                <a:spcPts val="0"/>
              </a:spcBef>
              <a:spcAft>
                <a:spcPts val="0"/>
              </a:spcAft>
              <a:buNone/>
              <a:defRPr sz="2400">
                <a:solidFill>
                  <a:schemeClr val="dk2"/>
                </a:solidFill>
                <a:latin typeface="Urbanist Medium"/>
                <a:ea typeface="Urbanist Medium"/>
                <a:cs typeface="Urbanist Medium"/>
                <a:sym typeface="Urbanist Medium"/>
              </a:defRPr>
            </a:lvl4pPr>
            <a:lvl5pPr lvl="4">
              <a:lnSpc>
                <a:spcPct val="85000"/>
              </a:lnSpc>
              <a:spcBef>
                <a:spcPts val="0"/>
              </a:spcBef>
              <a:spcAft>
                <a:spcPts val="0"/>
              </a:spcAft>
              <a:buNone/>
              <a:defRPr sz="2400">
                <a:solidFill>
                  <a:schemeClr val="dk2"/>
                </a:solidFill>
                <a:latin typeface="Urbanist Medium"/>
                <a:ea typeface="Urbanist Medium"/>
                <a:cs typeface="Urbanist Medium"/>
                <a:sym typeface="Urbanist Medium"/>
              </a:defRPr>
            </a:lvl5pPr>
            <a:lvl6pPr lvl="5">
              <a:lnSpc>
                <a:spcPct val="85000"/>
              </a:lnSpc>
              <a:spcBef>
                <a:spcPts val="0"/>
              </a:spcBef>
              <a:spcAft>
                <a:spcPts val="0"/>
              </a:spcAft>
              <a:buNone/>
              <a:defRPr sz="2400">
                <a:solidFill>
                  <a:schemeClr val="dk2"/>
                </a:solidFill>
                <a:latin typeface="Urbanist Medium"/>
                <a:ea typeface="Urbanist Medium"/>
                <a:cs typeface="Urbanist Medium"/>
                <a:sym typeface="Urbanist Medium"/>
              </a:defRPr>
            </a:lvl6pPr>
            <a:lvl7pPr lvl="6">
              <a:lnSpc>
                <a:spcPct val="85000"/>
              </a:lnSpc>
              <a:spcBef>
                <a:spcPts val="0"/>
              </a:spcBef>
              <a:spcAft>
                <a:spcPts val="0"/>
              </a:spcAft>
              <a:buNone/>
              <a:defRPr sz="2400">
                <a:solidFill>
                  <a:schemeClr val="dk2"/>
                </a:solidFill>
                <a:latin typeface="Urbanist Medium"/>
                <a:ea typeface="Urbanist Medium"/>
                <a:cs typeface="Urbanist Medium"/>
                <a:sym typeface="Urbanist Medium"/>
              </a:defRPr>
            </a:lvl7pPr>
            <a:lvl8pPr lvl="7">
              <a:lnSpc>
                <a:spcPct val="85000"/>
              </a:lnSpc>
              <a:spcBef>
                <a:spcPts val="0"/>
              </a:spcBef>
              <a:spcAft>
                <a:spcPts val="0"/>
              </a:spcAft>
              <a:buNone/>
              <a:defRPr sz="2400">
                <a:solidFill>
                  <a:schemeClr val="dk2"/>
                </a:solidFill>
                <a:latin typeface="Urbanist Medium"/>
                <a:ea typeface="Urbanist Medium"/>
                <a:cs typeface="Urbanist Medium"/>
                <a:sym typeface="Urbanist Medium"/>
              </a:defRPr>
            </a:lvl8pPr>
            <a:lvl9pPr lvl="8">
              <a:lnSpc>
                <a:spcPct val="85000"/>
              </a:lnSpc>
              <a:spcBef>
                <a:spcPts val="0"/>
              </a:spcBef>
              <a:spcAft>
                <a:spcPts val="0"/>
              </a:spcAft>
              <a:buNone/>
              <a:defRPr sz="2400">
                <a:solidFill>
                  <a:schemeClr val="dk2"/>
                </a:solidFill>
                <a:latin typeface="Urbanist Medium"/>
                <a:ea typeface="Urbanist Medium"/>
                <a:cs typeface="Urbanist Medium"/>
                <a:sym typeface="Urbanist Medium"/>
              </a:defRPr>
            </a:lvl9pPr>
          </a:lstStyle>
          <a:p/>
        </p:txBody>
      </p:sp>
      <p:sp>
        <p:nvSpPr>
          <p:cNvPr id="29" name="Google Shape;29;p4"/>
          <p:cNvSpPr txBox="1"/>
          <p:nvPr>
            <p:ph idx="12" type="sldNum"/>
          </p:nvPr>
        </p:nvSpPr>
        <p:spPr>
          <a:xfrm>
            <a:off x="8556784" y="4749851"/>
            <a:ext cx="548700" cy="393600"/>
          </a:xfrm>
          <a:prstGeom prst="rect">
            <a:avLst/>
          </a:prstGeom>
        </p:spPr>
        <p:txBody>
          <a:bodyPr anchorCtr="0" anchor="ctr" bIns="91425" lIns="91425" spcFirstLastPara="1" rIns="91425" wrap="square" tIns="91425">
            <a:noAutofit/>
          </a:bodyPr>
          <a:lstStyle>
            <a:lvl1pPr lvl="0">
              <a:buNone/>
              <a:defRPr>
                <a:solidFill>
                  <a:srgbClr val="000000"/>
                </a:solidFill>
              </a:defRPr>
            </a:lvl1pPr>
            <a:lvl2pPr lvl="1">
              <a:buNone/>
              <a:defRPr>
                <a:solidFill>
                  <a:srgbClr val="000000"/>
                </a:solidFill>
              </a:defRPr>
            </a:lvl2pPr>
            <a:lvl3pPr lvl="2">
              <a:buNone/>
              <a:defRPr>
                <a:solidFill>
                  <a:srgbClr val="000000"/>
                </a:solidFill>
              </a:defRPr>
            </a:lvl3pPr>
            <a:lvl4pPr lvl="3">
              <a:buNone/>
              <a:defRPr>
                <a:solidFill>
                  <a:srgbClr val="000000"/>
                </a:solidFill>
              </a:defRPr>
            </a:lvl4pPr>
            <a:lvl5pPr lvl="4">
              <a:buNone/>
              <a:defRPr>
                <a:solidFill>
                  <a:srgbClr val="000000"/>
                </a:solidFill>
              </a:defRPr>
            </a:lvl5pPr>
            <a:lvl6pPr lvl="5">
              <a:buNone/>
              <a:defRPr>
                <a:solidFill>
                  <a:srgbClr val="000000"/>
                </a:solidFill>
              </a:defRPr>
            </a:lvl6pPr>
            <a:lvl7pPr lvl="6">
              <a:buNone/>
              <a:defRPr>
                <a:solidFill>
                  <a:srgbClr val="000000"/>
                </a:solidFill>
              </a:defRPr>
            </a:lvl7pPr>
            <a:lvl8pPr lvl="7">
              <a:buNone/>
              <a:defRPr>
                <a:solidFill>
                  <a:srgbClr val="000000"/>
                </a:solidFill>
              </a:defRPr>
            </a:lvl8pPr>
            <a:lvl9pPr lvl="8">
              <a:buNone/>
              <a:defRPr>
                <a:solidFill>
                  <a:srgbClr val="000000"/>
                </a:solidFill>
              </a:defRPr>
            </a:lvl9pPr>
          </a:lstStyle>
          <a:p>
            <a:pPr indent="0" lvl="0" marL="0" rtl="0" algn="r">
              <a:spcBef>
                <a:spcPts val="0"/>
              </a:spcBef>
              <a:spcAft>
                <a:spcPts val="0"/>
              </a:spcAft>
              <a:buNone/>
            </a:pPr>
            <a:fld id="{00000000-1234-1234-1234-123412341234}" type="slidenum">
              <a:rPr lang="en"/>
              <a:t>‹#›</a:t>
            </a:fld>
            <a:endParaRPr/>
          </a:p>
        </p:txBody>
      </p:sp>
      <p:sp>
        <p:nvSpPr>
          <p:cNvPr id="30" name="Google Shape;30;p4"/>
          <p:cNvSpPr txBox="1"/>
          <p:nvPr>
            <p:ph idx="2" type="subTitle"/>
          </p:nvPr>
        </p:nvSpPr>
        <p:spPr>
          <a:xfrm>
            <a:off x="3154650" y="4675975"/>
            <a:ext cx="2835000" cy="466800"/>
          </a:xfrm>
          <a:prstGeom prst="rect">
            <a:avLst/>
          </a:prstGeom>
          <a:noFill/>
          <a:ln>
            <a:noFill/>
          </a:ln>
        </p:spPr>
        <p:txBody>
          <a:bodyPr anchorCtr="0" anchor="ctr" bIns="0" lIns="0" spcFirstLastPara="1" rIns="0" wrap="square" tIns="0">
            <a:noAutofit/>
          </a:bodyPr>
          <a:lstStyle>
            <a:lvl1pPr lvl="0" algn="ct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pic>
        <p:nvPicPr>
          <p:cNvPr id="31" name="Google Shape;31;p4"/>
          <p:cNvPicPr preferRelativeResize="0"/>
          <p:nvPr/>
        </p:nvPicPr>
        <p:blipFill>
          <a:blip r:embed="rId3">
            <a:alphaModFix/>
          </a:blip>
          <a:stretch>
            <a:fillRect/>
          </a:stretch>
        </p:blipFill>
        <p:spPr>
          <a:xfrm>
            <a:off x="228600" y="4837043"/>
            <a:ext cx="567051" cy="144675"/>
          </a:xfrm>
          <a:prstGeom prst="rect">
            <a:avLst/>
          </a:prstGeom>
          <a:noFill/>
          <a:ln>
            <a:noFill/>
          </a:ln>
        </p:spPr>
      </p:pic>
      <p:sp>
        <p:nvSpPr>
          <p:cNvPr id="32" name="Google Shape;32;p4"/>
          <p:cNvSpPr txBox="1"/>
          <p:nvPr>
            <p:ph idx="3" type="sldNum"/>
          </p:nvPr>
        </p:nvSpPr>
        <p:spPr>
          <a:xfrm>
            <a:off x="8348225" y="4666247"/>
            <a:ext cx="567000" cy="466800"/>
          </a:xfrm>
          <a:prstGeom prst="rect">
            <a:avLst/>
          </a:prstGeom>
        </p:spPr>
        <p:txBody>
          <a:bodyPr anchorCtr="0" anchor="ctr" bIns="91425" lIns="91425" spcFirstLastPara="1" rIns="91425" wrap="square" tIns="91425">
            <a:noAutofit/>
          </a:bodyPr>
          <a:lstStyle>
            <a:lvl1pPr lvl="0">
              <a:buNone/>
              <a:defRPr sz="700">
                <a:solidFill>
                  <a:schemeClr val="lt1"/>
                </a:solidFill>
              </a:defRPr>
            </a:lvl1pPr>
            <a:lvl2pPr lvl="1">
              <a:buNone/>
              <a:defRPr sz="700">
                <a:solidFill>
                  <a:schemeClr val="lt1"/>
                </a:solidFill>
              </a:defRPr>
            </a:lvl2pPr>
            <a:lvl3pPr lvl="2">
              <a:buNone/>
              <a:defRPr sz="700">
                <a:solidFill>
                  <a:schemeClr val="lt1"/>
                </a:solidFill>
              </a:defRPr>
            </a:lvl3pPr>
            <a:lvl4pPr lvl="3">
              <a:buNone/>
              <a:defRPr sz="700">
                <a:solidFill>
                  <a:schemeClr val="lt1"/>
                </a:solidFill>
              </a:defRPr>
            </a:lvl4pPr>
            <a:lvl5pPr lvl="4">
              <a:buNone/>
              <a:defRPr sz="700">
                <a:solidFill>
                  <a:schemeClr val="lt1"/>
                </a:solidFill>
              </a:defRPr>
            </a:lvl5pPr>
            <a:lvl6pPr lvl="5">
              <a:buNone/>
              <a:defRPr sz="700">
                <a:solidFill>
                  <a:schemeClr val="lt1"/>
                </a:solidFill>
              </a:defRPr>
            </a:lvl6pPr>
            <a:lvl7pPr lvl="6">
              <a:buNone/>
              <a:defRPr sz="700">
                <a:solidFill>
                  <a:schemeClr val="lt1"/>
                </a:solidFill>
              </a:defRPr>
            </a:lvl7pPr>
            <a:lvl8pPr lvl="7">
              <a:buNone/>
              <a:defRPr sz="700">
                <a:solidFill>
                  <a:schemeClr val="lt1"/>
                </a:solidFill>
              </a:defRPr>
            </a:lvl8pPr>
            <a:lvl9pPr lvl="8">
              <a:buNone/>
              <a:defRPr sz="700">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and image ALT 2">
  <p:cSld name="CUSTOM_3">
    <p:spTree>
      <p:nvGrpSpPr>
        <p:cNvPr id="33"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b="-9999" l="0" r="0" t="0"/>
          <a:stretch/>
        </p:blipFill>
        <p:spPr>
          <a:xfrm>
            <a:off x="0" y="0"/>
            <a:ext cx="9144003" cy="5143501"/>
          </a:xfrm>
          <a:prstGeom prst="rect">
            <a:avLst/>
          </a:prstGeom>
          <a:noFill/>
          <a:ln>
            <a:noFill/>
          </a:ln>
        </p:spPr>
      </p:pic>
      <p:sp>
        <p:nvSpPr>
          <p:cNvPr id="35" name="Google Shape;35;p5"/>
          <p:cNvSpPr/>
          <p:nvPr>
            <p:ph idx="2" type="pic"/>
          </p:nvPr>
        </p:nvSpPr>
        <p:spPr>
          <a:xfrm>
            <a:off x="246150" y="237650"/>
            <a:ext cx="4196400" cy="4438200"/>
          </a:xfrm>
          <a:prstGeom prst="rect">
            <a:avLst/>
          </a:prstGeom>
          <a:noFill/>
          <a:ln>
            <a:noFill/>
          </a:ln>
        </p:spPr>
      </p:sp>
      <p:sp>
        <p:nvSpPr>
          <p:cNvPr id="36" name="Google Shape;36;p5"/>
          <p:cNvSpPr txBox="1"/>
          <p:nvPr>
            <p:ph type="title"/>
          </p:nvPr>
        </p:nvSpPr>
        <p:spPr>
          <a:xfrm>
            <a:off x="4591800" y="304700"/>
            <a:ext cx="3861900" cy="192000"/>
          </a:xfrm>
          <a:prstGeom prst="rect">
            <a:avLst/>
          </a:prstGeom>
          <a:noFill/>
          <a:ln>
            <a:noFill/>
          </a:ln>
        </p:spPr>
        <p:txBody>
          <a:bodyPr anchorCtr="0" anchor="ctr" bIns="91425" lIns="0" spcFirstLastPara="1" rIns="91425" wrap="square" tIns="0">
            <a:noAutofit/>
          </a:bodyPr>
          <a:lstStyle>
            <a:lvl1pPr lvl="0">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37" name="Google Shape;37;p5"/>
          <p:cNvSpPr txBox="1"/>
          <p:nvPr>
            <p:ph idx="3" type="title"/>
          </p:nvPr>
        </p:nvSpPr>
        <p:spPr>
          <a:xfrm>
            <a:off x="4591800" y="738425"/>
            <a:ext cx="4290000" cy="1219500"/>
          </a:xfrm>
          <a:prstGeom prst="rect">
            <a:avLst/>
          </a:prstGeom>
          <a:noFill/>
          <a:ln>
            <a:noFill/>
          </a:ln>
        </p:spPr>
        <p:txBody>
          <a:bodyPr anchorCtr="0" anchor="ctr" bIns="91425" lIns="0" spcFirstLastPara="1" rIns="91425" wrap="square" tIns="0">
            <a:noAutofit/>
          </a:bodyPr>
          <a:lstStyle>
            <a:lvl1pPr lvl="0">
              <a:spcBef>
                <a:spcPts val="0"/>
              </a:spcBef>
              <a:spcAft>
                <a:spcPts val="0"/>
              </a:spcAft>
              <a:buClr>
                <a:schemeClr val="lt1"/>
              </a:buClr>
              <a:buSzPts val="1800"/>
              <a:buFont typeface="Urbanist"/>
              <a:buNone/>
              <a:defRPr sz="3400">
                <a:solidFill>
                  <a:schemeClr val="lt1"/>
                </a:solidFill>
                <a:latin typeface="Urbanist"/>
                <a:ea typeface="Urbanist"/>
                <a:cs typeface="Urbanist"/>
                <a:sym typeface="Urbanist"/>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38" name="Google Shape;38;p5"/>
          <p:cNvSpPr txBox="1"/>
          <p:nvPr>
            <p:ph idx="1" type="body"/>
          </p:nvPr>
        </p:nvSpPr>
        <p:spPr>
          <a:xfrm>
            <a:off x="4618950" y="1957925"/>
            <a:ext cx="4290000" cy="2193000"/>
          </a:xfrm>
          <a:prstGeom prst="rect">
            <a:avLst/>
          </a:prstGeom>
          <a:noFill/>
          <a:ln>
            <a:noFill/>
          </a:ln>
        </p:spPr>
        <p:txBody>
          <a:bodyPr anchorCtr="0" anchor="b" bIns="91425" lIns="0" spcFirstLastPara="1" rIns="91425" wrap="square" tIns="0">
            <a:noAutofit/>
          </a:bodyPr>
          <a:lstStyle>
            <a:lvl1pPr indent="-304800" lvl="0" marL="457200">
              <a:spcBef>
                <a:spcPts val="0"/>
              </a:spcBef>
              <a:spcAft>
                <a:spcPts val="0"/>
              </a:spcAft>
              <a:buClr>
                <a:schemeClr val="lt1"/>
              </a:buClr>
              <a:buSzPts val="1200"/>
              <a:buFont typeface="Urbanist"/>
              <a:buChar char="●"/>
              <a:defRPr>
                <a:solidFill>
                  <a:schemeClr val="lt1"/>
                </a:solidFill>
                <a:latin typeface="Urbanist"/>
                <a:ea typeface="Urbanist"/>
                <a:cs typeface="Urbanist"/>
                <a:sym typeface="Urbanist"/>
              </a:defRPr>
            </a:lvl1pPr>
            <a:lvl2pPr indent="-304800" lvl="1" marL="914400">
              <a:spcBef>
                <a:spcPts val="0"/>
              </a:spcBef>
              <a:spcAft>
                <a:spcPts val="0"/>
              </a:spcAft>
              <a:buClr>
                <a:schemeClr val="lt1"/>
              </a:buClr>
              <a:buSzPts val="1200"/>
              <a:buFont typeface="Urbanist"/>
              <a:buChar char="○"/>
              <a:defRPr>
                <a:solidFill>
                  <a:schemeClr val="lt1"/>
                </a:solidFill>
                <a:latin typeface="Urbanist"/>
                <a:ea typeface="Urbanist"/>
                <a:cs typeface="Urbanist"/>
                <a:sym typeface="Urbanist"/>
              </a:defRPr>
            </a:lvl2pPr>
            <a:lvl3pPr indent="-304800" lvl="2" marL="1371600">
              <a:spcBef>
                <a:spcPts val="0"/>
              </a:spcBef>
              <a:spcAft>
                <a:spcPts val="0"/>
              </a:spcAft>
              <a:buClr>
                <a:schemeClr val="lt1"/>
              </a:buClr>
              <a:buSzPts val="1200"/>
              <a:buFont typeface="Urbanist"/>
              <a:buChar char="■"/>
              <a:defRPr>
                <a:solidFill>
                  <a:schemeClr val="lt1"/>
                </a:solidFill>
                <a:latin typeface="Urbanist"/>
                <a:ea typeface="Urbanist"/>
                <a:cs typeface="Urbanist"/>
                <a:sym typeface="Urbanist"/>
              </a:defRPr>
            </a:lvl3pPr>
            <a:lvl4pPr indent="-304800" lvl="3" marL="1828800">
              <a:spcBef>
                <a:spcPts val="0"/>
              </a:spcBef>
              <a:spcAft>
                <a:spcPts val="0"/>
              </a:spcAft>
              <a:buClr>
                <a:schemeClr val="lt1"/>
              </a:buClr>
              <a:buSzPts val="1200"/>
              <a:buFont typeface="Urbanist"/>
              <a:buChar char="●"/>
              <a:defRPr>
                <a:solidFill>
                  <a:schemeClr val="lt1"/>
                </a:solidFill>
                <a:latin typeface="Urbanist"/>
                <a:ea typeface="Urbanist"/>
                <a:cs typeface="Urbanist"/>
                <a:sym typeface="Urbanist"/>
              </a:defRPr>
            </a:lvl4pPr>
            <a:lvl5pPr indent="-304800" lvl="4" marL="2286000">
              <a:spcBef>
                <a:spcPts val="0"/>
              </a:spcBef>
              <a:spcAft>
                <a:spcPts val="0"/>
              </a:spcAft>
              <a:buClr>
                <a:schemeClr val="lt1"/>
              </a:buClr>
              <a:buSzPts val="1200"/>
              <a:buFont typeface="Urbanist"/>
              <a:buChar char="○"/>
              <a:defRPr>
                <a:solidFill>
                  <a:schemeClr val="lt1"/>
                </a:solidFill>
                <a:latin typeface="Urbanist"/>
                <a:ea typeface="Urbanist"/>
                <a:cs typeface="Urbanist"/>
                <a:sym typeface="Urbanist"/>
              </a:defRPr>
            </a:lvl5pPr>
            <a:lvl6pPr indent="-304800" lvl="5" marL="2743200">
              <a:spcBef>
                <a:spcPts val="0"/>
              </a:spcBef>
              <a:spcAft>
                <a:spcPts val="0"/>
              </a:spcAft>
              <a:buClr>
                <a:schemeClr val="lt1"/>
              </a:buClr>
              <a:buSzPts val="1200"/>
              <a:buFont typeface="Urbanist"/>
              <a:buChar char="■"/>
              <a:defRPr>
                <a:solidFill>
                  <a:schemeClr val="lt1"/>
                </a:solidFill>
                <a:latin typeface="Urbanist"/>
                <a:ea typeface="Urbanist"/>
                <a:cs typeface="Urbanist"/>
                <a:sym typeface="Urbanist"/>
              </a:defRPr>
            </a:lvl6pPr>
            <a:lvl7pPr indent="-304800" lvl="6" marL="3200400">
              <a:spcBef>
                <a:spcPts val="0"/>
              </a:spcBef>
              <a:spcAft>
                <a:spcPts val="0"/>
              </a:spcAft>
              <a:buClr>
                <a:schemeClr val="lt1"/>
              </a:buClr>
              <a:buSzPts val="1200"/>
              <a:buFont typeface="Urbanist"/>
              <a:buChar char="●"/>
              <a:defRPr>
                <a:solidFill>
                  <a:schemeClr val="lt1"/>
                </a:solidFill>
                <a:latin typeface="Urbanist"/>
                <a:ea typeface="Urbanist"/>
                <a:cs typeface="Urbanist"/>
                <a:sym typeface="Urbanist"/>
              </a:defRPr>
            </a:lvl7pPr>
            <a:lvl8pPr indent="-304800" lvl="7" marL="3657600">
              <a:spcBef>
                <a:spcPts val="0"/>
              </a:spcBef>
              <a:spcAft>
                <a:spcPts val="0"/>
              </a:spcAft>
              <a:buClr>
                <a:schemeClr val="lt1"/>
              </a:buClr>
              <a:buSzPts val="1200"/>
              <a:buFont typeface="Urbanist"/>
              <a:buChar char="○"/>
              <a:defRPr>
                <a:solidFill>
                  <a:schemeClr val="lt1"/>
                </a:solidFill>
                <a:latin typeface="Urbanist"/>
                <a:ea typeface="Urbanist"/>
                <a:cs typeface="Urbanist"/>
                <a:sym typeface="Urbanist"/>
              </a:defRPr>
            </a:lvl8pPr>
            <a:lvl9pPr indent="-304800" lvl="8" marL="4114800">
              <a:spcBef>
                <a:spcPts val="0"/>
              </a:spcBef>
              <a:spcAft>
                <a:spcPts val="0"/>
              </a:spcAft>
              <a:buClr>
                <a:schemeClr val="lt1"/>
              </a:buClr>
              <a:buSzPts val="1200"/>
              <a:buFont typeface="Urbanist"/>
              <a:buChar char="■"/>
              <a:defRPr>
                <a:solidFill>
                  <a:schemeClr val="lt1"/>
                </a:solidFill>
                <a:latin typeface="Urbanist"/>
                <a:ea typeface="Urbanist"/>
                <a:cs typeface="Urbanist"/>
                <a:sym typeface="Urbanist"/>
              </a:defRPr>
            </a:lvl9pPr>
          </a:lstStyle>
          <a:p/>
        </p:txBody>
      </p:sp>
      <p:cxnSp>
        <p:nvCxnSpPr>
          <p:cNvPr id="39" name="Google Shape;39;p5"/>
          <p:cNvCxnSpPr/>
          <p:nvPr/>
        </p:nvCxnSpPr>
        <p:spPr>
          <a:xfrm>
            <a:off x="228600" y="226100"/>
            <a:ext cx="8687100" cy="0"/>
          </a:xfrm>
          <a:prstGeom prst="straightConnector1">
            <a:avLst/>
          </a:prstGeom>
          <a:noFill/>
          <a:ln cap="flat" cmpd="sng" w="9525">
            <a:solidFill>
              <a:schemeClr val="lt2"/>
            </a:solidFill>
            <a:prstDash val="solid"/>
            <a:round/>
            <a:headEnd len="med" w="med" type="none"/>
            <a:tailEnd len="med" w="med" type="none"/>
          </a:ln>
        </p:spPr>
      </p:cxnSp>
      <p:cxnSp>
        <p:nvCxnSpPr>
          <p:cNvPr id="40" name="Google Shape;40;p5"/>
          <p:cNvCxnSpPr/>
          <p:nvPr/>
        </p:nvCxnSpPr>
        <p:spPr>
          <a:xfrm>
            <a:off x="4444600" y="570000"/>
            <a:ext cx="4470900" cy="0"/>
          </a:xfrm>
          <a:prstGeom prst="straightConnector1">
            <a:avLst/>
          </a:prstGeom>
          <a:noFill/>
          <a:ln cap="flat" cmpd="sng" w="9525">
            <a:solidFill>
              <a:schemeClr val="lt2"/>
            </a:solidFill>
            <a:prstDash val="solid"/>
            <a:round/>
            <a:headEnd len="med" w="med" type="none"/>
            <a:tailEnd len="med" w="med" type="none"/>
          </a:ln>
        </p:spPr>
      </p:cxnSp>
      <p:cxnSp>
        <p:nvCxnSpPr>
          <p:cNvPr id="41" name="Google Shape;41;p5"/>
          <p:cNvCxnSpPr/>
          <p:nvPr/>
        </p:nvCxnSpPr>
        <p:spPr>
          <a:xfrm>
            <a:off x="4442500" y="226100"/>
            <a:ext cx="0" cy="4457700"/>
          </a:xfrm>
          <a:prstGeom prst="straightConnector1">
            <a:avLst/>
          </a:prstGeom>
          <a:noFill/>
          <a:ln cap="flat" cmpd="sng" w="9525">
            <a:solidFill>
              <a:schemeClr val="lt2"/>
            </a:solidFill>
            <a:prstDash val="solid"/>
            <a:round/>
            <a:headEnd len="med" w="med" type="none"/>
            <a:tailEnd len="med" w="med" type="none"/>
          </a:ln>
        </p:spPr>
      </p:cxnSp>
      <p:sp>
        <p:nvSpPr>
          <p:cNvPr id="42" name="Google Shape;42;p5"/>
          <p:cNvSpPr txBox="1"/>
          <p:nvPr>
            <p:ph idx="12" type="sldNum"/>
          </p:nvPr>
        </p:nvSpPr>
        <p:spPr>
          <a:xfrm>
            <a:off x="8556784" y="4749851"/>
            <a:ext cx="548700" cy="393600"/>
          </a:xfrm>
          <a:prstGeom prst="rect">
            <a:avLst/>
          </a:prstGeom>
        </p:spPr>
        <p:txBody>
          <a:bodyPr anchorCtr="0" anchor="ctr" bIns="91425" lIns="91425" spcFirstLastPara="1" rIns="91425" wrap="square" tIns="91425">
            <a:noAutofit/>
          </a:bodyPr>
          <a:lstStyle>
            <a:lvl1pPr lvl="0">
              <a:buNone/>
              <a:defRPr>
                <a:solidFill>
                  <a:srgbClr val="000000"/>
                </a:solidFill>
              </a:defRPr>
            </a:lvl1pPr>
            <a:lvl2pPr lvl="1">
              <a:buNone/>
              <a:defRPr>
                <a:solidFill>
                  <a:srgbClr val="000000"/>
                </a:solidFill>
              </a:defRPr>
            </a:lvl2pPr>
            <a:lvl3pPr lvl="2">
              <a:buNone/>
              <a:defRPr>
                <a:solidFill>
                  <a:srgbClr val="000000"/>
                </a:solidFill>
              </a:defRPr>
            </a:lvl3pPr>
            <a:lvl4pPr lvl="3">
              <a:buNone/>
              <a:defRPr>
                <a:solidFill>
                  <a:srgbClr val="000000"/>
                </a:solidFill>
              </a:defRPr>
            </a:lvl4pPr>
            <a:lvl5pPr lvl="4">
              <a:buNone/>
              <a:defRPr>
                <a:solidFill>
                  <a:srgbClr val="000000"/>
                </a:solidFill>
              </a:defRPr>
            </a:lvl5pPr>
            <a:lvl6pPr lvl="5">
              <a:buNone/>
              <a:defRPr>
                <a:solidFill>
                  <a:srgbClr val="000000"/>
                </a:solidFill>
              </a:defRPr>
            </a:lvl6pPr>
            <a:lvl7pPr lvl="6">
              <a:buNone/>
              <a:defRPr>
                <a:solidFill>
                  <a:srgbClr val="000000"/>
                </a:solidFill>
              </a:defRPr>
            </a:lvl7pPr>
            <a:lvl8pPr lvl="7">
              <a:buNone/>
              <a:defRPr>
                <a:solidFill>
                  <a:srgbClr val="000000"/>
                </a:solidFill>
              </a:defRPr>
            </a:lvl8pPr>
            <a:lvl9pPr lvl="8">
              <a:buNone/>
              <a:defRPr>
                <a:solidFill>
                  <a:srgbClr val="000000"/>
                </a:solidFill>
              </a:defRPr>
            </a:lvl9pPr>
          </a:lstStyle>
          <a:p>
            <a:pPr indent="0" lvl="0" marL="0" rtl="0" algn="r">
              <a:spcBef>
                <a:spcPts val="0"/>
              </a:spcBef>
              <a:spcAft>
                <a:spcPts val="0"/>
              </a:spcAft>
              <a:buNone/>
            </a:pPr>
            <a:fld id="{00000000-1234-1234-1234-123412341234}" type="slidenum">
              <a:rPr lang="en"/>
              <a:t>‹#›</a:t>
            </a:fld>
            <a:endParaRPr/>
          </a:p>
        </p:txBody>
      </p:sp>
      <p:sp>
        <p:nvSpPr>
          <p:cNvPr id="43" name="Google Shape;43;p5"/>
          <p:cNvSpPr txBox="1"/>
          <p:nvPr>
            <p:ph idx="4" type="subTitle"/>
          </p:nvPr>
        </p:nvSpPr>
        <p:spPr>
          <a:xfrm>
            <a:off x="3154650" y="4675975"/>
            <a:ext cx="2835000" cy="466800"/>
          </a:xfrm>
          <a:prstGeom prst="rect">
            <a:avLst/>
          </a:prstGeom>
          <a:noFill/>
          <a:ln>
            <a:noFill/>
          </a:ln>
        </p:spPr>
        <p:txBody>
          <a:bodyPr anchorCtr="0" anchor="ctr" bIns="0" lIns="0" spcFirstLastPara="1" rIns="0" wrap="square" tIns="0">
            <a:noAutofit/>
          </a:bodyPr>
          <a:lstStyle>
            <a:lvl1pPr lvl="0" algn="ct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pic>
        <p:nvPicPr>
          <p:cNvPr id="44" name="Google Shape;44;p5"/>
          <p:cNvPicPr preferRelativeResize="0"/>
          <p:nvPr/>
        </p:nvPicPr>
        <p:blipFill>
          <a:blip r:embed="rId3">
            <a:alphaModFix/>
          </a:blip>
          <a:stretch>
            <a:fillRect/>
          </a:stretch>
        </p:blipFill>
        <p:spPr>
          <a:xfrm>
            <a:off x="228600" y="4837043"/>
            <a:ext cx="567051" cy="144675"/>
          </a:xfrm>
          <a:prstGeom prst="rect">
            <a:avLst/>
          </a:prstGeom>
          <a:noFill/>
          <a:ln>
            <a:noFill/>
          </a:ln>
        </p:spPr>
      </p:pic>
      <p:sp>
        <p:nvSpPr>
          <p:cNvPr id="45" name="Google Shape;45;p5"/>
          <p:cNvSpPr txBox="1"/>
          <p:nvPr>
            <p:ph idx="5" type="sldNum"/>
          </p:nvPr>
        </p:nvSpPr>
        <p:spPr>
          <a:xfrm>
            <a:off x="8348225" y="4666247"/>
            <a:ext cx="567000" cy="466800"/>
          </a:xfrm>
          <a:prstGeom prst="rect">
            <a:avLst/>
          </a:prstGeom>
        </p:spPr>
        <p:txBody>
          <a:bodyPr anchorCtr="0" anchor="ctr" bIns="91425" lIns="91425" spcFirstLastPara="1" rIns="91425" wrap="square" tIns="91425">
            <a:noAutofit/>
          </a:bodyPr>
          <a:lstStyle>
            <a:lvl1pPr lvl="0">
              <a:buNone/>
              <a:defRPr sz="700">
                <a:solidFill>
                  <a:schemeClr val="lt1"/>
                </a:solidFill>
              </a:defRPr>
            </a:lvl1pPr>
            <a:lvl2pPr lvl="1">
              <a:buNone/>
              <a:defRPr sz="700">
                <a:solidFill>
                  <a:schemeClr val="lt1"/>
                </a:solidFill>
              </a:defRPr>
            </a:lvl2pPr>
            <a:lvl3pPr lvl="2">
              <a:buNone/>
              <a:defRPr sz="700">
                <a:solidFill>
                  <a:schemeClr val="lt1"/>
                </a:solidFill>
              </a:defRPr>
            </a:lvl3pPr>
            <a:lvl4pPr lvl="3">
              <a:buNone/>
              <a:defRPr sz="700">
                <a:solidFill>
                  <a:schemeClr val="lt1"/>
                </a:solidFill>
              </a:defRPr>
            </a:lvl4pPr>
            <a:lvl5pPr lvl="4">
              <a:buNone/>
              <a:defRPr sz="700">
                <a:solidFill>
                  <a:schemeClr val="lt1"/>
                </a:solidFill>
              </a:defRPr>
            </a:lvl5pPr>
            <a:lvl6pPr lvl="5">
              <a:buNone/>
              <a:defRPr sz="700">
                <a:solidFill>
                  <a:schemeClr val="lt1"/>
                </a:solidFill>
              </a:defRPr>
            </a:lvl6pPr>
            <a:lvl7pPr lvl="6">
              <a:buNone/>
              <a:defRPr sz="700">
                <a:solidFill>
                  <a:schemeClr val="lt1"/>
                </a:solidFill>
              </a:defRPr>
            </a:lvl7pPr>
            <a:lvl8pPr lvl="7">
              <a:buNone/>
              <a:defRPr sz="700">
                <a:solidFill>
                  <a:schemeClr val="lt1"/>
                </a:solidFill>
              </a:defRPr>
            </a:lvl8pPr>
            <a:lvl9pPr lvl="8">
              <a:buNone/>
              <a:defRPr sz="700">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ALT 1">
  <p:cSld name="BLANK_1_1_1_1_3">
    <p:spTree>
      <p:nvGrpSpPr>
        <p:cNvPr id="46" name="Shape 46"/>
        <p:cNvGrpSpPr/>
        <p:nvPr/>
      </p:nvGrpSpPr>
      <p:grpSpPr>
        <a:xfrm>
          <a:off x="0" y="0"/>
          <a:ext cx="0" cy="0"/>
          <a:chOff x="0" y="0"/>
          <a:chExt cx="0" cy="0"/>
        </a:xfrm>
      </p:grpSpPr>
      <p:pic>
        <p:nvPicPr>
          <p:cNvPr id="47" name="Google Shape;47;p6"/>
          <p:cNvPicPr preferRelativeResize="0"/>
          <p:nvPr/>
        </p:nvPicPr>
        <p:blipFill rotWithShape="1">
          <a:blip r:embed="rId2">
            <a:alphaModFix/>
          </a:blip>
          <a:srcRect b="-9999" l="0" r="0" t="0"/>
          <a:stretch/>
        </p:blipFill>
        <p:spPr>
          <a:xfrm>
            <a:off x="0" y="0"/>
            <a:ext cx="9144003" cy="5143501"/>
          </a:xfrm>
          <a:prstGeom prst="rect">
            <a:avLst/>
          </a:prstGeom>
          <a:noFill/>
          <a:ln>
            <a:noFill/>
          </a:ln>
        </p:spPr>
      </p:pic>
      <p:sp>
        <p:nvSpPr>
          <p:cNvPr id="48" name="Google Shape;48;p6"/>
          <p:cNvSpPr txBox="1"/>
          <p:nvPr>
            <p:ph type="title"/>
          </p:nvPr>
        </p:nvSpPr>
        <p:spPr>
          <a:xfrm>
            <a:off x="228600" y="613525"/>
            <a:ext cx="3904500" cy="1162800"/>
          </a:xfrm>
          <a:prstGeom prst="rect">
            <a:avLst/>
          </a:prstGeom>
          <a:noFill/>
          <a:ln>
            <a:noFill/>
          </a:ln>
        </p:spPr>
        <p:txBody>
          <a:bodyPr anchorCtr="0" anchor="ctr" bIns="91425" lIns="0" spcFirstLastPara="1" rIns="91425" wrap="square" tIns="0">
            <a:spAutoFit/>
          </a:bodyPr>
          <a:lstStyle>
            <a:lvl1pPr lvl="0">
              <a:lnSpc>
                <a:spcPct val="85000"/>
              </a:lnSpc>
              <a:spcBef>
                <a:spcPts val="0"/>
              </a:spcBef>
              <a:spcAft>
                <a:spcPts val="0"/>
              </a:spcAft>
              <a:buNone/>
              <a:defRPr sz="3400">
                <a:solidFill>
                  <a:srgbClr val="D4FF00"/>
                </a:solidFill>
                <a:latin typeface="Urbanist Medium"/>
                <a:ea typeface="Urbanist Medium"/>
                <a:cs typeface="Urbanist Medium"/>
                <a:sym typeface="Urbanist Medium"/>
              </a:defRPr>
            </a:lvl1pPr>
            <a:lvl2pPr lvl="1">
              <a:lnSpc>
                <a:spcPct val="85000"/>
              </a:lnSpc>
              <a:spcBef>
                <a:spcPts val="0"/>
              </a:spcBef>
              <a:spcAft>
                <a:spcPts val="0"/>
              </a:spcAft>
              <a:buNone/>
              <a:defRPr sz="3600">
                <a:solidFill>
                  <a:srgbClr val="D4FF00"/>
                </a:solidFill>
                <a:latin typeface="Urbanist Medium"/>
                <a:ea typeface="Urbanist Medium"/>
                <a:cs typeface="Urbanist Medium"/>
                <a:sym typeface="Urbanist Medium"/>
              </a:defRPr>
            </a:lvl2pPr>
            <a:lvl3pPr lvl="2">
              <a:lnSpc>
                <a:spcPct val="85000"/>
              </a:lnSpc>
              <a:spcBef>
                <a:spcPts val="0"/>
              </a:spcBef>
              <a:spcAft>
                <a:spcPts val="0"/>
              </a:spcAft>
              <a:buNone/>
              <a:defRPr sz="3600">
                <a:solidFill>
                  <a:srgbClr val="D4FF00"/>
                </a:solidFill>
                <a:latin typeface="Urbanist Medium"/>
                <a:ea typeface="Urbanist Medium"/>
                <a:cs typeface="Urbanist Medium"/>
                <a:sym typeface="Urbanist Medium"/>
              </a:defRPr>
            </a:lvl3pPr>
            <a:lvl4pPr lvl="3">
              <a:lnSpc>
                <a:spcPct val="85000"/>
              </a:lnSpc>
              <a:spcBef>
                <a:spcPts val="0"/>
              </a:spcBef>
              <a:spcAft>
                <a:spcPts val="0"/>
              </a:spcAft>
              <a:buNone/>
              <a:defRPr sz="3600">
                <a:solidFill>
                  <a:srgbClr val="D4FF00"/>
                </a:solidFill>
                <a:latin typeface="Urbanist Medium"/>
                <a:ea typeface="Urbanist Medium"/>
                <a:cs typeface="Urbanist Medium"/>
                <a:sym typeface="Urbanist Medium"/>
              </a:defRPr>
            </a:lvl4pPr>
            <a:lvl5pPr lvl="4">
              <a:lnSpc>
                <a:spcPct val="85000"/>
              </a:lnSpc>
              <a:spcBef>
                <a:spcPts val="0"/>
              </a:spcBef>
              <a:spcAft>
                <a:spcPts val="0"/>
              </a:spcAft>
              <a:buNone/>
              <a:defRPr sz="3600">
                <a:solidFill>
                  <a:srgbClr val="D4FF00"/>
                </a:solidFill>
                <a:latin typeface="Urbanist Medium"/>
                <a:ea typeface="Urbanist Medium"/>
                <a:cs typeface="Urbanist Medium"/>
                <a:sym typeface="Urbanist Medium"/>
              </a:defRPr>
            </a:lvl5pPr>
            <a:lvl6pPr lvl="5">
              <a:lnSpc>
                <a:spcPct val="85000"/>
              </a:lnSpc>
              <a:spcBef>
                <a:spcPts val="0"/>
              </a:spcBef>
              <a:spcAft>
                <a:spcPts val="0"/>
              </a:spcAft>
              <a:buNone/>
              <a:defRPr sz="3600">
                <a:solidFill>
                  <a:srgbClr val="D4FF00"/>
                </a:solidFill>
                <a:latin typeface="Urbanist Medium"/>
                <a:ea typeface="Urbanist Medium"/>
                <a:cs typeface="Urbanist Medium"/>
                <a:sym typeface="Urbanist Medium"/>
              </a:defRPr>
            </a:lvl6pPr>
            <a:lvl7pPr lvl="6">
              <a:lnSpc>
                <a:spcPct val="85000"/>
              </a:lnSpc>
              <a:spcBef>
                <a:spcPts val="0"/>
              </a:spcBef>
              <a:spcAft>
                <a:spcPts val="0"/>
              </a:spcAft>
              <a:buNone/>
              <a:defRPr sz="3600">
                <a:solidFill>
                  <a:srgbClr val="D4FF00"/>
                </a:solidFill>
                <a:latin typeface="Urbanist Medium"/>
                <a:ea typeface="Urbanist Medium"/>
                <a:cs typeface="Urbanist Medium"/>
                <a:sym typeface="Urbanist Medium"/>
              </a:defRPr>
            </a:lvl7pPr>
            <a:lvl8pPr lvl="7">
              <a:lnSpc>
                <a:spcPct val="85000"/>
              </a:lnSpc>
              <a:spcBef>
                <a:spcPts val="0"/>
              </a:spcBef>
              <a:spcAft>
                <a:spcPts val="0"/>
              </a:spcAft>
              <a:buNone/>
              <a:defRPr sz="3600">
                <a:solidFill>
                  <a:srgbClr val="D4FF00"/>
                </a:solidFill>
                <a:latin typeface="Urbanist Medium"/>
                <a:ea typeface="Urbanist Medium"/>
                <a:cs typeface="Urbanist Medium"/>
                <a:sym typeface="Urbanist Medium"/>
              </a:defRPr>
            </a:lvl8pPr>
            <a:lvl9pPr lvl="8">
              <a:lnSpc>
                <a:spcPct val="85000"/>
              </a:lnSpc>
              <a:spcBef>
                <a:spcPts val="0"/>
              </a:spcBef>
              <a:spcAft>
                <a:spcPts val="0"/>
              </a:spcAft>
              <a:buNone/>
              <a:defRPr sz="3600">
                <a:solidFill>
                  <a:srgbClr val="D4FF00"/>
                </a:solidFill>
                <a:latin typeface="Urbanist Medium"/>
                <a:ea typeface="Urbanist Medium"/>
                <a:cs typeface="Urbanist Medium"/>
                <a:sym typeface="Urbanist Medium"/>
              </a:defRPr>
            </a:lvl9pPr>
          </a:lstStyle>
          <a:p/>
        </p:txBody>
      </p:sp>
      <p:sp>
        <p:nvSpPr>
          <p:cNvPr id="49" name="Google Shape;49;p6"/>
          <p:cNvSpPr/>
          <p:nvPr>
            <p:ph idx="2" type="pic"/>
          </p:nvPr>
        </p:nvSpPr>
        <p:spPr>
          <a:xfrm>
            <a:off x="4523050" y="737975"/>
            <a:ext cx="2164800" cy="1350300"/>
          </a:xfrm>
          <a:prstGeom prst="roundRect">
            <a:avLst>
              <a:gd fmla="val 7802" name="adj"/>
            </a:avLst>
          </a:prstGeom>
          <a:noFill/>
          <a:ln cap="flat" cmpd="sng" w="9525">
            <a:solidFill>
              <a:schemeClr val="accent1"/>
            </a:solidFill>
            <a:prstDash val="solid"/>
            <a:round/>
            <a:headEnd len="sm" w="sm" type="none"/>
            <a:tailEnd len="sm" w="sm" type="none"/>
          </a:ln>
        </p:spPr>
      </p:sp>
      <p:sp>
        <p:nvSpPr>
          <p:cNvPr id="50" name="Google Shape;50;p6"/>
          <p:cNvSpPr/>
          <p:nvPr>
            <p:ph idx="3" type="pic"/>
          </p:nvPr>
        </p:nvSpPr>
        <p:spPr>
          <a:xfrm>
            <a:off x="6752100" y="737775"/>
            <a:ext cx="2164800" cy="1350300"/>
          </a:xfrm>
          <a:prstGeom prst="roundRect">
            <a:avLst>
              <a:gd fmla="val 7802" name="adj"/>
            </a:avLst>
          </a:prstGeom>
          <a:noFill/>
          <a:ln cap="flat" cmpd="sng" w="9525">
            <a:solidFill>
              <a:schemeClr val="accent1"/>
            </a:solidFill>
            <a:prstDash val="solid"/>
            <a:round/>
            <a:headEnd len="sm" w="sm" type="none"/>
            <a:tailEnd len="sm" w="sm" type="none"/>
          </a:ln>
        </p:spPr>
      </p:sp>
      <p:sp>
        <p:nvSpPr>
          <p:cNvPr id="51" name="Google Shape;51;p6"/>
          <p:cNvSpPr/>
          <p:nvPr>
            <p:ph idx="4" type="pic"/>
          </p:nvPr>
        </p:nvSpPr>
        <p:spPr>
          <a:xfrm>
            <a:off x="4523050" y="2158000"/>
            <a:ext cx="4394100" cy="2282700"/>
          </a:xfrm>
          <a:prstGeom prst="roundRect">
            <a:avLst>
              <a:gd fmla="val 6108" name="adj"/>
            </a:avLst>
          </a:prstGeom>
          <a:noFill/>
          <a:ln cap="flat" cmpd="sng" w="9525">
            <a:solidFill>
              <a:schemeClr val="accent1"/>
            </a:solidFill>
            <a:prstDash val="solid"/>
            <a:round/>
            <a:headEnd len="sm" w="sm" type="none"/>
            <a:tailEnd len="sm" w="sm" type="none"/>
          </a:ln>
        </p:spPr>
      </p:sp>
      <p:sp>
        <p:nvSpPr>
          <p:cNvPr id="52" name="Google Shape;52;p6"/>
          <p:cNvSpPr txBox="1"/>
          <p:nvPr>
            <p:ph idx="1" type="body"/>
          </p:nvPr>
        </p:nvSpPr>
        <p:spPr>
          <a:xfrm>
            <a:off x="233850" y="1726850"/>
            <a:ext cx="3740100" cy="2713800"/>
          </a:xfrm>
          <a:prstGeom prst="rect">
            <a:avLst/>
          </a:prstGeom>
          <a:noFill/>
          <a:ln>
            <a:noFill/>
          </a:ln>
        </p:spPr>
        <p:txBody>
          <a:bodyPr anchorCtr="0" anchor="ctr" bIns="0" lIns="0" spcFirstLastPara="1" rIns="0" wrap="square" tIns="0">
            <a:noAutofit/>
          </a:bodyPr>
          <a:lstStyle>
            <a:lvl1pPr indent="-292100" lvl="0" marL="457200">
              <a:spcBef>
                <a:spcPts val="0"/>
              </a:spcBef>
              <a:spcAft>
                <a:spcPts val="0"/>
              </a:spcAft>
              <a:buClr>
                <a:srgbClr val="D4FF00"/>
              </a:buClr>
              <a:buSzPts val="1000"/>
              <a:buFont typeface="Urbanist Medium"/>
              <a:buChar char="●"/>
              <a:defRPr sz="1000">
                <a:solidFill>
                  <a:srgbClr val="D4FF00"/>
                </a:solidFill>
                <a:latin typeface="Urbanist Medium"/>
                <a:ea typeface="Urbanist Medium"/>
                <a:cs typeface="Urbanist Medium"/>
                <a:sym typeface="Urbanist Medium"/>
              </a:defRPr>
            </a:lvl1pPr>
            <a:lvl2pPr indent="-292100" lvl="1" marL="914400">
              <a:spcBef>
                <a:spcPts val="0"/>
              </a:spcBef>
              <a:spcAft>
                <a:spcPts val="0"/>
              </a:spcAft>
              <a:buClr>
                <a:srgbClr val="D4FF00"/>
              </a:buClr>
              <a:buSzPts val="1000"/>
              <a:buFont typeface="Urbanist Medium"/>
              <a:buChar char="○"/>
              <a:defRPr sz="1000">
                <a:solidFill>
                  <a:srgbClr val="D4FF00"/>
                </a:solidFill>
                <a:latin typeface="Urbanist Medium"/>
                <a:ea typeface="Urbanist Medium"/>
                <a:cs typeface="Urbanist Medium"/>
                <a:sym typeface="Urbanist Medium"/>
              </a:defRPr>
            </a:lvl2pPr>
            <a:lvl3pPr indent="-292100" lvl="2" marL="1371600">
              <a:spcBef>
                <a:spcPts val="0"/>
              </a:spcBef>
              <a:spcAft>
                <a:spcPts val="0"/>
              </a:spcAft>
              <a:buClr>
                <a:srgbClr val="D4FF00"/>
              </a:buClr>
              <a:buSzPts val="1000"/>
              <a:buFont typeface="Urbanist Medium"/>
              <a:buChar char="■"/>
              <a:defRPr sz="1000">
                <a:solidFill>
                  <a:srgbClr val="D4FF00"/>
                </a:solidFill>
                <a:latin typeface="Urbanist Medium"/>
                <a:ea typeface="Urbanist Medium"/>
                <a:cs typeface="Urbanist Medium"/>
                <a:sym typeface="Urbanist Medium"/>
              </a:defRPr>
            </a:lvl3pPr>
            <a:lvl4pPr indent="-292100" lvl="3" marL="1828800">
              <a:spcBef>
                <a:spcPts val="0"/>
              </a:spcBef>
              <a:spcAft>
                <a:spcPts val="0"/>
              </a:spcAft>
              <a:buClr>
                <a:srgbClr val="D4FF00"/>
              </a:buClr>
              <a:buSzPts val="1000"/>
              <a:buFont typeface="Urbanist Medium"/>
              <a:buChar char="●"/>
              <a:defRPr sz="1000">
                <a:solidFill>
                  <a:srgbClr val="D4FF00"/>
                </a:solidFill>
                <a:latin typeface="Urbanist Medium"/>
                <a:ea typeface="Urbanist Medium"/>
                <a:cs typeface="Urbanist Medium"/>
                <a:sym typeface="Urbanist Medium"/>
              </a:defRPr>
            </a:lvl4pPr>
            <a:lvl5pPr indent="-292100" lvl="4" marL="2286000">
              <a:spcBef>
                <a:spcPts val="0"/>
              </a:spcBef>
              <a:spcAft>
                <a:spcPts val="0"/>
              </a:spcAft>
              <a:buClr>
                <a:srgbClr val="D4FF00"/>
              </a:buClr>
              <a:buSzPts val="1000"/>
              <a:buFont typeface="Urbanist Medium"/>
              <a:buChar char="○"/>
              <a:defRPr sz="1000">
                <a:solidFill>
                  <a:srgbClr val="D4FF00"/>
                </a:solidFill>
                <a:latin typeface="Urbanist Medium"/>
                <a:ea typeface="Urbanist Medium"/>
                <a:cs typeface="Urbanist Medium"/>
                <a:sym typeface="Urbanist Medium"/>
              </a:defRPr>
            </a:lvl5pPr>
            <a:lvl6pPr indent="-292100" lvl="5" marL="2743200">
              <a:spcBef>
                <a:spcPts val="0"/>
              </a:spcBef>
              <a:spcAft>
                <a:spcPts val="0"/>
              </a:spcAft>
              <a:buClr>
                <a:srgbClr val="D4FF00"/>
              </a:buClr>
              <a:buSzPts val="1000"/>
              <a:buFont typeface="Urbanist Medium"/>
              <a:buChar char="■"/>
              <a:defRPr sz="1000">
                <a:solidFill>
                  <a:srgbClr val="D4FF00"/>
                </a:solidFill>
                <a:latin typeface="Urbanist Medium"/>
                <a:ea typeface="Urbanist Medium"/>
                <a:cs typeface="Urbanist Medium"/>
                <a:sym typeface="Urbanist Medium"/>
              </a:defRPr>
            </a:lvl6pPr>
            <a:lvl7pPr indent="-292100" lvl="6" marL="3200400">
              <a:spcBef>
                <a:spcPts val="0"/>
              </a:spcBef>
              <a:spcAft>
                <a:spcPts val="0"/>
              </a:spcAft>
              <a:buClr>
                <a:srgbClr val="D4FF00"/>
              </a:buClr>
              <a:buSzPts val="1000"/>
              <a:buFont typeface="Urbanist Medium"/>
              <a:buChar char="●"/>
              <a:defRPr sz="1000">
                <a:solidFill>
                  <a:srgbClr val="D4FF00"/>
                </a:solidFill>
                <a:latin typeface="Urbanist Medium"/>
                <a:ea typeface="Urbanist Medium"/>
                <a:cs typeface="Urbanist Medium"/>
                <a:sym typeface="Urbanist Medium"/>
              </a:defRPr>
            </a:lvl7pPr>
            <a:lvl8pPr indent="-292100" lvl="7" marL="3657600">
              <a:spcBef>
                <a:spcPts val="0"/>
              </a:spcBef>
              <a:spcAft>
                <a:spcPts val="0"/>
              </a:spcAft>
              <a:buClr>
                <a:srgbClr val="D4FF00"/>
              </a:buClr>
              <a:buSzPts val="1000"/>
              <a:buFont typeface="Urbanist Medium"/>
              <a:buChar char="○"/>
              <a:defRPr sz="1000">
                <a:solidFill>
                  <a:srgbClr val="D4FF00"/>
                </a:solidFill>
                <a:latin typeface="Urbanist Medium"/>
                <a:ea typeface="Urbanist Medium"/>
                <a:cs typeface="Urbanist Medium"/>
                <a:sym typeface="Urbanist Medium"/>
              </a:defRPr>
            </a:lvl8pPr>
            <a:lvl9pPr indent="-292100" lvl="8" marL="4114800">
              <a:spcBef>
                <a:spcPts val="0"/>
              </a:spcBef>
              <a:spcAft>
                <a:spcPts val="0"/>
              </a:spcAft>
              <a:buClr>
                <a:srgbClr val="D4FF00"/>
              </a:buClr>
              <a:buSzPts val="1000"/>
              <a:buFont typeface="Urbanist Medium"/>
              <a:buChar char="■"/>
              <a:defRPr sz="1000">
                <a:solidFill>
                  <a:srgbClr val="D4FF00"/>
                </a:solidFill>
                <a:latin typeface="Urbanist Medium"/>
                <a:ea typeface="Urbanist Medium"/>
                <a:cs typeface="Urbanist Medium"/>
                <a:sym typeface="Urbanist Medium"/>
              </a:defRPr>
            </a:lvl9pPr>
          </a:lstStyle>
          <a:p/>
        </p:txBody>
      </p:sp>
      <p:sp>
        <p:nvSpPr>
          <p:cNvPr id="53" name="Google Shape;53;p6"/>
          <p:cNvSpPr txBox="1"/>
          <p:nvPr>
            <p:ph idx="5" type="subTitle"/>
          </p:nvPr>
        </p:nvSpPr>
        <p:spPr>
          <a:xfrm>
            <a:off x="228600" y="228600"/>
            <a:ext cx="2920800" cy="228600"/>
          </a:xfrm>
          <a:prstGeom prst="rect">
            <a:avLst/>
          </a:prstGeom>
          <a:noFill/>
          <a:ln>
            <a:noFill/>
          </a:ln>
        </p:spPr>
        <p:txBody>
          <a:bodyPr anchorCtr="0" anchor="ctr" bIns="0" lIns="0" spcFirstLastPara="1" rIns="0" wrap="square" tIns="0">
            <a:noAutofit/>
          </a:bodyPr>
          <a:lstStyle>
            <a:lvl1pPr lvl="0">
              <a:spcBef>
                <a:spcPts val="0"/>
              </a:spcBef>
              <a:spcAft>
                <a:spcPts val="0"/>
              </a:spcAft>
              <a:buClr>
                <a:srgbClr val="D4FF00"/>
              </a:buClr>
              <a:buSzPts val="1200"/>
              <a:buFont typeface="Urbanist Medium"/>
              <a:buNone/>
              <a:defRPr sz="1200">
                <a:solidFill>
                  <a:srgbClr val="D4FF00"/>
                </a:solidFill>
                <a:latin typeface="Urbanist Medium"/>
                <a:ea typeface="Urbanist Medium"/>
                <a:cs typeface="Urbanist Medium"/>
                <a:sym typeface="Urbanist Medium"/>
              </a:defRPr>
            </a:lvl1pPr>
            <a:lvl2pPr lvl="1">
              <a:spcBef>
                <a:spcPts val="0"/>
              </a:spcBef>
              <a:spcAft>
                <a:spcPts val="0"/>
              </a:spcAft>
              <a:buClr>
                <a:srgbClr val="D4FF00"/>
              </a:buClr>
              <a:buSzPts val="1200"/>
              <a:buFont typeface="Urbanist Medium"/>
              <a:buNone/>
              <a:defRPr sz="1200">
                <a:solidFill>
                  <a:srgbClr val="D4FF00"/>
                </a:solidFill>
                <a:latin typeface="Urbanist Medium"/>
                <a:ea typeface="Urbanist Medium"/>
                <a:cs typeface="Urbanist Medium"/>
                <a:sym typeface="Urbanist Medium"/>
              </a:defRPr>
            </a:lvl2pPr>
            <a:lvl3pPr lvl="2">
              <a:spcBef>
                <a:spcPts val="0"/>
              </a:spcBef>
              <a:spcAft>
                <a:spcPts val="0"/>
              </a:spcAft>
              <a:buClr>
                <a:srgbClr val="D4FF00"/>
              </a:buClr>
              <a:buSzPts val="1200"/>
              <a:buFont typeface="Urbanist Medium"/>
              <a:buNone/>
              <a:defRPr sz="1200">
                <a:solidFill>
                  <a:srgbClr val="D4FF00"/>
                </a:solidFill>
                <a:latin typeface="Urbanist Medium"/>
                <a:ea typeface="Urbanist Medium"/>
                <a:cs typeface="Urbanist Medium"/>
                <a:sym typeface="Urbanist Medium"/>
              </a:defRPr>
            </a:lvl3pPr>
            <a:lvl4pPr lvl="3">
              <a:spcBef>
                <a:spcPts val="0"/>
              </a:spcBef>
              <a:spcAft>
                <a:spcPts val="0"/>
              </a:spcAft>
              <a:buClr>
                <a:srgbClr val="D4FF00"/>
              </a:buClr>
              <a:buSzPts val="1200"/>
              <a:buFont typeface="Urbanist Medium"/>
              <a:buNone/>
              <a:defRPr sz="1200">
                <a:solidFill>
                  <a:srgbClr val="D4FF00"/>
                </a:solidFill>
                <a:latin typeface="Urbanist Medium"/>
                <a:ea typeface="Urbanist Medium"/>
                <a:cs typeface="Urbanist Medium"/>
                <a:sym typeface="Urbanist Medium"/>
              </a:defRPr>
            </a:lvl4pPr>
            <a:lvl5pPr lvl="4">
              <a:spcBef>
                <a:spcPts val="0"/>
              </a:spcBef>
              <a:spcAft>
                <a:spcPts val="0"/>
              </a:spcAft>
              <a:buClr>
                <a:srgbClr val="D4FF00"/>
              </a:buClr>
              <a:buSzPts val="1200"/>
              <a:buFont typeface="Urbanist Medium"/>
              <a:buNone/>
              <a:defRPr sz="1200">
                <a:solidFill>
                  <a:srgbClr val="D4FF00"/>
                </a:solidFill>
                <a:latin typeface="Urbanist Medium"/>
                <a:ea typeface="Urbanist Medium"/>
                <a:cs typeface="Urbanist Medium"/>
                <a:sym typeface="Urbanist Medium"/>
              </a:defRPr>
            </a:lvl5pPr>
            <a:lvl6pPr lvl="5">
              <a:spcBef>
                <a:spcPts val="0"/>
              </a:spcBef>
              <a:spcAft>
                <a:spcPts val="0"/>
              </a:spcAft>
              <a:buClr>
                <a:srgbClr val="D4FF00"/>
              </a:buClr>
              <a:buSzPts val="1200"/>
              <a:buFont typeface="Urbanist Medium"/>
              <a:buNone/>
              <a:defRPr sz="1200">
                <a:solidFill>
                  <a:srgbClr val="D4FF00"/>
                </a:solidFill>
                <a:latin typeface="Urbanist Medium"/>
                <a:ea typeface="Urbanist Medium"/>
                <a:cs typeface="Urbanist Medium"/>
                <a:sym typeface="Urbanist Medium"/>
              </a:defRPr>
            </a:lvl6pPr>
            <a:lvl7pPr lvl="6">
              <a:spcBef>
                <a:spcPts val="0"/>
              </a:spcBef>
              <a:spcAft>
                <a:spcPts val="0"/>
              </a:spcAft>
              <a:buClr>
                <a:srgbClr val="D4FF00"/>
              </a:buClr>
              <a:buSzPts val="1200"/>
              <a:buFont typeface="Urbanist Medium"/>
              <a:buNone/>
              <a:defRPr sz="1200">
                <a:solidFill>
                  <a:srgbClr val="D4FF00"/>
                </a:solidFill>
                <a:latin typeface="Urbanist Medium"/>
                <a:ea typeface="Urbanist Medium"/>
                <a:cs typeface="Urbanist Medium"/>
                <a:sym typeface="Urbanist Medium"/>
              </a:defRPr>
            </a:lvl7pPr>
            <a:lvl8pPr lvl="7">
              <a:spcBef>
                <a:spcPts val="0"/>
              </a:spcBef>
              <a:spcAft>
                <a:spcPts val="0"/>
              </a:spcAft>
              <a:buClr>
                <a:srgbClr val="D4FF00"/>
              </a:buClr>
              <a:buSzPts val="1200"/>
              <a:buFont typeface="Urbanist Medium"/>
              <a:buNone/>
              <a:defRPr sz="1200">
                <a:solidFill>
                  <a:srgbClr val="D4FF00"/>
                </a:solidFill>
                <a:latin typeface="Urbanist Medium"/>
                <a:ea typeface="Urbanist Medium"/>
                <a:cs typeface="Urbanist Medium"/>
                <a:sym typeface="Urbanist Medium"/>
              </a:defRPr>
            </a:lvl8pPr>
            <a:lvl9pPr lvl="8">
              <a:spcBef>
                <a:spcPts val="0"/>
              </a:spcBef>
              <a:spcAft>
                <a:spcPts val="0"/>
              </a:spcAft>
              <a:buClr>
                <a:srgbClr val="D4FF00"/>
              </a:buClr>
              <a:buSzPts val="1200"/>
              <a:buFont typeface="Urbanist Medium"/>
              <a:buNone/>
              <a:defRPr sz="1200">
                <a:solidFill>
                  <a:srgbClr val="D4FF00"/>
                </a:solidFill>
                <a:latin typeface="Urbanist Medium"/>
                <a:ea typeface="Urbanist Medium"/>
                <a:cs typeface="Urbanist Medium"/>
                <a:sym typeface="Urbanist Medium"/>
              </a:defRPr>
            </a:lvl9pPr>
          </a:lstStyle>
          <a:p/>
        </p:txBody>
      </p:sp>
      <p:sp>
        <p:nvSpPr>
          <p:cNvPr id="54" name="Google Shape;54;p6"/>
          <p:cNvSpPr txBox="1"/>
          <p:nvPr>
            <p:ph idx="6" type="subTitle"/>
          </p:nvPr>
        </p:nvSpPr>
        <p:spPr>
          <a:xfrm>
            <a:off x="3154650" y="4675975"/>
            <a:ext cx="2835000" cy="466800"/>
          </a:xfrm>
          <a:prstGeom prst="rect">
            <a:avLst/>
          </a:prstGeom>
          <a:noFill/>
          <a:ln>
            <a:noFill/>
          </a:ln>
        </p:spPr>
        <p:txBody>
          <a:bodyPr anchorCtr="0" anchor="ctr" bIns="0" lIns="0" spcFirstLastPara="1" rIns="0" wrap="square" tIns="0">
            <a:noAutofit/>
          </a:bodyPr>
          <a:lstStyle>
            <a:lvl1pPr lvl="0" algn="ct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pic>
        <p:nvPicPr>
          <p:cNvPr id="55" name="Google Shape;55;p6"/>
          <p:cNvPicPr preferRelativeResize="0"/>
          <p:nvPr/>
        </p:nvPicPr>
        <p:blipFill>
          <a:blip r:embed="rId3">
            <a:alphaModFix/>
          </a:blip>
          <a:stretch>
            <a:fillRect/>
          </a:stretch>
        </p:blipFill>
        <p:spPr>
          <a:xfrm>
            <a:off x="228600" y="4837043"/>
            <a:ext cx="567051" cy="144675"/>
          </a:xfrm>
          <a:prstGeom prst="rect">
            <a:avLst/>
          </a:prstGeom>
          <a:noFill/>
          <a:ln>
            <a:noFill/>
          </a:ln>
        </p:spPr>
      </p:pic>
      <p:sp>
        <p:nvSpPr>
          <p:cNvPr id="56" name="Google Shape;56;p6"/>
          <p:cNvSpPr txBox="1"/>
          <p:nvPr>
            <p:ph idx="12" type="sldNum"/>
          </p:nvPr>
        </p:nvSpPr>
        <p:spPr>
          <a:xfrm>
            <a:off x="8348225" y="4666247"/>
            <a:ext cx="567000" cy="466800"/>
          </a:xfrm>
          <a:prstGeom prst="rect">
            <a:avLst/>
          </a:prstGeom>
        </p:spPr>
        <p:txBody>
          <a:bodyPr anchorCtr="0" anchor="ctr" bIns="91425" lIns="91425" spcFirstLastPara="1" rIns="91425" wrap="square" tIns="91425">
            <a:noAutofit/>
          </a:bodyPr>
          <a:lstStyle>
            <a:lvl1pPr lvl="0">
              <a:buNone/>
              <a:defRPr sz="700">
                <a:solidFill>
                  <a:schemeClr val="lt1"/>
                </a:solidFill>
              </a:defRPr>
            </a:lvl1pPr>
            <a:lvl2pPr lvl="1">
              <a:buNone/>
              <a:defRPr sz="700">
                <a:solidFill>
                  <a:schemeClr val="lt1"/>
                </a:solidFill>
              </a:defRPr>
            </a:lvl2pPr>
            <a:lvl3pPr lvl="2">
              <a:buNone/>
              <a:defRPr sz="700">
                <a:solidFill>
                  <a:schemeClr val="lt1"/>
                </a:solidFill>
              </a:defRPr>
            </a:lvl3pPr>
            <a:lvl4pPr lvl="3">
              <a:buNone/>
              <a:defRPr sz="700">
                <a:solidFill>
                  <a:schemeClr val="lt1"/>
                </a:solidFill>
              </a:defRPr>
            </a:lvl4pPr>
            <a:lvl5pPr lvl="4">
              <a:buNone/>
              <a:defRPr sz="700">
                <a:solidFill>
                  <a:schemeClr val="lt1"/>
                </a:solidFill>
              </a:defRPr>
            </a:lvl5pPr>
            <a:lvl6pPr lvl="5">
              <a:buNone/>
              <a:defRPr sz="700">
                <a:solidFill>
                  <a:schemeClr val="lt1"/>
                </a:solidFill>
              </a:defRPr>
            </a:lvl6pPr>
            <a:lvl7pPr lvl="6">
              <a:buNone/>
              <a:defRPr sz="700">
                <a:solidFill>
                  <a:schemeClr val="lt1"/>
                </a:solidFill>
              </a:defRPr>
            </a:lvl7pPr>
            <a:lvl8pPr lvl="7">
              <a:buNone/>
              <a:defRPr sz="700">
                <a:solidFill>
                  <a:schemeClr val="lt1"/>
                </a:solidFill>
              </a:defRPr>
            </a:lvl8pPr>
            <a:lvl9pPr lvl="8">
              <a:buNone/>
              <a:defRPr sz="700">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ALT 1">
  <p:cSld name="BLANK_1_1_1_1_2">
    <p:spTree>
      <p:nvGrpSpPr>
        <p:cNvPr id="57" name="Shape 57"/>
        <p:cNvGrpSpPr/>
        <p:nvPr/>
      </p:nvGrpSpPr>
      <p:grpSpPr>
        <a:xfrm>
          <a:off x="0" y="0"/>
          <a:ext cx="0" cy="0"/>
          <a:chOff x="0" y="0"/>
          <a:chExt cx="0" cy="0"/>
        </a:xfrm>
      </p:grpSpPr>
      <p:pic>
        <p:nvPicPr>
          <p:cNvPr id="58" name="Google Shape;58;p7"/>
          <p:cNvPicPr preferRelativeResize="0"/>
          <p:nvPr/>
        </p:nvPicPr>
        <p:blipFill rotWithShape="1">
          <a:blip r:embed="rId2">
            <a:alphaModFix/>
          </a:blip>
          <a:srcRect b="-9999" l="0" r="0" t="0"/>
          <a:stretch/>
        </p:blipFill>
        <p:spPr>
          <a:xfrm>
            <a:off x="0" y="0"/>
            <a:ext cx="9144003" cy="5143501"/>
          </a:xfrm>
          <a:prstGeom prst="rect">
            <a:avLst/>
          </a:prstGeom>
          <a:noFill/>
          <a:ln>
            <a:noFill/>
          </a:ln>
        </p:spPr>
      </p:pic>
      <p:sp>
        <p:nvSpPr>
          <p:cNvPr id="59" name="Google Shape;59;p7"/>
          <p:cNvSpPr txBox="1"/>
          <p:nvPr>
            <p:ph type="title"/>
          </p:nvPr>
        </p:nvSpPr>
        <p:spPr>
          <a:xfrm>
            <a:off x="277500" y="228600"/>
            <a:ext cx="3904500" cy="1162800"/>
          </a:xfrm>
          <a:prstGeom prst="rect">
            <a:avLst/>
          </a:prstGeom>
          <a:noFill/>
          <a:ln>
            <a:noFill/>
          </a:ln>
        </p:spPr>
        <p:txBody>
          <a:bodyPr anchorCtr="0" anchor="ctr" bIns="91425" lIns="0" spcFirstLastPara="1" rIns="91425" wrap="square" tIns="0">
            <a:spAutoFit/>
          </a:bodyPr>
          <a:lstStyle>
            <a:lvl1pPr lvl="0">
              <a:lnSpc>
                <a:spcPct val="85000"/>
              </a:lnSpc>
              <a:spcBef>
                <a:spcPts val="0"/>
              </a:spcBef>
              <a:spcAft>
                <a:spcPts val="0"/>
              </a:spcAft>
              <a:buNone/>
              <a:defRPr sz="3400">
                <a:solidFill>
                  <a:schemeClr val="dk2"/>
                </a:solidFill>
                <a:latin typeface="Urbanist Medium"/>
                <a:ea typeface="Urbanist Medium"/>
                <a:cs typeface="Urbanist Medium"/>
                <a:sym typeface="Urbanist Medium"/>
              </a:defRPr>
            </a:lvl1pPr>
            <a:lvl2pPr lvl="1">
              <a:lnSpc>
                <a:spcPct val="85000"/>
              </a:lnSpc>
              <a:spcBef>
                <a:spcPts val="0"/>
              </a:spcBef>
              <a:spcAft>
                <a:spcPts val="0"/>
              </a:spcAft>
              <a:buNone/>
              <a:defRPr sz="3600">
                <a:solidFill>
                  <a:schemeClr val="dk2"/>
                </a:solidFill>
                <a:latin typeface="Urbanist Medium"/>
                <a:ea typeface="Urbanist Medium"/>
                <a:cs typeface="Urbanist Medium"/>
                <a:sym typeface="Urbanist Medium"/>
              </a:defRPr>
            </a:lvl2pPr>
            <a:lvl3pPr lvl="2">
              <a:lnSpc>
                <a:spcPct val="85000"/>
              </a:lnSpc>
              <a:spcBef>
                <a:spcPts val="0"/>
              </a:spcBef>
              <a:spcAft>
                <a:spcPts val="0"/>
              </a:spcAft>
              <a:buNone/>
              <a:defRPr sz="3600">
                <a:solidFill>
                  <a:schemeClr val="dk2"/>
                </a:solidFill>
                <a:latin typeface="Urbanist Medium"/>
                <a:ea typeface="Urbanist Medium"/>
                <a:cs typeface="Urbanist Medium"/>
                <a:sym typeface="Urbanist Medium"/>
              </a:defRPr>
            </a:lvl3pPr>
            <a:lvl4pPr lvl="3">
              <a:lnSpc>
                <a:spcPct val="85000"/>
              </a:lnSpc>
              <a:spcBef>
                <a:spcPts val="0"/>
              </a:spcBef>
              <a:spcAft>
                <a:spcPts val="0"/>
              </a:spcAft>
              <a:buNone/>
              <a:defRPr sz="3600">
                <a:solidFill>
                  <a:schemeClr val="dk2"/>
                </a:solidFill>
                <a:latin typeface="Urbanist Medium"/>
                <a:ea typeface="Urbanist Medium"/>
                <a:cs typeface="Urbanist Medium"/>
                <a:sym typeface="Urbanist Medium"/>
              </a:defRPr>
            </a:lvl4pPr>
            <a:lvl5pPr lvl="4">
              <a:lnSpc>
                <a:spcPct val="85000"/>
              </a:lnSpc>
              <a:spcBef>
                <a:spcPts val="0"/>
              </a:spcBef>
              <a:spcAft>
                <a:spcPts val="0"/>
              </a:spcAft>
              <a:buNone/>
              <a:defRPr sz="3600">
                <a:solidFill>
                  <a:schemeClr val="dk2"/>
                </a:solidFill>
                <a:latin typeface="Urbanist Medium"/>
                <a:ea typeface="Urbanist Medium"/>
                <a:cs typeface="Urbanist Medium"/>
                <a:sym typeface="Urbanist Medium"/>
              </a:defRPr>
            </a:lvl5pPr>
            <a:lvl6pPr lvl="5">
              <a:lnSpc>
                <a:spcPct val="85000"/>
              </a:lnSpc>
              <a:spcBef>
                <a:spcPts val="0"/>
              </a:spcBef>
              <a:spcAft>
                <a:spcPts val="0"/>
              </a:spcAft>
              <a:buNone/>
              <a:defRPr sz="3600">
                <a:solidFill>
                  <a:schemeClr val="dk2"/>
                </a:solidFill>
                <a:latin typeface="Urbanist Medium"/>
                <a:ea typeface="Urbanist Medium"/>
                <a:cs typeface="Urbanist Medium"/>
                <a:sym typeface="Urbanist Medium"/>
              </a:defRPr>
            </a:lvl6pPr>
            <a:lvl7pPr lvl="6">
              <a:lnSpc>
                <a:spcPct val="85000"/>
              </a:lnSpc>
              <a:spcBef>
                <a:spcPts val="0"/>
              </a:spcBef>
              <a:spcAft>
                <a:spcPts val="0"/>
              </a:spcAft>
              <a:buNone/>
              <a:defRPr sz="3600">
                <a:solidFill>
                  <a:schemeClr val="dk2"/>
                </a:solidFill>
                <a:latin typeface="Urbanist Medium"/>
                <a:ea typeface="Urbanist Medium"/>
                <a:cs typeface="Urbanist Medium"/>
                <a:sym typeface="Urbanist Medium"/>
              </a:defRPr>
            </a:lvl7pPr>
            <a:lvl8pPr lvl="7">
              <a:lnSpc>
                <a:spcPct val="85000"/>
              </a:lnSpc>
              <a:spcBef>
                <a:spcPts val="0"/>
              </a:spcBef>
              <a:spcAft>
                <a:spcPts val="0"/>
              </a:spcAft>
              <a:buNone/>
              <a:defRPr sz="3600">
                <a:solidFill>
                  <a:schemeClr val="dk2"/>
                </a:solidFill>
                <a:latin typeface="Urbanist Medium"/>
                <a:ea typeface="Urbanist Medium"/>
                <a:cs typeface="Urbanist Medium"/>
                <a:sym typeface="Urbanist Medium"/>
              </a:defRPr>
            </a:lvl8pPr>
            <a:lvl9pPr lvl="8">
              <a:lnSpc>
                <a:spcPct val="85000"/>
              </a:lnSpc>
              <a:spcBef>
                <a:spcPts val="0"/>
              </a:spcBef>
              <a:spcAft>
                <a:spcPts val="0"/>
              </a:spcAft>
              <a:buNone/>
              <a:defRPr sz="3600">
                <a:solidFill>
                  <a:schemeClr val="dk2"/>
                </a:solidFill>
                <a:latin typeface="Urbanist Medium"/>
                <a:ea typeface="Urbanist Medium"/>
                <a:cs typeface="Urbanist Medium"/>
                <a:sym typeface="Urbanist Medium"/>
              </a:defRPr>
            </a:lvl9pPr>
          </a:lstStyle>
          <a:p/>
        </p:txBody>
      </p:sp>
      <p:sp>
        <p:nvSpPr>
          <p:cNvPr id="60" name="Google Shape;60;p7"/>
          <p:cNvSpPr txBox="1"/>
          <p:nvPr>
            <p:ph idx="1" type="subTitle"/>
          </p:nvPr>
        </p:nvSpPr>
        <p:spPr>
          <a:xfrm>
            <a:off x="5067075" y="387150"/>
            <a:ext cx="3267600" cy="288600"/>
          </a:xfrm>
          <a:prstGeom prst="rect">
            <a:avLst/>
          </a:prstGeom>
          <a:noFill/>
          <a:ln>
            <a:noFill/>
          </a:ln>
        </p:spPr>
        <p:txBody>
          <a:bodyPr anchorCtr="0" anchor="ctr" bIns="0" lIns="0" spcFirstLastPara="1" rIns="0" wrap="square" tIns="0">
            <a:noAutofit/>
          </a:bodyPr>
          <a:lstStyle>
            <a:lvl1pPr lvl="0">
              <a:spcBef>
                <a:spcPts val="0"/>
              </a:spcBef>
              <a:spcAft>
                <a:spcPts val="0"/>
              </a:spcAft>
              <a:buClr>
                <a:srgbClr val="D4FF00"/>
              </a:buClr>
              <a:buSzPts val="1400"/>
              <a:buFont typeface="Urbanist Medium"/>
              <a:buNone/>
              <a:defRPr>
                <a:solidFill>
                  <a:srgbClr val="D4FF00"/>
                </a:solidFill>
                <a:latin typeface="Urbanist Medium"/>
                <a:ea typeface="Urbanist Medium"/>
                <a:cs typeface="Urbanist Medium"/>
                <a:sym typeface="Urbanist Medium"/>
              </a:defRPr>
            </a:lvl1pPr>
            <a:lvl2pPr lvl="1">
              <a:spcBef>
                <a:spcPts val="0"/>
              </a:spcBef>
              <a:spcAft>
                <a:spcPts val="0"/>
              </a:spcAft>
              <a:buClr>
                <a:srgbClr val="D4FF00"/>
              </a:buClr>
              <a:buSzPts val="1400"/>
              <a:buFont typeface="Urbanist Medium"/>
              <a:buNone/>
              <a:defRPr>
                <a:solidFill>
                  <a:srgbClr val="D4FF00"/>
                </a:solidFill>
                <a:latin typeface="Urbanist Medium"/>
                <a:ea typeface="Urbanist Medium"/>
                <a:cs typeface="Urbanist Medium"/>
                <a:sym typeface="Urbanist Medium"/>
              </a:defRPr>
            </a:lvl2pPr>
            <a:lvl3pPr lvl="2">
              <a:spcBef>
                <a:spcPts val="0"/>
              </a:spcBef>
              <a:spcAft>
                <a:spcPts val="0"/>
              </a:spcAft>
              <a:buClr>
                <a:srgbClr val="D4FF00"/>
              </a:buClr>
              <a:buSzPts val="1400"/>
              <a:buFont typeface="Urbanist Medium"/>
              <a:buNone/>
              <a:defRPr>
                <a:solidFill>
                  <a:srgbClr val="D4FF00"/>
                </a:solidFill>
                <a:latin typeface="Urbanist Medium"/>
                <a:ea typeface="Urbanist Medium"/>
                <a:cs typeface="Urbanist Medium"/>
                <a:sym typeface="Urbanist Medium"/>
              </a:defRPr>
            </a:lvl3pPr>
            <a:lvl4pPr lvl="3">
              <a:spcBef>
                <a:spcPts val="0"/>
              </a:spcBef>
              <a:spcAft>
                <a:spcPts val="0"/>
              </a:spcAft>
              <a:buClr>
                <a:srgbClr val="D4FF00"/>
              </a:buClr>
              <a:buSzPts val="1400"/>
              <a:buFont typeface="Urbanist Medium"/>
              <a:buNone/>
              <a:defRPr>
                <a:solidFill>
                  <a:srgbClr val="D4FF00"/>
                </a:solidFill>
                <a:latin typeface="Urbanist Medium"/>
                <a:ea typeface="Urbanist Medium"/>
                <a:cs typeface="Urbanist Medium"/>
                <a:sym typeface="Urbanist Medium"/>
              </a:defRPr>
            </a:lvl4pPr>
            <a:lvl5pPr lvl="4">
              <a:spcBef>
                <a:spcPts val="0"/>
              </a:spcBef>
              <a:spcAft>
                <a:spcPts val="0"/>
              </a:spcAft>
              <a:buClr>
                <a:srgbClr val="D4FF00"/>
              </a:buClr>
              <a:buSzPts val="1400"/>
              <a:buFont typeface="Urbanist Medium"/>
              <a:buNone/>
              <a:defRPr>
                <a:solidFill>
                  <a:srgbClr val="D4FF00"/>
                </a:solidFill>
                <a:latin typeface="Urbanist Medium"/>
                <a:ea typeface="Urbanist Medium"/>
                <a:cs typeface="Urbanist Medium"/>
                <a:sym typeface="Urbanist Medium"/>
              </a:defRPr>
            </a:lvl5pPr>
            <a:lvl6pPr lvl="5">
              <a:spcBef>
                <a:spcPts val="0"/>
              </a:spcBef>
              <a:spcAft>
                <a:spcPts val="0"/>
              </a:spcAft>
              <a:buClr>
                <a:srgbClr val="D4FF00"/>
              </a:buClr>
              <a:buSzPts val="1400"/>
              <a:buFont typeface="Urbanist Medium"/>
              <a:buNone/>
              <a:defRPr>
                <a:solidFill>
                  <a:srgbClr val="D4FF00"/>
                </a:solidFill>
                <a:latin typeface="Urbanist Medium"/>
                <a:ea typeface="Urbanist Medium"/>
                <a:cs typeface="Urbanist Medium"/>
                <a:sym typeface="Urbanist Medium"/>
              </a:defRPr>
            </a:lvl6pPr>
            <a:lvl7pPr lvl="6">
              <a:spcBef>
                <a:spcPts val="0"/>
              </a:spcBef>
              <a:spcAft>
                <a:spcPts val="0"/>
              </a:spcAft>
              <a:buClr>
                <a:srgbClr val="D4FF00"/>
              </a:buClr>
              <a:buSzPts val="1400"/>
              <a:buFont typeface="Urbanist Medium"/>
              <a:buNone/>
              <a:defRPr>
                <a:solidFill>
                  <a:srgbClr val="D4FF00"/>
                </a:solidFill>
                <a:latin typeface="Urbanist Medium"/>
                <a:ea typeface="Urbanist Medium"/>
                <a:cs typeface="Urbanist Medium"/>
                <a:sym typeface="Urbanist Medium"/>
              </a:defRPr>
            </a:lvl7pPr>
            <a:lvl8pPr lvl="7">
              <a:spcBef>
                <a:spcPts val="0"/>
              </a:spcBef>
              <a:spcAft>
                <a:spcPts val="0"/>
              </a:spcAft>
              <a:buClr>
                <a:srgbClr val="D4FF00"/>
              </a:buClr>
              <a:buSzPts val="1400"/>
              <a:buFont typeface="Urbanist Medium"/>
              <a:buNone/>
              <a:defRPr>
                <a:solidFill>
                  <a:srgbClr val="D4FF00"/>
                </a:solidFill>
                <a:latin typeface="Urbanist Medium"/>
                <a:ea typeface="Urbanist Medium"/>
                <a:cs typeface="Urbanist Medium"/>
                <a:sym typeface="Urbanist Medium"/>
              </a:defRPr>
            </a:lvl8pPr>
            <a:lvl9pPr lvl="8">
              <a:spcBef>
                <a:spcPts val="0"/>
              </a:spcBef>
              <a:spcAft>
                <a:spcPts val="0"/>
              </a:spcAft>
              <a:buClr>
                <a:srgbClr val="D4FF00"/>
              </a:buClr>
              <a:buSzPts val="1400"/>
              <a:buFont typeface="Urbanist Medium"/>
              <a:buNone/>
              <a:defRPr>
                <a:solidFill>
                  <a:srgbClr val="D4FF00"/>
                </a:solidFill>
                <a:latin typeface="Urbanist Medium"/>
                <a:ea typeface="Urbanist Medium"/>
                <a:cs typeface="Urbanist Medium"/>
                <a:sym typeface="Urbanist Medium"/>
              </a:defRPr>
            </a:lvl9pPr>
          </a:lstStyle>
          <a:p/>
        </p:txBody>
      </p:sp>
      <p:sp>
        <p:nvSpPr>
          <p:cNvPr id="61" name="Google Shape;61;p7"/>
          <p:cNvSpPr txBox="1"/>
          <p:nvPr>
            <p:ph idx="2" type="subTitle"/>
          </p:nvPr>
        </p:nvSpPr>
        <p:spPr>
          <a:xfrm>
            <a:off x="5067075" y="1061588"/>
            <a:ext cx="3267600" cy="288600"/>
          </a:xfrm>
          <a:prstGeom prst="rect">
            <a:avLst/>
          </a:prstGeom>
          <a:noFill/>
          <a:ln>
            <a:noFill/>
          </a:ln>
        </p:spPr>
        <p:txBody>
          <a:bodyPr anchorCtr="0" anchor="ctr" bIns="0" lIns="0" spcFirstLastPara="1" rIns="0" wrap="square" tIns="0">
            <a:noAutofit/>
          </a:bodyPr>
          <a:lstStyle>
            <a:lvl1pPr lvl="0">
              <a:spcBef>
                <a:spcPts val="0"/>
              </a:spcBef>
              <a:spcAft>
                <a:spcPts val="0"/>
              </a:spcAft>
              <a:buClr>
                <a:srgbClr val="D4FF00"/>
              </a:buClr>
              <a:buSzPts val="1400"/>
              <a:buFont typeface="Urbanist Medium"/>
              <a:buNone/>
              <a:defRPr>
                <a:solidFill>
                  <a:srgbClr val="D4FF00"/>
                </a:solidFill>
                <a:latin typeface="Urbanist Medium"/>
                <a:ea typeface="Urbanist Medium"/>
                <a:cs typeface="Urbanist Medium"/>
                <a:sym typeface="Urbanist Medium"/>
              </a:defRPr>
            </a:lvl1pPr>
            <a:lvl2pPr lvl="1">
              <a:spcBef>
                <a:spcPts val="0"/>
              </a:spcBef>
              <a:spcAft>
                <a:spcPts val="0"/>
              </a:spcAft>
              <a:buClr>
                <a:srgbClr val="D4FF00"/>
              </a:buClr>
              <a:buSzPts val="1400"/>
              <a:buFont typeface="Urbanist Medium"/>
              <a:buNone/>
              <a:defRPr>
                <a:solidFill>
                  <a:srgbClr val="D4FF00"/>
                </a:solidFill>
                <a:latin typeface="Urbanist Medium"/>
                <a:ea typeface="Urbanist Medium"/>
                <a:cs typeface="Urbanist Medium"/>
                <a:sym typeface="Urbanist Medium"/>
              </a:defRPr>
            </a:lvl2pPr>
            <a:lvl3pPr lvl="2">
              <a:spcBef>
                <a:spcPts val="0"/>
              </a:spcBef>
              <a:spcAft>
                <a:spcPts val="0"/>
              </a:spcAft>
              <a:buClr>
                <a:srgbClr val="D4FF00"/>
              </a:buClr>
              <a:buSzPts val="1400"/>
              <a:buFont typeface="Urbanist Medium"/>
              <a:buNone/>
              <a:defRPr>
                <a:solidFill>
                  <a:srgbClr val="D4FF00"/>
                </a:solidFill>
                <a:latin typeface="Urbanist Medium"/>
                <a:ea typeface="Urbanist Medium"/>
                <a:cs typeface="Urbanist Medium"/>
                <a:sym typeface="Urbanist Medium"/>
              </a:defRPr>
            </a:lvl3pPr>
            <a:lvl4pPr lvl="3">
              <a:spcBef>
                <a:spcPts val="0"/>
              </a:spcBef>
              <a:spcAft>
                <a:spcPts val="0"/>
              </a:spcAft>
              <a:buClr>
                <a:srgbClr val="D4FF00"/>
              </a:buClr>
              <a:buSzPts val="1400"/>
              <a:buFont typeface="Urbanist Medium"/>
              <a:buNone/>
              <a:defRPr>
                <a:solidFill>
                  <a:srgbClr val="D4FF00"/>
                </a:solidFill>
                <a:latin typeface="Urbanist Medium"/>
                <a:ea typeface="Urbanist Medium"/>
                <a:cs typeface="Urbanist Medium"/>
                <a:sym typeface="Urbanist Medium"/>
              </a:defRPr>
            </a:lvl4pPr>
            <a:lvl5pPr lvl="4">
              <a:spcBef>
                <a:spcPts val="0"/>
              </a:spcBef>
              <a:spcAft>
                <a:spcPts val="0"/>
              </a:spcAft>
              <a:buClr>
                <a:srgbClr val="D4FF00"/>
              </a:buClr>
              <a:buSzPts val="1400"/>
              <a:buFont typeface="Urbanist Medium"/>
              <a:buNone/>
              <a:defRPr>
                <a:solidFill>
                  <a:srgbClr val="D4FF00"/>
                </a:solidFill>
                <a:latin typeface="Urbanist Medium"/>
                <a:ea typeface="Urbanist Medium"/>
                <a:cs typeface="Urbanist Medium"/>
                <a:sym typeface="Urbanist Medium"/>
              </a:defRPr>
            </a:lvl5pPr>
            <a:lvl6pPr lvl="5">
              <a:spcBef>
                <a:spcPts val="0"/>
              </a:spcBef>
              <a:spcAft>
                <a:spcPts val="0"/>
              </a:spcAft>
              <a:buClr>
                <a:srgbClr val="D4FF00"/>
              </a:buClr>
              <a:buSzPts val="1400"/>
              <a:buFont typeface="Urbanist Medium"/>
              <a:buNone/>
              <a:defRPr>
                <a:solidFill>
                  <a:srgbClr val="D4FF00"/>
                </a:solidFill>
                <a:latin typeface="Urbanist Medium"/>
                <a:ea typeface="Urbanist Medium"/>
                <a:cs typeface="Urbanist Medium"/>
                <a:sym typeface="Urbanist Medium"/>
              </a:defRPr>
            </a:lvl6pPr>
            <a:lvl7pPr lvl="6">
              <a:spcBef>
                <a:spcPts val="0"/>
              </a:spcBef>
              <a:spcAft>
                <a:spcPts val="0"/>
              </a:spcAft>
              <a:buClr>
                <a:srgbClr val="D4FF00"/>
              </a:buClr>
              <a:buSzPts val="1400"/>
              <a:buFont typeface="Urbanist Medium"/>
              <a:buNone/>
              <a:defRPr>
                <a:solidFill>
                  <a:srgbClr val="D4FF00"/>
                </a:solidFill>
                <a:latin typeface="Urbanist Medium"/>
                <a:ea typeface="Urbanist Medium"/>
                <a:cs typeface="Urbanist Medium"/>
                <a:sym typeface="Urbanist Medium"/>
              </a:defRPr>
            </a:lvl7pPr>
            <a:lvl8pPr lvl="7">
              <a:spcBef>
                <a:spcPts val="0"/>
              </a:spcBef>
              <a:spcAft>
                <a:spcPts val="0"/>
              </a:spcAft>
              <a:buClr>
                <a:srgbClr val="D4FF00"/>
              </a:buClr>
              <a:buSzPts val="1400"/>
              <a:buFont typeface="Urbanist Medium"/>
              <a:buNone/>
              <a:defRPr>
                <a:solidFill>
                  <a:srgbClr val="D4FF00"/>
                </a:solidFill>
                <a:latin typeface="Urbanist Medium"/>
                <a:ea typeface="Urbanist Medium"/>
                <a:cs typeface="Urbanist Medium"/>
                <a:sym typeface="Urbanist Medium"/>
              </a:defRPr>
            </a:lvl8pPr>
            <a:lvl9pPr lvl="8">
              <a:spcBef>
                <a:spcPts val="0"/>
              </a:spcBef>
              <a:spcAft>
                <a:spcPts val="0"/>
              </a:spcAft>
              <a:buClr>
                <a:srgbClr val="D4FF00"/>
              </a:buClr>
              <a:buSzPts val="1400"/>
              <a:buFont typeface="Urbanist Medium"/>
              <a:buNone/>
              <a:defRPr>
                <a:solidFill>
                  <a:srgbClr val="D4FF00"/>
                </a:solidFill>
                <a:latin typeface="Urbanist Medium"/>
                <a:ea typeface="Urbanist Medium"/>
                <a:cs typeface="Urbanist Medium"/>
                <a:sym typeface="Urbanist Medium"/>
              </a:defRPr>
            </a:lvl9pPr>
          </a:lstStyle>
          <a:p/>
        </p:txBody>
      </p:sp>
      <p:sp>
        <p:nvSpPr>
          <p:cNvPr id="62" name="Google Shape;62;p7"/>
          <p:cNvSpPr txBox="1"/>
          <p:nvPr>
            <p:ph idx="3" type="subTitle"/>
          </p:nvPr>
        </p:nvSpPr>
        <p:spPr>
          <a:xfrm>
            <a:off x="5067075" y="1739350"/>
            <a:ext cx="3267600" cy="288600"/>
          </a:xfrm>
          <a:prstGeom prst="rect">
            <a:avLst/>
          </a:prstGeom>
          <a:noFill/>
          <a:ln>
            <a:noFill/>
          </a:ln>
        </p:spPr>
        <p:txBody>
          <a:bodyPr anchorCtr="0" anchor="ctr" bIns="0" lIns="0" spcFirstLastPara="1" rIns="0" wrap="square" tIns="0">
            <a:noAutofit/>
          </a:bodyPr>
          <a:lstStyle>
            <a:lvl1pPr lvl="0">
              <a:spcBef>
                <a:spcPts val="0"/>
              </a:spcBef>
              <a:spcAft>
                <a:spcPts val="0"/>
              </a:spcAft>
              <a:buClr>
                <a:srgbClr val="D4FF00"/>
              </a:buClr>
              <a:buSzPts val="1400"/>
              <a:buFont typeface="Urbanist Medium"/>
              <a:buNone/>
              <a:defRPr>
                <a:solidFill>
                  <a:srgbClr val="D4FF00"/>
                </a:solidFill>
                <a:latin typeface="Urbanist Medium"/>
                <a:ea typeface="Urbanist Medium"/>
                <a:cs typeface="Urbanist Medium"/>
                <a:sym typeface="Urbanist Medium"/>
              </a:defRPr>
            </a:lvl1pPr>
            <a:lvl2pPr lvl="1">
              <a:spcBef>
                <a:spcPts val="0"/>
              </a:spcBef>
              <a:spcAft>
                <a:spcPts val="0"/>
              </a:spcAft>
              <a:buClr>
                <a:srgbClr val="D4FF00"/>
              </a:buClr>
              <a:buSzPts val="1400"/>
              <a:buFont typeface="Urbanist Medium"/>
              <a:buNone/>
              <a:defRPr>
                <a:solidFill>
                  <a:srgbClr val="D4FF00"/>
                </a:solidFill>
                <a:latin typeface="Urbanist Medium"/>
                <a:ea typeface="Urbanist Medium"/>
                <a:cs typeface="Urbanist Medium"/>
                <a:sym typeface="Urbanist Medium"/>
              </a:defRPr>
            </a:lvl2pPr>
            <a:lvl3pPr lvl="2">
              <a:spcBef>
                <a:spcPts val="0"/>
              </a:spcBef>
              <a:spcAft>
                <a:spcPts val="0"/>
              </a:spcAft>
              <a:buClr>
                <a:srgbClr val="D4FF00"/>
              </a:buClr>
              <a:buSzPts val="1400"/>
              <a:buFont typeface="Urbanist Medium"/>
              <a:buNone/>
              <a:defRPr>
                <a:solidFill>
                  <a:srgbClr val="D4FF00"/>
                </a:solidFill>
                <a:latin typeface="Urbanist Medium"/>
                <a:ea typeface="Urbanist Medium"/>
                <a:cs typeface="Urbanist Medium"/>
                <a:sym typeface="Urbanist Medium"/>
              </a:defRPr>
            </a:lvl3pPr>
            <a:lvl4pPr lvl="3">
              <a:spcBef>
                <a:spcPts val="0"/>
              </a:spcBef>
              <a:spcAft>
                <a:spcPts val="0"/>
              </a:spcAft>
              <a:buClr>
                <a:srgbClr val="D4FF00"/>
              </a:buClr>
              <a:buSzPts val="1400"/>
              <a:buFont typeface="Urbanist Medium"/>
              <a:buNone/>
              <a:defRPr>
                <a:solidFill>
                  <a:srgbClr val="D4FF00"/>
                </a:solidFill>
                <a:latin typeface="Urbanist Medium"/>
                <a:ea typeface="Urbanist Medium"/>
                <a:cs typeface="Urbanist Medium"/>
                <a:sym typeface="Urbanist Medium"/>
              </a:defRPr>
            </a:lvl4pPr>
            <a:lvl5pPr lvl="4">
              <a:spcBef>
                <a:spcPts val="0"/>
              </a:spcBef>
              <a:spcAft>
                <a:spcPts val="0"/>
              </a:spcAft>
              <a:buClr>
                <a:srgbClr val="D4FF00"/>
              </a:buClr>
              <a:buSzPts val="1400"/>
              <a:buFont typeface="Urbanist Medium"/>
              <a:buNone/>
              <a:defRPr>
                <a:solidFill>
                  <a:srgbClr val="D4FF00"/>
                </a:solidFill>
                <a:latin typeface="Urbanist Medium"/>
                <a:ea typeface="Urbanist Medium"/>
                <a:cs typeface="Urbanist Medium"/>
                <a:sym typeface="Urbanist Medium"/>
              </a:defRPr>
            </a:lvl5pPr>
            <a:lvl6pPr lvl="5">
              <a:spcBef>
                <a:spcPts val="0"/>
              </a:spcBef>
              <a:spcAft>
                <a:spcPts val="0"/>
              </a:spcAft>
              <a:buClr>
                <a:srgbClr val="D4FF00"/>
              </a:buClr>
              <a:buSzPts val="1400"/>
              <a:buFont typeface="Urbanist Medium"/>
              <a:buNone/>
              <a:defRPr>
                <a:solidFill>
                  <a:srgbClr val="D4FF00"/>
                </a:solidFill>
                <a:latin typeface="Urbanist Medium"/>
                <a:ea typeface="Urbanist Medium"/>
                <a:cs typeface="Urbanist Medium"/>
                <a:sym typeface="Urbanist Medium"/>
              </a:defRPr>
            </a:lvl6pPr>
            <a:lvl7pPr lvl="6">
              <a:spcBef>
                <a:spcPts val="0"/>
              </a:spcBef>
              <a:spcAft>
                <a:spcPts val="0"/>
              </a:spcAft>
              <a:buClr>
                <a:srgbClr val="D4FF00"/>
              </a:buClr>
              <a:buSzPts val="1400"/>
              <a:buFont typeface="Urbanist Medium"/>
              <a:buNone/>
              <a:defRPr>
                <a:solidFill>
                  <a:srgbClr val="D4FF00"/>
                </a:solidFill>
                <a:latin typeface="Urbanist Medium"/>
                <a:ea typeface="Urbanist Medium"/>
                <a:cs typeface="Urbanist Medium"/>
                <a:sym typeface="Urbanist Medium"/>
              </a:defRPr>
            </a:lvl7pPr>
            <a:lvl8pPr lvl="7">
              <a:spcBef>
                <a:spcPts val="0"/>
              </a:spcBef>
              <a:spcAft>
                <a:spcPts val="0"/>
              </a:spcAft>
              <a:buClr>
                <a:srgbClr val="D4FF00"/>
              </a:buClr>
              <a:buSzPts val="1400"/>
              <a:buFont typeface="Urbanist Medium"/>
              <a:buNone/>
              <a:defRPr>
                <a:solidFill>
                  <a:srgbClr val="D4FF00"/>
                </a:solidFill>
                <a:latin typeface="Urbanist Medium"/>
                <a:ea typeface="Urbanist Medium"/>
                <a:cs typeface="Urbanist Medium"/>
                <a:sym typeface="Urbanist Medium"/>
              </a:defRPr>
            </a:lvl8pPr>
            <a:lvl9pPr lvl="8">
              <a:spcBef>
                <a:spcPts val="0"/>
              </a:spcBef>
              <a:spcAft>
                <a:spcPts val="0"/>
              </a:spcAft>
              <a:buClr>
                <a:srgbClr val="D4FF00"/>
              </a:buClr>
              <a:buSzPts val="1400"/>
              <a:buFont typeface="Urbanist Medium"/>
              <a:buNone/>
              <a:defRPr>
                <a:solidFill>
                  <a:srgbClr val="D4FF00"/>
                </a:solidFill>
                <a:latin typeface="Urbanist Medium"/>
                <a:ea typeface="Urbanist Medium"/>
                <a:cs typeface="Urbanist Medium"/>
                <a:sym typeface="Urbanist Medium"/>
              </a:defRPr>
            </a:lvl9pPr>
          </a:lstStyle>
          <a:p/>
        </p:txBody>
      </p:sp>
      <p:sp>
        <p:nvSpPr>
          <p:cNvPr id="63" name="Google Shape;63;p7"/>
          <p:cNvSpPr txBox="1"/>
          <p:nvPr>
            <p:ph idx="4" type="subTitle"/>
          </p:nvPr>
        </p:nvSpPr>
        <p:spPr>
          <a:xfrm>
            <a:off x="5067075" y="2424100"/>
            <a:ext cx="3267600" cy="288600"/>
          </a:xfrm>
          <a:prstGeom prst="rect">
            <a:avLst/>
          </a:prstGeom>
          <a:noFill/>
          <a:ln>
            <a:noFill/>
          </a:ln>
        </p:spPr>
        <p:txBody>
          <a:bodyPr anchorCtr="0" anchor="ctr" bIns="0" lIns="0" spcFirstLastPara="1" rIns="0" wrap="square" tIns="0">
            <a:noAutofit/>
          </a:bodyPr>
          <a:lstStyle>
            <a:lvl1pPr lvl="0">
              <a:spcBef>
                <a:spcPts val="0"/>
              </a:spcBef>
              <a:spcAft>
                <a:spcPts val="0"/>
              </a:spcAft>
              <a:buClr>
                <a:srgbClr val="D4FF00"/>
              </a:buClr>
              <a:buSzPts val="1400"/>
              <a:buFont typeface="Urbanist Medium"/>
              <a:buNone/>
              <a:defRPr>
                <a:solidFill>
                  <a:srgbClr val="D4FF00"/>
                </a:solidFill>
                <a:latin typeface="Urbanist Medium"/>
                <a:ea typeface="Urbanist Medium"/>
                <a:cs typeface="Urbanist Medium"/>
                <a:sym typeface="Urbanist Medium"/>
              </a:defRPr>
            </a:lvl1pPr>
            <a:lvl2pPr lvl="1">
              <a:spcBef>
                <a:spcPts val="0"/>
              </a:spcBef>
              <a:spcAft>
                <a:spcPts val="0"/>
              </a:spcAft>
              <a:buClr>
                <a:srgbClr val="D4FF00"/>
              </a:buClr>
              <a:buSzPts val="1400"/>
              <a:buFont typeface="Urbanist Medium"/>
              <a:buNone/>
              <a:defRPr>
                <a:solidFill>
                  <a:srgbClr val="D4FF00"/>
                </a:solidFill>
                <a:latin typeface="Urbanist Medium"/>
                <a:ea typeface="Urbanist Medium"/>
                <a:cs typeface="Urbanist Medium"/>
                <a:sym typeface="Urbanist Medium"/>
              </a:defRPr>
            </a:lvl2pPr>
            <a:lvl3pPr lvl="2">
              <a:spcBef>
                <a:spcPts val="0"/>
              </a:spcBef>
              <a:spcAft>
                <a:spcPts val="0"/>
              </a:spcAft>
              <a:buClr>
                <a:srgbClr val="D4FF00"/>
              </a:buClr>
              <a:buSzPts val="1400"/>
              <a:buFont typeface="Urbanist Medium"/>
              <a:buNone/>
              <a:defRPr>
                <a:solidFill>
                  <a:srgbClr val="D4FF00"/>
                </a:solidFill>
                <a:latin typeface="Urbanist Medium"/>
                <a:ea typeface="Urbanist Medium"/>
                <a:cs typeface="Urbanist Medium"/>
                <a:sym typeface="Urbanist Medium"/>
              </a:defRPr>
            </a:lvl3pPr>
            <a:lvl4pPr lvl="3">
              <a:spcBef>
                <a:spcPts val="0"/>
              </a:spcBef>
              <a:spcAft>
                <a:spcPts val="0"/>
              </a:spcAft>
              <a:buClr>
                <a:srgbClr val="D4FF00"/>
              </a:buClr>
              <a:buSzPts val="1400"/>
              <a:buFont typeface="Urbanist Medium"/>
              <a:buNone/>
              <a:defRPr>
                <a:solidFill>
                  <a:srgbClr val="D4FF00"/>
                </a:solidFill>
                <a:latin typeface="Urbanist Medium"/>
                <a:ea typeface="Urbanist Medium"/>
                <a:cs typeface="Urbanist Medium"/>
                <a:sym typeface="Urbanist Medium"/>
              </a:defRPr>
            </a:lvl4pPr>
            <a:lvl5pPr lvl="4">
              <a:spcBef>
                <a:spcPts val="0"/>
              </a:spcBef>
              <a:spcAft>
                <a:spcPts val="0"/>
              </a:spcAft>
              <a:buClr>
                <a:srgbClr val="D4FF00"/>
              </a:buClr>
              <a:buSzPts val="1400"/>
              <a:buFont typeface="Urbanist Medium"/>
              <a:buNone/>
              <a:defRPr>
                <a:solidFill>
                  <a:srgbClr val="D4FF00"/>
                </a:solidFill>
                <a:latin typeface="Urbanist Medium"/>
                <a:ea typeface="Urbanist Medium"/>
                <a:cs typeface="Urbanist Medium"/>
                <a:sym typeface="Urbanist Medium"/>
              </a:defRPr>
            </a:lvl5pPr>
            <a:lvl6pPr lvl="5">
              <a:spcBef>
                <a:spcPts val="0"/>
              </a:spcBef>
              <a:spcAft>
                <a:spcPts val="0"/>
              </a:spcAft>
              <a:buClr>
                <a:srgbClr val="D4FF00"/>
              </a:buClr>
              <a:buSzPts val="1400"/>
              <a:buFont typeface="Urbanist Medium"/>
              <a:buNone/>
              <a:defRPr>
                <a:solidFill>
                  <a:srgbClr val="D4FF00"/>
                </a:solidFill>
                <a:latin typeface="Urbanist Medium"/>
                <a:ea typeface="Urbanist Medium"/>
                <a:cs typeface="Urbanist Medium"/>
                <a:sym typeface="Urbanist Medium"/>
              </a:defRPr>
            </a:lvl6pPr>
            <a:lvl7pPr lvl="6">
              <a:spcBef>
                <a:spcPts val="0"/>
              </a:spcBef>
              <a:spcAft>
                <a:spcPts val="0"/>
              </a:spcAft>
              <a:buClr>
                <a:srgbClr val="D4FF00"/>
              </a:buClr>
              <a:buSzPts val="1400"/>
              <a:buFont typeface="Urbanist Medium"/>
              <a:buNone/>
              <a:defRPr>
                <a:solidFill>
                  <a:srgbClr val="D4FF00"/>
                </a:solidFill>
                <a:latin typeface="Urbanist Medium"/>
                <a:ea typeface="Urbanist Medium"/>
                <a:cs typeface="Urbanist Medium"/>
                <a:sym typeface="Urbanist Medium"/>
              </a:defRPr>
            </a:lvl7pPr>
            <a:lvl8pPr lvl="7">
              <a:spcBef>
                <a:spcPts val="0"/>
              </a:spcBef>
              <a:spcAft>
                <a:spcPts val="0"/>
              </a:spcAft>
              <a:buClr>
                <a:srgbClr val="D4FF00"/>
              </a:buClr>
              <a:buSzPts val="1400"/>
              <a:buFont typeface="Urbanist Medium"/>
              <a:buNone/>
              <a:defRPr>
                <a:solidFill>
                  <a:srgbClr val="D4FF00"/>
                </a:solidFill>
                <a:latin typeface="Urbanist Medium"/>
                <a:ea typeface="Urbanist Medium"/>
                <a:cs typeface="Urbanist Medium"/>
                <a:sym typeface="Urbanist Medium"/>
              </a:defRPr>
            </a:lvl8pPr>
            <a:lvl9pPr lvl="8">
              <a:spcBef>
                <a:spcPts val="0"/>
              </a:spcBef>
              <a:spcAft>
                <a:spcPts val="0"/>
              </a:spcAft>
              <a:buClr>
                <a:srgbClr val="D4FF00"/>
              </a:buClr>
              <a:buSzPts val="1400"/>
              <a:buFont typeface="Urbanist Medium"/>
              <a:buNone/>
              <a:defRPr>
                <a:solidFill>
                  <a:srgbClr val="D4FF00"/>
                </a:solidFill>
                <a:latin typeface="Urbanist Medium"/>
                <a:ea typeface="Urbanist Medium"/>
                <a:cs typeface="Urbanist Medium"/>
                <a:sym typeface="Urbanist Medium"/>
              </a:defRPr>
            </a:lvl9pPr>
          </a:lstStyle>
          <a:p/>
        </p:txBody>
      </p:sp>
      <p:sp>
        <p:nvSpPr>
          <p:cNvPr id="64" name="Google Shape;64;p7"/>
          <p:cNvSpPr txBox="1"/>
          <p:nvPr>
            <p:ph idx="5" type="subTitle"/>
          </p:nvPr>
        </p:nvSpPr>
        <p:spPr>
          <a:xfrm>
            <a:off x="5067075" y="3094938"/>
            <a:ext cx="3267600" cy="288600"/>
          </a:xfrm>
          <a:prstGeom prst="rect">
            <a:avLst/>
          </a:prstGeom>
          <a:noFill/>
          <a:ln>
            <a:noFill/>
          </a:ln>
        </p:spPr>
        <p:txBody>
          <a:bodyPr anchorCtr="0" anchor="ctr" bIns="0" lIns="0" spcFirstLastPara="1" rIns="0" wrap="square" tIns="0">
            <a:noAutofit/>
          </a:bodyPr>
          <a:lstStyle>
            <a:lvl1pPr lvl="0">
              <a:spcBef>
                <a:spcPts val="0"/>
              </a:spcBef>
              <a:spcAft>
                <a:spcPts val="0"/>
              </a:spcAft>
              <a:buClr>
                <a:srgbClr val="D4FF00"/>
              </a:buClr>
              <a:buSzPts val="1400"/>
              <a:buFont typeface="Urbanist Medium"/>
              <a:buNone/>
              <a:defRPr>
                <a:solidFill>
                  <a:srgbClr val="D4FF00"/>
                </a:solidFill>
                <a:latin typeface="Urbanist Medium"/>
                <a:ea typeface="Urbanist Medium"/>
                <a:cs typeface="Urbanist Medium"/>
                <a:sym typeface="Urbanist Medium"/>
              </a:defRPr>
            </a:lvl1pPr>
            <a:lvl2pPr lvl="1">
              <a:spcBef>
                <a:spcPts val="0"/>
              </a:spcBef>
              <a:spcAft>
                <a:spcPts val="0"/>
              </a:spcAft>
              <a:buClr>
                <a:srgbClr val="D4FF00"/>
              </a:buClr>
              <a:buSzPts val="1400"/>
              <a:buFont typeface="Urbanist Medium"/>
              <a:buNone/>
              <a:defRPr>
                <a:solidFill>
                  <a:srgbClr val="D4FF00"/>
                </a:solidFill>
                <a:latin typeface="Urbanist Medium"/>
                <a:ea typeface="Urbanist Medium"/>
                <a:cs typeface="Urbanist Medium"/>
                <a:sym typeface="Urbanist Medium"/>
              </a:defRPr>
            </a:lvl2pPr>
            <a:lvl3pPr lvl="2">
              <a:spcBef>
                <a:spcPts val="0"/>
              </a:spcBef>
              <a:spcAft>
                <a:spcPts val="0"/>
              </a:spcAft>
              <a:buClr>
                <a:srgbClr val="D4FF00"/>
              </a:buClr>
              <a:buSzPts val="1400"/>
              <a:buFont typeface="Urbanist Medium"/>
              <a:buNone/>
              <a:defRPr>
                <a:solidFill>
                  <a:srgbClr val="D4FF00"/>
                </a:solidFill>
                <a:latin typeface="Urbanist Medium"/>
                <a:ea typeface="Urbanist Medium"/>
                <a:cs typeface="Urbanist Medium"/>
                <a:sym typeface="Urbanist Medium"/>
              </a:defRPr>
            </a:lvl3pPr>
            <a:lvl4pPr lvl="3">
              <a:spcBef>
                <a:spcPts val="0"/>
              </a:spcBef>
              <a:spcAft>
                <a:spcPts val="0"/>
              </a:spcAft>
              <a:buClr>
                <a:srgbClr val="D4FF00"/>
              </a:buClr>
              <a:buSzPts val="1400"/>
              <a:buFont typeface="Urbanist Medium"/>
              <a:buNone/>
              <a:defRPr>
                <a:solidFill>
                  <a:srgbClr val="D4FF00"/>
                </a:solidFill>
                <a:latin typeface="Urbanist Medium"/>
                <a:ea typeface="Urbanist Medium"/>
                <a:cs typeface="Urbanist Medium"/>
                <a:sym typeface="Urbanist Medium"/>
              </a:defRPr>
            </a:lvl4pPr>
            <a:lvl5pPr lvl="4">
              <a:spcBef>
                <a:spcPts val="0"/>
              </a:spcBef>
              <a:spcAft>
                <a:spcPts val="0"/>
              </a:spcAft>
              <a:buClr>
                <a:srgbClr val="D4FF00"/>
              </a:buClr>
              <a:buSzPts val="1400"/>
              <a:buFont typeface="Urbanist Medium"/>
              <a:buNone/>
              <a:defRPr>
                <a:solidFill>
                  <a:srgbClr val="D4FF00"/>
                </a:solidFill>
                <a:latin typeface="Urbanist Medium"/>
                <a:ea typeface="Urbanist Medium"/>
                <a:cs typeface="Urbanist Medium"/>
                <a:sym typeface="Urbanist Medium"/>
              </a:defRPr>
            </a:lvl5pPr>
            <a:lvl6pPr lvl="5">
              <a:spcBef>
                <a:spcPts val="0"/>
              </a:spcBef>
              <a:spcAft>
                <a:spcPts val="0"/>
              </a:spcAft>
              <a:buClr>
                <a:srgbClr val="D4FF00"/>
              </a:buClr>
              <a:buSzPts val="1400"/>
              <a:buFont typeface="Urbanist Medium"/>
              <a:buNone/>
              <a:defRPr>
                <a:solidFill>
                  <a:srgbClr val="D4FF00"/>
                </a:solidFill>
                <a:latin typeface="Urbanist Medium"/>
                <a:ea typeface="Urbanist Medium"/>
                <a:cs typeface="Urbanist Medium"/>
                <a:sym typeface="Urbanist Medium"/>
              </a:defRPr>
            </a:lvl6pPr>
            <a:lvl7pPr lvl="6">
              <a:spcBef>
                <a:spcPts val="0"/>
              </a:spcBef>
              <a:spcAft>
                <a:spcPts val="0"/>
              </a:spcAft>
              <a:buClr>
                <a:srgbClr val="D4FF00"/>
              </a:buClr>
              <a:buSzPts val="1400"/>
              <a:buFont typeface="Urbanist Medium"/>
              <a:buNone/>
              <a:defRPr>
                <a:solidFill>
                  <a:srgbClr val="D4FF00"/>
                </a:solidFill>
                <a:latin typeface="Urbanist Medium"/>
                <a:ea typeface="Urbanist Medium"/>
                <a:cs typeface="Urbanist Medium"/>
                <a:sym typeface="Urbanist Medium"/>
              </a:defRPr>
            </a:lvl7pPr>
            <a:lvl8pPr lvl="7">
              <a:spcBef>
                <a:spcPts val="0"/>
              </a:spcBef>
              <a:spcAft>
                <a:spcPts val="0"/>
              </a:spcAft>
              <a:buClr>
                <a:srgbClr val="D4FF00"/>
              </a:buClr>
              <a:buSzPts val="1400"/>
              <a:buFont typeface="Urbanist Medium"/>
              <a:buNone/>
              <a:defRPr>
                <a:solidFill>
                  <a:srgbClr val="D4FF00"/>
                </a:solidFill>
                <a:latin typeface="Urbanist Medium"/>
                <a:ea typeface="Urbanist Medium"/>
                <a:cs typeface="Urbanist Medium"/>
                <a:sym typeface="Urbanist Medium"/>
              </a:defRPr>
            </a:lvl8pPr>
            <a:lvl9pPr lvl="8">
              <a:spcBef>
                <a:spcPts val="0"/>
              </a:spcBef>
              <a:spcAft>
                <a:spcPts val="0"/>
              </a:spcAft>
              <a:buClr>
                <a:srgbClr val="D4FF00"/>
              </a:buClr>
              <a:buSzPts val="1400"/>
              <a:buFont typeface="Urbanist Medium"/>
              <a:buNone/>
              <a:defRPr>
                <a:solidFill>
                  <a:srgbClr val="D4FF00"/>
                </a:solidFill>
                <a:latin typeface="Urbanist Medium"/>
                <a:ea typeface="Urbanist Medium"/>
                <a:cs typeface="Urbanist Medium"/>
                <a:sym typeface="Urbanist Medium"/>
              </a:defRPr>
            </a:lvl9pPr>
          </a:lstStyle>
          <a:p/>
        </p:txBody>
      </p:sp>
      <p:sp>
        <p:nvSpPr>
          <p:cNvPr id="65" name="Google Shape;65;p7"/>
          <p:cNvSpPr txBox="1"/>
          <p:nvPr>
            <p:ph idx="6" type="subTitle"/>
          </p:nvPr>
        </p:nvSpPr>
        <p:spPr>
          <a:xfrm>
            <a:off x="5067075" y="3765788"/>
            <a:ext cx="3267600" cy="288600"/>
          </a:xfrm>
          <a:prstGeom prst="rect">
            <a:avLst/>
          </a:prstGeom>
          <a:noFill/>
          <a:ln>
            <a:noFill/>
          </a:ln>
        </p:spPr>
        <p:txBody>
          <a:bodyPr anchorCtr="0" anchor="ctr" bIns="0" lIns="0" spcFirstLastPara="1" rIns="0" wrap="square" tIns="0">
            <a:noAutofit/>
          </a:bodyPr>
          <a:lstStyle>
            <a:lvl1pPr lvl="0">
              <a:spcBef>
                <a:spcPts val="0"/>
              </a:spcBef>
              <a:spcAft>
                <a:spcPts val="0"/>
              </a:spcAft>
              <a:buClr>
                <a:srgbClr val="D4FF00"/>
              </a:buClr>
              <a:buSzPts val="1400"/>
              <a:buFont typeface="Urbanist Medium"/>
              <a:buNone/>
              <a:defRPr>
                <a:solidFill>
                  <a:srgbClr val="D4FF00"/>
                </a:solidFill>
                <a:latin typeface="Urbanist Medium"/>
                <a:ea typeface="Urbanist Medium"/>
                <a:cs typeface="Urbanist Medium"/>
                <a:sym typeface="Urbanist Medium"/>
              </a:defRPr>
            </a:lvl1pPr>
            <a:lvl2pPr lvl="1">
              <a:spcBef>
                <a:spcPts val="0"/>
              </a:spcBef>
              <a:spcAft>
                <a:spcPts val="0"/>
              </a:spcAft>
              <a:buClr>
                <a:srgbClr val="D4FF00"/>
              </a:buClr>
              <a:buSzPts val="1400"/>
              <a:buFont typeface="Urbanist Medium"/>
              <a:buNone/>
              <a:defRPr>
                <a:solidFill>
                  <a:srgbClr val="D4FF00"/>
                </a:solidFill>
                <a:latin typeface="Urbanist Medium"/>
                <a:ea typeface="Urbanist Medium"/>
                <a:cs typeface="Urbanist Medium"/>
                <a:sym typeface="Urbanist Medium"/>
              </a:defRPr>
            </a:lvl2pPr>
            <a:lvl3pPr lvl="2">
              <a:spcBef>
                <a:spcPts val="0"/>
              </a:spcBef>
              <a:spcAft>
                <a:spcPts val="0"/>
              </a:spcAft>
              <a:buClr>
                <a:srgbClr val="D4FF00"/>
              </a:buClr>
              <a:buSzPts val="1400"/>
              <a:buFont typeface="Urbanist Medium"/>
              <a:buNone/>
              <a:defRPr>
                <a:solidFill>
                  <a:srgbClr val="D4FF00"/>
                </a:solidFill>
                <a:latin typeface="Urbanist Medium"/>
                <a:ea typeface="Urbanist Medium"/>
                <a:cs typeface="Urbanist Medium"/>
                <a:sym typeface="Urbanist Medium"/>
              </a:defRPr>
            </a:lvl3pPr>
            <a:lvl4pPr lvl="3">
              <a:spcBef>
                <a:spcPts val="0"/>
              </a:spcBef>
              <a:spcAft>
                <a:spcPts val="0"/>
              </a:spcAft>
              <a:buClr>
                <a:srgbClr val="D4FF00"/>
              </a:buClr>
              <a:buSzPts val="1400"/>
              <a:buFont typeface="Urbanist Medium"/>
              <a:buNone/>
              <a:defRPr>
                <a:solidFill>
                  <a:srgbClr val="D4FF00"/>
                </a:solidFill>
                <a:latin typeface="Urbanist Medium"/>
                <a:ea typeface="Urbanist Medium"/>
                <a:cs typeface="Urbanist Medium"/>
                <a:sym typeface="Urbanist Medium"/>
              </a:defRPr>
            </a:lvl4pPr>
            <a:lvl5pPr lvl="4">
              <a:spcBef>
                <a:spcPts val="0"/>
              </a:spcBef>
              <a:spcAft>
                <a:spcPts val="0"/>
              </a:spcAft>
              <a:buClr>
                <a:srgbClr val="D4FF00"/>
              </a:buClr>
              <a:buSzPts val="1400"/>
              <a:buFont typeface="Urbanist Medium"/>
              <a:buNone/>
              <a:defRPr>
                <a:solidFill>
                  <a:srgbClr val="D4FF00"/>
                </a:solidFill>
                <a:latin typeface="Urbanist Medium"/>
                <a:ea typeface="Urbanist Medium"/>
                <a:cs typeface="Urbanist Medium"/>
                <a:sym typeface="Urbanist Medium"/>
              </a:defRPr>
            </a:lvl5pPr>
            <a:lvl6pPr lvl="5">
              <a:spcBef>
                <a:spcPts val="0"/>
              </a:spcBef>
              <a:spcAft>
                <a:spcPts val="0"/>
              </a:spcAft>
              <a:buClr>
                <a:srgbClr val="D4FF00"/>
              </a:buClr>
              <a:buSzPts val="1400"/>
              <a:buFont typeface="Urbanist Medium"/>
              <a:buNone/>
              <a:defRPr>
                <a:solidFill>
                  <a:srgbClr val="D4FF00"/>
                </a:solidFill>
                <a:latin typeface="Urbanist Medium"/>
                <a:ea typeface="Urbanist Medium"/>
                <a:cs typeface="Urbanist Medium"/>
                <a:sym typeface="Urbanist Medium"/>
              </a:defRPr>
            </a:lvl6pPr>
            <a:lvl7pPr lvl="6">
              <a:spcBef>
                <a:spcPts val="0"/>
              </a:spcBef>
              <a:spcAft>
                <a:spcPts val="0"/>
              </a:spcAft>
              <a:buClr>
                <a:srgbClr val="D4FF00"/>
              </a:buClr>
              <a:buSzPts val="1400"/>
              <a:buFont typeface="Urbanist Medium"/>
              <a:buNone/>
              <a:defRPr>
                <a:solidFill>
                  <a:srgbClr val="D4FF00"/>
                </a:solidFill>
                <a:latin typeface="Urbanist Medium"/>
                <a:ea typeface="Urbanist Medium"/>
                <a:cs typeface="Urbanist Medium"/>
                <a:sym typeface="Urbanist Medium"/>
              </a:defRPr>
            </a:lvl7pPr>
            <a:lvl8pPr lvl="7">
              <a:spcBef>
                <a:spcPts val="0"/>
              </a:spcBef>
              <a:spcAft>
                <a:spcPts val="0"/>
              </a:spcAft>
              <a:buClr>
                <a:srgbClr val="D4FF00"/>
              </a:buClr>
              <a:buSzPts val="1400"/>
              <a:buFont typeface="Urbanist Medium"/>
              <a:buNone/>
              <a:defRPr>
                <a:solidFill>
                  <a:srgbClr val="D4FF00"/>
                </a:solidFill>
                <a:latin typeface="Urbanist Medium"/>
                <a:ea typeface="Urbanist Medium"/>
                <a:cs typeface="Urbanist Medium"/>
                <a:sym typeface="Urbanist Medium"/>
              </a:defRPr>
            </a:lvl8pPr>
            <a:lvl9pPr lvl="8">
              <a:spcBef>
                <a:spcPts val="0"/>
              </a:spcBef>
              <a:spcAft>
                <a:spcPts val="0"/>
              </a:spcAft>
              <a:buClr>
                <a:srgbClr val="D4FF00"/>
              </a:buClr>
              <a:buSzPts val="1400"/>
              <a:buFont typeface="Urbanist Medium"/>
              <a:buNone/>
              <a:defRPr>
                <a:solidFill>
                  <a:srgbClr val="D4FF00"/>
                </a:solidFill>
                <a:latin typeface="Urbanist Medium"/>
                <a:ea typeface="Urbanist Medium"/>
                <a:cs typeface="Urbanist Medium"/>
                <a:sym typeface="Urbanist Medium"/>
              </a:defRPr>
            </a:lvl9pPr>
          </a:lstStyle>
          <a:p/>
        </p:txBody>
      </p:sp>
      <p:sp>
        <p:nvSpPr>
          <p:cNvPr id="66" name="Google Shape;66;p7"/>
          <p:cNvSpPr txBox="1"/>
          <p:nvPr>
            <p:ph idx="7" type="subTitle"/>
          </p:nvPr>
        </p:nvSpPr>
        <p:spPr>
          <a:xfrm>
            <a:off x="3154650" y="4675975"/>
            <a:ext cx="2835000" cy="466800"/>
          </a:xfrm>
          <a:prstGeom prst="rect">
            <a:avLst/>
          </a:prstGeom>
          <a:noFill/>
          <a:ln>
            <a:noFill/>
          </a:ln>
        </p:spPr>
        <p:txBody>
          <a:bodyPr anchorCtr="0" anchor="ctr" bIns="0" lIns="0" spcFirstLastPara="1" rIns="0" wrap="square" tIns="0">
            <a:noAutofit/>
          </a:bodyPr>
          <a:lstStyle>
            <a:lvl1pPr lvl="0" algn="ct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pic>
        <p:nvPicPr>
          <p:cNvPr id="67" name="Google Shape;67;p7"/>
          <p:cNvPicPr preferRelativeResize="0"/>
          <p:nvPr/>
        </p:nvPicPr>
        <p:blipFill>
          <a:blip r:embed="rId3">
            <a:alphaModFix/>
          </a:blip>
          <a:stretch>
            <a:fillRect/>
          </a:stretch>
        </p:blipFill>
        <p:spPr>
          <a:xfrm>
            <a:off x="228600" y="4837043"/>
            <a:ext cx="567051" cy="144675"/>
          </a:xfrm>
          <a:prstGeom prst="rect">
            <a:avLst/>
          </a:prstGeom>
          <a:noFill/>
          <a:ln>
            <a:noFill/>
          </a:ln>
        </p:spPr>
      </p:pic>
      <p:sp>
        <p:nvSpPr>
          <p:cNvPr id="68" name="Google Shape;68;p7"/>
          <p:cNvSpPr txBox="1"/>
          <p:nvPr>
            <p:ph idx="12" type="sldNum"/>
          </p:nvPr>
        </p:nvSpPr>
        <p:spPr>
          <a:xfrm>
            <a:off x="8348225" y="4666247"/>
            <a:ext cx="567000" cy="466800"/>
          </a:xfrm>
          <a:prstGeom prst="rect">
            <a:avLst/>
          </a:prstGeom>
        </p:spPr>
        <p:txBody>
          <a:bodyPr anchorCtr="0" anchor="ctr" bIns="91425" lIns="91425" spcFirstLastPara="1" rIns="91425" wrap="square" tIns="91425">
            <a:noAutofit/>
          </a:bodyPr>
          <a:lstStyle>
            <a:lvl1pPr lvl="0">
              <a:buNone/>
              <a:defRPr sz="700">
                <a:solidFill>
                  <a:schemeClr val="lt1"/>
                </a:solidFill>
              </a:defRPr>
            </a:lvl1pPr>
            <a:lvl2pPr lvl="1">
              <a:buNone/>
              <a:defRPr sz="700">
                <a:solidFill>
                  <a:schemeClr val="lt1"/>
                </a:solidFill>
              </a:defRPr>
            </a:lvl2pPr>
            <a:lvl3pPr lvl="2">
              <a:buNone/>
              <a:defRPr sz="700">
                <a:solidFill>
                  <a:schemeClr val="lt1"/>
                </a:solidFill>
              </a:defRPr>
            </a:lvl3pPr>
            <a:lvl4pPr lvl="3">
              <a:buNone/>
              <a:defRPr sz="700">
                <a:solidFill>
                  <a:schemeClr val="lt1"/>
                </a:solidFill>
              </a:defRPr>
            </a:lvl4pPr>
            <a:lvl5pPr lvl="4">
              <a:buNone/>
              <a:defRPr sz="700">
                <a:solidFill>
                  <a:schemeClr val="lt1"/>
                </a:solidFill>
              </a:defRPr>
            </a:lvl5pPr>
            <a:lvl6pPr lvl="5">
              <a:buNone/>
              <a:defRPr sz="700">
                <a:solidFill>
                  <a:schemeClr val="lt1"/>
                </a:solidFill>
              </a:defRPr>
            </a:lvl6pPr>
            <a:lvl7pPr lvl="6">
              <a:buNone/>
              <a:defRPr sz="700">
                <a:solidFill>
                  <a:schemeClr val="lt1"/>
                </a:solidFill>
              </a:defRPr>
            </a:lvl7pPr>
            <a:lvl8pPr lvl="7">
              <a:buNone/>
              <a:defRPr sz="700">
                <a:solidFill>
                  <a:schemeClr val="lt1"/>
                </a:solidFill>
              </a:defRPr>
            </a:lvl8pPr>
            <a:lvl9pPr lvl="8">
              <a:buNone/>
              <a:defRPr sz="700">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s">
  <p:cSld name="BLANK_1_1_1_1_2_1">
    <p:spTree>
      <p:nvGrpSpPr>
        <p:cNvPr id="69" name="Shape 69"/>
        <p:cNvGrpSpPr/>
        <p:nvPr/>
      </p:nvGrpSpPr>
      <p:grpSpPr>
        <a:xfrm>
          <a:off x="0" y="0"/>
          <a:ext cx="0" cy="0"/>
          <a:chOff x="0" y="0"/>
          <a:chExt cx="0" cy="0"/>
        </a:xfrm>
      </p:grpSpPr>
      <p:pic>
        <p:nvPicPr>
          <p:cNvPr id="70" name="Google Shape;70;p8"/>
          <p:cNvPicPr preferRelativeResize="0"/>
          <p:nvPr/>
        </p:nvPicPr>
        <p:blipFill rotWithShape="1">
          <a:blip r:embed="rId2">
            <a:alphaModFix/>
          </a:blip>
          <a:srcRect b="-9999" l="0" r="0" t="0"/>
          <a:stretch/>
        </p:blipFill>
        <p:spPr>
          <a:xfrm>
            <a:off x="0" y="0"/>
            <a:ext cx="9144003" cy="5143501"/>
          </a:xfrm>
          <a:prstGeom prst="rect">
            <a:avLst/>
          </a:prstGeom>
          <a:noFill/>
          <a:ln>
            <a:noFill/>
          </a:ln>
        </p:spPr>
      </p:pic>
      <p:sp>
        <p:nvSpPr>
          <p:cNvPr id="71" name="Google Shape;71;p8"/>
          <p:cNvSpPr/>
          <p:nvPr>
            <p:ph idx="2" type="pic"/>
          </p:nvPr>
        </p:nvSpPr>
        <p:spPr>
          <a:xfrm>
            <a:off x="4618950" y="228600"/>
            <a:ext cx="1370400" cy="1357500"/>
          </a:xfrm>
          <a:prstGeom prst="roundRect">
            <a:avLst>
              <a:gd fmla="val 16935" name="adj"/>
            </a:avLst>
          </a:prstGeom>
          <a:noFill/>
          <a:ln>
            <a:noFill/>
          </a:ln>
        </p:spPr>
      </p:sp>
      <p:sp>
        <p:nvSpPr>
          <p:cNvPr id="72" name="Google Shape;72;p8"/>
          <p:cNvSpPr txBox="1"/>
          <p:nvPr>
            <p:ph idx="1" type="subTitle"/>
          </p:nvPr>
        </p:nvSpPr>
        <p:spPr>
          <a:xfrm>
            <a:off x="4619000" y="1702322"/>
            <a:ext cx="1370400" cy="171900"/>
          </a:xfrm>
          <a:prstGeom prst="rect">
            <a:avLst/>
          </a:prstGeom>
          <a:noFill/>
          <a:ln>
            <a:noFill/>
          </a:ln>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73" name="Google Shape;73;p8"/>
          <p:cNvSpPr txBox="1"/>
          <p:nvPr>
            <p:ph type="title"/>
          </p:nvPr>
        </p:nvSpPr>
        <p:spPr>
          <a:xfrm>
            <a:off x="228600" y="234750"/>
            <a:ext cx="3904500" cy="1162800"/>
          </a:xfrm>
          <a:prstGeom prst="rect">
            <a:avLst/>
          </a:prstGeom>
          <a:noFill/>
          <a:ln>
            <a:noFill/>
          </a:ln>
        </p:spPr>
        <p:txBody>
          <a:bodyPr anchorCtr="0" anchor="ctr" bIns="91425" lIns="0" spcFirstLastPara="1" rIns="91425" wrap="square" tIns="0">
            <a:spAutoFit/>
          </a:bodyPr>
          <a:lstStyle>
            <a:lvl1pPr lvl="0">
              <a:lnSpc>
                <a:spcPct val="85000"/>
              </a:lnSpc>
              <a:spcBef>
                <a:spcPts val="0"/>
              </a:spcBef>
              <a:spcAft>
                <a:spcPts val="0"/>
              </a:spcAft>
              <a:buNone/>
              <a:defRPr sz="3400">
                <a:solidFill>
                  <a:schemeClr val="dk2"/>
                </a:solidFill>
                <a:latin typeface="Urbanist Medium"/>
                <a:ea typeface="Urbanist Medium"/>
                <a:cs typeface="Urbanist Medium"/>
                <a:sym typeface="Urbanist Medium"/>
              </a:defRPr>
            </a:lvl1pPr>
            <a:lvl2pPr lvl="1">
              <a:lnSpc>
                <a:spcPct val="85000"/>
              </a:lnSpc>
              <a:spcBef>
                <a:spcPts val="0"/>
              </a:spcBef>
              <a:spcAft>
                <a:spcPts val="0"/>
              </a:spcAft>
              <a:buNone/>
              <a:defRPr sz="3600">
                <a:solidFill>
                  <a:schemeClr val="dk2"/>
                </a:solidFill>
                <a:latin typeface="Urbanist Medium"/>
                <a:ea typeface="Urbanist Medium"/>
                <a:cs typeface="Urbanist Medium"/>
                <a:sym typeface="Urbanist Medium"/>
              </a:defRPr>
            </a:lvl2pPr>
            <a:lvl3pPr lvl="2">
              <a:lnSpc>
                <a:spcPct val="85000"/>
              </a:lnSpc>
              <a:spcBef>
                <a:spcPts val="0"/>
              </a:spcBef>
              <a:spcAft>
                <a:spcPts val="0"/>
              </a:spcAft>
              <a:buNone/>
              <a:defRPr sz="3600">
                <a:solidFill>
                  <a:schemeClr val="dk2"/>
                </a:solidFill>
                <a:latin typeface="Urbanist Medium"/>
                <a:ea typeface="Urbanist Medium"/>
                <a:cs typeface="Urbanist Medium"/>
                <a:sym typeface="Urbanist Medium"/>
              </a:defRPr>
            </a:lvl3pPr>
            <a:lvl4pPr lvl="3">
              <a:lnSpc>
                <a:spcPct val="85000"/>
              </a:lnSpc>
              <a:spcBef>
                <a:spcPts val="0"/>
              </a:spcBef>
              <a:spcAft>
                <a:spcPts val="0"/>
              </a:spcAft>
              <a:buNone/>
              <a:defRPr sz="3600">
                <a:solidFill>
                  <a:schemeClr val="dk2"/>
                </a:solidFill>
                <a:latin typeface="Urbanist Medium"/>
                <a:ea typeface="Urbanist Medium"/>
                <a:cs typeface="Urbanist Medium"/>
                <a:sym typeface="Urbanist Medium"/>
              </a:defRPr>
            </a:lvl4pPr>
            <a:lvl5pPr lvl="4">
              <a:lnSpc>
                <a:spcPct val="85000"/>
              </a:lnSpc>
              <a:spcBef>
                <a:spcPts val="0"/>
              </a:spcBef>
              <a:spcAft>
                <a:spcPts val="0"/>
              </a:spcAft>
              <a:buNone/>
              <a:defRPr sz="3600">
                <a:solidFill>
                  <a:schemeClr val="dk2"/>
                </a:solidFill>
                <a:latin typeface="Urbanist Medium"/>
                <a:ea typeface="Urbanist Medium"/>
                <a:cs typeface="Urbanist Medium"/>
                <a:sym typeface="Urbanist Medium"/>
              </a:defRPr>
            </a:lvl5pPr>
            <a:lvl6pPr lvl="5">
              <a:lnSpc>
                <a:spcPct val="85000"/>
              </a:lnSpc>
              <a:spcBef>
                <a:spcPts val="0"/>
              </a:spcBef>
              <a:spcAft>
                <a:spcPts val="0"/>
              </a:spcAft>
              <a:buNone/>
              <a:defRPr sz="3600">
                <a:solidFill>
                  <a:schemeClr val="dk2"/>
                </a:solidFill>
                <a:latin typeface="Urbanist Medium"/>
                <a:ea typeface="Urbanist Medium"/>
                <a:cs typeface="Urbanist Medium"/>
                <a:sym typeface="Urbanist Medium"/>
              </a:defRPr>
            </a:lvl6pPr>
            <a:lvl7pPr lvl="6">
              <a:lnSpc>
                <a:spcPct val="85000"/>
              </a:lnSpc>
              <a:spcBef>
                <a:spcPts val="0"/>
              </a:spcBef>
              <a:spcAft>
                <a:spcPts val="0"/>
              </a:spcAft>
              <a:buNone/>
              <a:defRPr sz="3600">
                <a:solidFill>
                  <a:schemeClr val="dk2"/>
                </a:solidFill>
                <a:latin typeface="Urbanist Medium"/>
                <a:ea typeface="Urbanist Medium"/>
                <a:cs typeface="Urbanist Medium"/>
                <a:sym typeface="Urbanist Medium"/>
              </a:defRPr>
            </a:lvl7pPr>
            <a:lvl8pPr lvl="7">
              <a:lnSpc>
                <a:spcPct val="85000"/>
              </a:lnSpc>
              <a:spcBef>
                <a:spcPts val="0"/>
              </a:spcBef>
              <a:spcAft>
                <a:spcPts val="0"/>
              </a:spcAft>
              <a:buNone/>
              <a:defRPr sz="3600">
                <a:solidFill>
                  <a:schemeClr val="dk2"/>
                </a:solidFill>
                <a:latin typeface="Urbanist Medium"/>
                <a:ea typeface="Urbanist Medium"/>
                <a:cs typeface="Urbanist Medium"/>
                <a:sym typeface="Urbanist Medium"/>
              </a:defRPr>
            </a:lvl8pPr>
            <a:lvl9pPr lvl="8">
              <a:lnSpc>
                <a:spcPct val="85000"/>
              </a:lnSpc>
              <a:spcBef>
                <a:spcPts val="0"/>
              </a:spcBef>
              <a:spcAft>
                <a:spcPts val="0"/>
              </a:spcAft>
              <a:buNone/>
              <a:defRPr sz="3600">
                <a:solidFill>
                  <a:schemeClr val="dk2"/>
                </a:solidFill>
                <a:latin typeface="Urbanist Medium"/>
                <a:ea typeface="Urbanist Medium"/>
                <a:cs typeface="Urbanist Medium"/>
                <a:sym typeface="Urbanist Medium"/>
              </a:defRPr>
            </a:lvl9pPr>
          </a:lstStyle>
          <a:p/>
        </p:txBody>
      </p:sp>
      <p:sp>
        <p:nvSpPr>
          <p:cNvPr id="74" name="Google Shape;74;p8"/>
          <p:cNvSpPr txBox="1"/>
          <p:nvPr>
            <p:ph idx="3" type="subTitle"/>
          </p:nvPr>
        </p:nvSpPr>
        <p:spPr>
          <a:xfrm>
            <a:off x="4619000" y="1880160"/>
            <a:ext cx="1370400" cy="171900"/>
          </a:xfrm>
          <a:prstGeom prst="rect">
            <a:avLst/>
          </a:prstGeom>
          <a:noFill/>
          <a:ln>
            <a:noFill/>
          </a:ln>
        </p:spPr>
        <p:txBody>
          <a:bodyPr anchorCtr="0" anchor="ctr"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75" name="Google Shape;75;p8"/>
          <p:cNvSpPr/>
          <p:nvPr>
            <p:ph idx="4" type="pic"/>
          </p:nvPr>
        </p:nvSpPr>
        <p:spPr>
          <a:xfrm>
            <a:off x="6080700" y="228600"/>
            <a:ext cx="1370400" cy="1357500"/>
          </a:xfrm>
          <a:prstGeom prst="roundRect">
            <a:avLst>
              <a:gd fmla="val 16935" name="adj"/>
            </a:avLst>
          </a:prstGeom>
          <a:noFill/>
          <a:ln>
            <a:noFill/>
          </a:ln>
        </p:spPr>
      </p:sp>
      <p:sp>
        <p:nvSpPr>
          <p:cNvPr id="76" name="Google Shape;76;p8"/>
          <p:cNvSpPr txBox="1"/>
          <p:nvPr>
            <p:ph idx="5" type="subTitle"/>
          </p:nvPr>
        </p:nvSpPr>
        <p:spPr>
          <a:xfrm>
            <a:off x="6080750" y="1702321"/>
            <a:ext cx="1370400" cy="171900"/>
          </a:xfrm>
          <a:prstGeom prst="rect">
            <a:avLst/>
          </a:prstGeom>
          <a:noFill/>
          <a:ln>
            <a:noFill/>
          </a:ln>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77" name="Google Shape;77;p8"/>
          <p:cNvSpPr txBox="1"/>
          <p:nvPr>
            <p:ph idx="6" type="subTitle"/>
          </p:nvPr>
        </p:nvSpPr>
        <p:spPr>
          <a:xfrm>
            <a:off x="6080750" y="1880160"/>
            <a:ext cx="1370400" cy="171900"/>
          </a:xfrm>
          <a:prstGeom prst="rect">
            <a:avLst/>
          </a:prstGeom>
          <a:noFill/>
          <a:ln>
            <a:noFill/>
          </a:ln>
        </p:spPr>
        <p:txBody>
          <a:bodyPr anchorCtr="0" anchor="ctr"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78" name="Google Shape;78;p8"/>
          <p:cNvSpPr/>
          <p:nvPr>
            <p:ph idx="7" type="pic"/>
          </p:nvPr>
        </p:nvSpPr>
        <p:spPr>
          <a:xfrm>
            <a:off x="7542450" y="228600"/>
            <a:ext cx="1370400" cy="1357500"/>
          </a:xfrm>
          <a:prstGeom prst="roundRect">
            <a:avLst>
              <a:gd fmla="val 16935" name="adj"/>
            </a:avLst>
          </a:prstGeom>
          <a:noFill/>
          <a:ln>
            <a:noFill/>
          </a:ln>
        </p:spPr>
      </p:sp>
      <p:sp>
        <p:nvSpPr>
          <p:cNvPr id="79" name="Google Shape;79;p8"/>
          <p:cNvSpPr txBox="1"/>
          <p:nvPr>
            <p:ph idx="8" type="subTitle"/>
          </p:nvPr>
        </p:nvSpPr>
        <p:spPr>
          <a:xfrm>
            <a:off x="7542500" y="1702321"/>
            <a:ext cx="1370400" cy="171900"/>
          </a:xfrm>
          <a:prstGeom prst="rect">
            <a:avLst/>
          </a:prstGeom>
          <a:noFill/>
          <a:ln>
            <a:noFill/>
          </a:ln>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80" name="Google Shape;80;p8"/>
          <p:cNvSpPr txBox="1"/>
          <p:nvPr>
            <p:ph idx="9" type="subTitle"/>
          </p:nvPr>
        </p:nvSpPr>
        <p:spPr>
          <a:xfrm>
            <a:off x="7542500" y="1880160"/>
            <a:ext cx="1370400" cy="171900"/>
          </a:xfrm>
          <a:prstGeom prst="rect">
            <a:avLst/>
          </a:prstGeom>
          <a:noFill/>
          <a:ln>
            <a:noFill/>
          </a:ln>
        </p:spPr>
        <p:txBody>
          <a:bodyPr anchorCtr="0" anchor="ctr"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81" name="Google Shape;81;p8"/>
          <p:cNvSpPr/>
          <p:nvPr>
            <p:ph idx="13" type="pic"/>
          </p:nvPr>
        </p:nvSpPr>
        <p:spPr>
          <a:xfrm>
            <a:off x="4618950" y="2295725"/>
            <a:ext cx="1370400" cy="1357500"/>
          </a:xfrm>
          <a:prstGeom prst="roundRect">
            <a:avLst>
              <a:gd fmla="val 16935" name="adj"/>
            </a:avLst>
          </a:prstGeom>
          <a:noFill/>
          <a:ln>
            <a:noFill/>
          </a:ln>
        </p:spPr>
      </p:sp>
      <p:sp>
        <p:nvSpPr>
          <p:cNvPr id="82" name="Google Shape;82;p8"/>
          <p:cNvSpPr txBox="1"/>
          <p:nvPr>
            <p:ph idx="14" type="subTitle"/>
          </p:nvPr>
        </p:nvSpPr>
        <p:spPr>
          <a:xfrm>
            <a:off x="4619000" y="3769446"/>
            <a:ext cx="1370400" cy="171900"/>
          </a:xfrm>
          <a:prstGeom prst="rect">
            <a:avLst/>
          </a:prstGeom>
          <a:noFill/>
          <a:ln>
            <a:noFill/>
          </a:ln>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83" name="Google Shape;83;p8"/>
          <p:cNvSpPr txBox="1"/>
          <p:nvPr>
            <p:ph idx="15" type="subTitle"/>
          </p:nvPr>
        </p:nvSpPr>
        <p:spPr>
          <a:xfrm>
            <a:off x="4619000" y="3947285"/>
            <a:ext cx="1370400" cy="171900"/>
          </a:xfrm>
          <a:prstGeom prst="rect">
            <a:avLst/>
          </a:prstGeom>
          <a:noFill/>
          <a:ln>
            <a:noFill/>
          </a:ln>
        </p:spPr>
        <p:txBody>
          <a:bodyPr anchorCtr="0" anchor="ctr"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84" name="Google Shape;84;p8"/>
          <p:cNvSpPr/>
          <p:nvPr>
            <p:ph idx="16" type="pic"/>
          </p:nvPr>
        </p:nvSpPr>
        <p:spPr>
          <a:xfrm>
            <a:off x="6080700" y="2295725"/>
            <a:ext cx="1370400" cy="1357500"/>
          </a:xfrm>
          <a:prstGeom prst="roundRect">
            <a:avLst>
              <a:gd fmla="val 16935" name="adj"/>
            </a:avLst>
          </a:prstGeom>
          <a:noFill/>
          <a:ln>
            <a:noFill/>
          </a:ln>
        </p:spPr>
      </p:sp>
      <p:sp>
        <p:nvSpPr>
          <p:cNvPr id="85" name="Google Shape;85;p8"/>
          <p:cNvSpPr txBox="1"/>
          <p:nvPr>
            <p:ph idx="17" type="subTitle"/>
          </p:nvPr>
        </p:nvSpPr>
        <p:spPr>
          <a:xfrm>
            <a:off x="6080750" y="3769447"/>
            <a:ext cx="1370400" cy="171900"/>
          </a:xfrm>
          <a:prstGeom prst="rect">
            <a:avLst/>
          </a:prstGeom>
          <a:noFill/>
          <a:ln>
            <a:noFill/>
          </a:ln>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86" name="Google Shape;86;p8"/>
          <p:cNvSpPr txBox="1"/>
          <p:nvPr>
            <p:ph idx="18" type="subTitle"/>
          </p:nvPr>
        </p:nvSpPr>
        <p:spPr>
          <a:xfrm>
            <a:off x="6080750" y="3947285"/>
            <a:ext cx="1370400" cy="171900"/>
          </a:xfrm>
          <a:prstGeom prst="rect">
            <a:avLst/>
          </a:prstGeom>
          <a:noFill/>
          <a:ln>
            <a:noFill/>
          </a:ln>
        </p:spPr>
        <p:txBody>
          <a:bodyPr anchorCtr="0" anchor="ctr"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87" name="Google Shape;87;p8"/>
          <p:cNvSpPr/>
          <p:nvPr>
            <p:ph idx="19" type="pic"/>
          </p:nvPr>
        </p:nvSpPr>
        <p:spPr>
          <a:xfrm>
            <a:off x="7542450" y="2295725"/>
            <a:ext cx="1370400" cy="1357500"/>
          </a:xfrm>
          <a:prstGeom prst="roundRect">
            <a:avLst>
              <a:gd fmla="val 16935" name="adj"/>
            </a:avLst>
          </a:prstGeom>
          <a:noFill/>
          <a:ln>
            <a:noFill/>
          </a:ln>
        </p:spPr>
      </p:sp>
      <p:sp>
        <p:nvSpPr>
          <p:cNvPr id="88" name="Google Shape;88;p8"/>
          <p:cNvSpPr txBox="1"/>
          <p:nvPr>
            <p:ph idx="20" type="subTitle"/>
          </p:nvPr>
        </p:nvSpPr>
        <p:spPr>
          <a:xfrm>
            <a:off x="7542500" y="3769446"/>
            <a:ext cx="1370400" cy="171900"/>
          </a:xfrm>
          <a:prstGeom prst="rect">
            <a:avLst/>
          </a:prstGeom>
          <a:noFill/>
          <a:ln>
            <a:noFill/>
          </a:ln>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89" name="Google Shape;89;p8"/>
          <p:cNvSpPr txBox="1"/>
          <p:nvPr>
            <p:ph idx="21" type="subTitle"/>
          </p:nvPr>
        </p:nvSpPr>
        <p:spPr>
          <a:xfrm>
            <a:off x="7542500" y="3947285"/>
            <a:ext cx="1370400" cy="171900"/>
          </a:xfrm>
          <a:prstGeom prst="rect">
            <a:avLst/>
          </a:prstGeom>
          <a:noFill/>
          <a:ln>
            <a:noFill/>
          </a:ln>
        </p:spPr>
        <p:txBody>
          <a:bodyPr anchorCtr="0" anchor="ctr"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90" name="Google Shape;90;p8"/>
          <p:cNvSpPr txBox="1"/>
          <p:nvPr>
            <p:ph idx="22" type="subTitle"/>
          </p:nvPr>
        </p:nvSpPr>
        <p:spPr>
          <a:xfrm>
            <a:off x="3154650" y="4675975"/>
            <a:ext cx="2835000" cy="466800"/>
          </a:xfrm>
          <a:prstGeom prst="rect">
            <a:avLst/>
          </a:prstGeom>
          <a:noFill/>
          <a:ln>
            <a:noFill/>
          </a:ln>
        </p:spPr>
        <p:txBody>
          <a:bodyPr anchorCtr="0" anchor="ctr" bIns="0" lIns="0" spcFirstLastPara="1" rIns="0" wrap="square" tIns="0">
            <a:noAutofit/>
          </a:bodyPr>
          <a:lstStyle>
            <a:lvl1pPr lvl="0" algn="ct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pic>
        <p:nvPicPr>
          <p:cNvPr id="91" name="Google Shape;91;p8"/>
          <p:cNvPicPr preferRelativeResize="0"/>
          <p:nvPr/>
        </p:nvPicPr>
        <p:blipFill>
          <a:blip r:embed="rId3">
            <a:alphaModFix/>
          </a:blip>
          <a:stretch>
            <a:fillRect/>
          </a:stretch>
        </p:blipFill>
        <p:spPr>
          <a:xfrm>
            <a:off x="228600" y="4837043"/>
            <a:ext cx="567051" cy="144675"/>
          </a:xfrm>
          <a:prstGeom prst="rect">
            <a:avLst/>
          </a:prstGeom>
          <a:noFill/>
          <a:ln>
            <a:noFill/>
          </a:ln>
        </p:spPr>
      </p:pic>
      <p:sp>
        <p:nvSpPr>
          <p:cNvPr id="92" name="Google Shape;92;p8"/>
          <p:cNvSpPr txBox="1"/>
          <p:nvPr>
            <p:ph idx="12" type="sldNum"/>
          </p:nvPr>
        </p:nvSpPr>
        <p:spPr>
          <a:xfrm>
            <a:off x="8348225" y="4666247"/>
            <a:ext cx="567000" cy="466800"/>
          </a:xfrm>
          <a:prstGeom prst="rect">
            <a:avLst/>
          </a:prstGeom>
        </p:spPr>
        <p:txBody>
          <a:bodyPr anchorCtr="0" anchor="ctr" bIns="91425" lIns="91425" spcFirstLastPara="1" rIns="91425" wrap="square" tIns="91425">
            <a:noAutofit/>
          </a:bodyPr>
          <a:lstStyle>
            <a:lvl1pPr lvl="0">
              <a:buNone/>
              <a:defRPr sz="700">
                <a:solidFill>
                  <a:schemeClr val="lt1"/>
                </a:solidFill>
              </a:defRPr>
            </a:lvl1pPr>
            <a:lvl2pPr lvl="1">
              <a:buNone/>
              <a:defRPr sz="700">
                <a:solidFill>
                  <a:schemeClr val="lt1"/>
                </a:solidFill>
              </a:defRPr>
            </a:lvl2pPr>
            <a:lvl3pPr lvl="2">
              <a:buNone/>
              <a:defRPr sz="700">
                <a:solidFill>
                  <a:schemeClr val="lt1"/>
                </a:solidFill>
              </a:defRPr>
            </a:lvl3pPr>
            <a:lvl4pPr lvl="3">
              <a:buNone/>
              <a:defRPr sz="700">
                <a:solidFill>
                  <a:schemeClr val="lt1"/>
                </a:solidFill>
              </a:defRPr>
            </a:lvl4pPr>
            <a:lvl5pPr lvl="4">
              <a:buNone/>
              <a:defRPr sz="700">
                <a:solidFill>
                  <a:schemeClr val="lt1"/>
                </a:solidFill>
              </a:defRPr>
            </a:lvl5pPr>
            <a:lvl6pPr lvl="5">
              <a:buNone/>
              <a:defRPr sz="700">
                <a:solidFill>
                  <a:schemeClr val="lt1"/>
                </a:solidFill>
              </a:defRPr>
            </a:lvl6pPr>
            <a:lvl7pPr lvl="6">
              <a:buNone/>
              <a:defRPr sz="700">
                <a:solidFill>
                  <a:schemeClr val="lt1"/>
                </a:solidFill>
              </a:defRPr>
            </a:lvl7pPr>
            <a:lvl8pPr lvl="7">
              <a:buNone/>
              <a:defRPr sz="700">
                <a:solidFill>
                  <a:schemeClr val="lt1"/>
                </a:solidFill>
              </a:defRPr>
            </a:lvl8pPr>
            <a:lvl9pPr lvl="8">
              <a:buNone/>
              <a:defRPr sz="700">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ALT 2">
  <p:cSld name="BLANK_1_1_1_1_1_1">
    <p:spTree>
      <p:nvGrpSpPr>
        <p:cNvPr id="93" name="Shape 93"/>
        <p:cNvGrpSpPr/>
        <p:nvPr/>
      </p:nvGrpSpPr>
      <p:grpSpPr>
        <a:xfrm>
          <a:off x="0" y="0"/>
          <a:ext cx="0" cy="0"/>
          <a:chOff x="0" y="0"/>
          <a:chExt cx="0" cy="0"/>
        </a:xfrm>
      </p:grpSpPr>
      <p:pic>
        <p:nvPicPr>
          <p:cNvPr id="94" name="Google Shape;94;p9"/>
          <p:cNvPicPr preferRelativeResize="0"/>
          <p:nvPr/>
        </p:nvPicPr>
        <p:blipFill rotWithShape="1">
          <a:blip r:embed="rId2">
            <a:alphaModFix/>
          </a:blip>
          <a:srcRect b="-9999" l="0" r="0" t="0"/>
          <a:stretch/>
        </p:blipFill>
        <p:spPr>
          <a:xfrm>
            <a:off x="0" y="0"/>
            <a:ext cx="9144003" cy="5143501"/>
          </a:xfrm>
          <a:prstGeom prst="rect">
            <a:avLst/>
          </a:prstGeom>
          <a:noFill/>
          <a:ln>
            <a:noFill/>
          </a:ln>
        </p:spPr>
      </p:pic>
      <p:sp>
        <p:nvSpPr>
          <p:cNvPr id="95" name="Google Shape;95;p9"/>
          <p:cNvSpPr/>
          <p:nvPr>
            <p:ph idx="2" type="pic"/>
          </p:nvPr>
        </p:nvSpPr>
        <p:spPr>
          <a:xfrm>
            <a:off x="9425" y="-3075"/>
            <a:ext cx="9144000" cy="4641000"/>
          </a:xfrm>
          <a:prstGeom prst="rect">
            <a:avLst/>
          </a:prstGeom>
          <a:noFill/>
          <a:ln>
            <a:noFill/>
          </a:ln>
        </p:spPr>
      </p:sp>
      <p:sp>
        <p:nvSpPr>
          <p:cNvPr id="96" name="Google Shape;96;p9"/>
          <p:cNvSpPr txBox="1"/>
          <p:nvPr>
            <p:ph type="title"/>
          </p:nvPr>
        </p:nvSpPr>
        <p:spPr>
          <a:xfrm>
            <a:off x="234125" y="3337800"/>
            <a:ext cx="8574600" cy="1114800"/>
          </a:xfrm>
          <a:prstGeom prst="rect">
            <a:avLst/>
          </a:prstGeom>
          <a:noFill/>
          <a:ln>
            <a:noFill/>
          </a:ln>
        </p:spPr>
        <p:txBody>
          <a:bodyPr anchorCtr="0" anchor="b" bIns="0" lIns="0" spcFirstLastPara="1" rIns="0" wrap="square" tIns="0">
            <a:noAutofit/>
          </a:bodyPr>
          <a:lstStyle>
            <a:lvl1pPr lvl="0">
              <a:spcBef>
                <a:spcPts val="0"/>
              </a:spcBef>
              <a:spcAft>
                <a:spcPts val="0"/>
              </a:spcAft>
              <a:buNone/>
              <a:defRPr sz="3400">
                <a:solidFill>
                  <a:schemeClr val="dk1"/>
                </a:solidFill>
                <a:latin typeface="Urbanist Medium"/>
                <a:ea typeface="Urbanist Medium"/>
                <a:cs typeface="Urbanist Medium"/>
                <a:sym typeface="Urbanist Medium"/>
              </a:defRPr>
            </a:lvl1pPr>
            <a:lvl2pPr lvl="1">
              <a:lnSpc>
                <a:spcPct val="115000"/>
              </a:lnSpc>
              <a:spcBef>
                <a:spcPts val="0"/>
              </a:spcBef>
              <a:spcAft>
                <a:spcPts val="0"/>
              </a:spcAft>
              <a:buNone/>
              <a:defRPr sz="3400">
                <a:solidFill>
                  <a:schemeClr val="dk1"/>
                </a:solidFill>
                <a:latin typeface="Urbanist Medium"/>
                <a:ea typeface="Urbanist Medium"/>
                <a:cs typeface="Urbanist Medium"/>
                <a:sym typeface="Urbanist Medium"/>
              </a:defRPr>
            </a:lvl2pPr>
            <a:lvl3pPr lvl="2">
              <a:lnSpc>
                <a:spcPct val="115000"/>
              </a:lnSpc>
              <a:spcBef>
                <a:spcPts val="0"/>
              </a:spcBef>
              <a:spcAft>
                <a:spcPts val="0"/>
              </a:spcAft>
              <a:buNone/>
              <a:defRPr sz="3400">
                <a:solidFill>
                  <a:schemeClr val="dk1"/>
                </a:solidFill>
                <a:latin typeface="Urbanist Medium"/>
                <a:ea typeface="Urbanist Medium"/>
                <a:cs typeface="Urbanist Medium"/>
                <a:sym typeface="Urbanist Medium"/>
              </a:defRPr>
            </a:lvl3pPr>
            <a:lvl4pPr lvl="3">
              <a:lnSpc>
                <a:spcPct val="115000"/>
              </a:lnSpc>
              <a:spcBef>
                <a:spcPts val="0"/>
              </a:spcBef>
              <a:spcAft>
                <a:spcPts val="0"/>
              </a:spcAft>
              <a:buNone/>
              <a:defRPr sz="3400">
                <a:solidFill>
                  <a:schemeClr val="dk1"/>
                </a:solidFill>
                <a:latin typeface="Urbanist Medium"/>
                <a:ea typeface="Urbanist Medium"/>
                <a:cs typeface="Urbanist Medium"/>
                <a:sym typeface="Urbanist Medium"/>
              </a:defRPr>
            </a:lvl4pPr>
            <a:lvl5pPr lvl="4">
              <a:lnSpc>
                <a:spcPct val="115000"/>
              </a:lnSpc>
              <a:spcBef>
                <a:spcPts val="0"/>
              </a:spcBef>
              <a:spcAft>
                <a:spcPts val="0"/>
              </a:spcAft>
              <a:buNone/>
              <a:defRPr sz="3400">
                <a:solidFill>
                  <a:schemeClr val="dk1"/>
                </a:solidFill>
                <a:latin typeface="Urbanist Medium"/>
                <a:ea typeface="Urbanist Medium"/>
                <a:cs typeface="Urbanist Medium"/>
                <a:sym typeface="Urbanist Medium"/>
              </a:defRPr>
            </a:lvl5pPr>
            <a:lvl6pPr lvl="5">
              <a:lnSpc>
                <a:spcPct val="115000"/>
              </a:lnSpc>
              <a:spcBef>
                <a:spcPts val="0"/>
              </a:spcBef>
              <a:spcAft>
                <a:spcPts val="0"/>
              </a:spcAft>
              <a:buNone/>
              <a:defRPr sz="3400">
                <a:solidFill>
                  <a:schemeClr val="dk1"/>
                </a:solidFill>
                <a:latin typeface="Urbanist Medium"/>
                <a:ea typeface="Urbanist Medium"/>
                <a:cs typeface="Urbanist Medium"/>
                <a:sym typeface="Urbanist Medium"/>
              </a:defRPr>
            </a:lvl6pPr>
            <a:lvl7pPr lvl="6">
              <a:lnSpc>
                <a:spcPct val="115000"/>
              </a:lnSpc>
              <a:spcBef>
                <a:spcPts val="0"/>
              </a:spcBef>
              <a:spcAft>
                <a:spcPts val="0"/>
              </a:spcAft>
              <a:buNone/>
              <a:defRPr sz="3400">
                <a:solidFill>
                  <a:schemeClr val="dk1"/>
                </a:solidFill>
                <a:latin typeface="Urbanist Medium"/>
                <a:ea typeface="Urbanist Medium"/>
                <a:cs typeface="Urbanist Medium"/>
                <a:sym typeface="Urbanist Medium"/>
              </a:defRPr>
            </a:lvl7pPr>
            <a:lvl8pPr lvl="7">
              <a:lnSpc>
                <a:spcPct val="115000"/>
              </a:lnSpc>
              <a:spcBef>
                <a:spcPts val="0"/>
              </a:spcBef>
              <a:spcAft>
                <a:spcPts val="0"/>
              </a:spcAft>
              <a:buNone/>
              <a:defRPr sz="3400">
                <a:solidFill>
                  <a:schemeClr val="dk1"/>
                </a:solidFill>
                <a:latin typeface="Urbanist Medium"/>
                <a:ea typeface="Urbanist Medium"/>
                <a:cs typeface="Urbanist Medium"/>
                <a:sym typeface="Urbanist Medium"/>
              </a:defRPr>
            </a:lvl8pPr>
            <a:lvl9pPr lvl="8">
              <a:lnSpc>
                <a:spcPct val="115000"/>
              </a:lnSpc>
              <a:spcBef>
                <a:spcPts val="0"/>
              </a:spcBef>
              <a:spcAft>
                <a:spcPts val="0"/>
              </a:spcAft>
              <a:buNone/>
              <a:defRPr sz="3400">
                <a:solidFill>
                  <a:schemeClr val="dk1"/>
                </a:solidFill>
                <a:latin typeface="Urbanist Medium"/>
                <a:ea typeface="Urbanist Medium"/>
                <a:cs typeface="Urbanist Medium"/>
                <a:sym typeface="Urbanist Medium"/>
              </a:defRPr>
            </a:lvl9pPr>
          </a:lstStyle>
          <a:p/>
        </p:txBody>
      </p:sp>
      <p:sp>
        <p:nvSpPr>
          <p:cNvPr id="97" name="Google Shape;97;p9"/>
          <p:cNvSpPr txBox="1"/>
          <p:nvPr>
            <p:ph idx="1" type="subTitle"/>
          </p:nvPr>
        </p:nvSpPr>
        <p:spPr>
          <a:xfrm>
            <a:off x="228600" y="228600"/>
            <a:ext cx="2870100" cy="228600"/>
          </a:xfrm>
          <a:prstGeom prst="rect">
            <a:avLst/>
          </a:prstGeom>
          <a:noFill/>
          <a:ln>
            <a:noFill/>
          </a:ln>
        </p:spPr>
        <p:txBody>
          <a:bodyPr anchorCtr="0" anchor="ctr" bIns="0" lIns="0" spcFirstLastPara="1" rIns="0" wrap="square" tIns="0">
            <a:noAutofit/>
          </a:bodyPr>
          <a:lstStyle>
            <a:lvl1pPr lvl="0">
              <a:spcBef>
                <a:spcPts val="0"/>
              </a:spcBef>
              <a:spcAft>
                <a:spcPts val="0"/>
              </a:spcAft>
              <a:buClr>
                <a:schemeClr val="dk1"/>
              </a:buClr>
              <a:buSzPts val="1200"/>
              <a:buFont typeface="Urbanist Medium"/>
              <a:buNone/>
              <a:defRPr sz="1200">
                <a:solidFill>
                  <a:schemeClr val="dk1"/>
                </a:solidFill>
                <a:latin typeface="Urbanist Medium"/>
                <a:ea typeface="Urbanist Medium"/>
                <a:cs typeface="Urbanist Medium"/>
                <a:sym typeface="Urbanist Medium"/>
              </a:defRPr>
            </a:lvl1pPr>
            <a:lvl2pPr lvl="1">
              <a:spcBef>
                <a:spcPts val="0"/>
              </a:spcBef>
              <a:spcAft>
                <a:spcPts val="0"/>
              </a:spcAft>
              <a:buClr>
                <a:schemeClr val="dk1"/>
              </a:buClr>
              <a:buSzPts val="1200"/>
              <a:buFont typeface="Urbanist Medium"/>
              <a:buNone/>
              <a:defRPr sz="1200">
                <a:solidFill>
                  <a:schemeClr val="dk1"/>
                </a:solidFill>
                <a:latin typeface="Urbanist Medium"/>
                <a:ea typeface="Urbanist Medium"/>
                <a:cs typeface="Urbanist Medium"/>
                <a:sym typeface="Urbanist Medium"/>
              </a:defRPr>
            </a:lvl2pPr>
            <a:lvl3pPr lvl="2">
              <a:spcBef>
                <a:spcPts val="0"/>
              </a:spcBef>
              <a:spcAft>
                <a:spcPts val="0"/>
              </a:spcAft>
              <a:buClr>
                <a:schemeClr val="dk1"/>
              </a:buClr>
              <a:buSzPts val="1200"/>
              <a:buFont typeface="Urbanist Medium"/>
              <a:buNone/>
              <a:defRPr sz="1200">
                <a:solidFill>
                  <a:schemeClr val="dk1"/>
                </a:solidFill>
                <a:latin typeface="Urbanist Medium"/>
                <a:ea typeface="Urbanist Medium"/>
                <a:cs typeface="Urbanist Medium"/>
                <a:sym typeface="Urbanist Medium"/>
              </a:defRPr>
            </a:lvl3pPr>
            <a:lvl4pPr lvl="3">
              <a:spcBef>
                <a:spcPts val="0"/>
              </a:spcBef>
              <a:spcAft>
                <a:spcPts val="0"/>
              </a:spcAft>
              <a:buClr>
                <a:schemeClr val="dk1"/>
              </a:buClr>
              <a:buSzPts val="1200"/>
              <a:buFont typeface="Urbanist Medium"/>
              <a:buNone/>
              <a:defRPr sz="1200">
                <a:solidFill>
                  <a:schemeClr val="dk1"/>
                </a:solidFill>
                <a:latin typeface="Urbanist Medium"/>
                <a:ea typeface="Urbanist Medium"/>
                <a:cs typeface="Urbanist Medium"/>
                <a:sym typeface="Urbanist Medium"/>
              </a:defRPr>
            </a:lvl4pPr>
            <a:lvl5pPr lvl="4">
              <a:spcBef>
                <a:spcPts val="0"/>
              </a:spcBef>
              <a:spcAft>
                <a:spcPts val="0"/>
              </a:spcAft>
              <a:buClr>
                <a:schemeClr val="dk1"/>
              </a:buClr>
              <a:buSzPts val="1200"/>
              <a:buFont typeface="Urbanist Medium"/>
              <a:buNone/>
              <a:defRPr sz="1200">
                <a:solidFill>
                  <a:schemeClr val="dk1"/>
                </a:solidFill>
                <a:latin typeface="Urbanist Medium"/>
                <a:ea typeface="Urbanist Medium"/>
                <a:cs typeface="Urbanist Medium"/>
                <a:sym typeface="Urbanist Medium"/>
              </a:defRPr>
            </a:lvl5pPr>
            <a:lvl6pPr lvl="5">
              <a:spcBef>
                <a:spcPts val="0"/>
              </a:spcBef>
              <a:spcAft>
                <a:spcPts val="0"/>
              </a:spcAft>
              <a:buClr>
                <a:schemeClr val="dk1"/>
              </a:buClr>
              <a:buSzPts val="1200"/>
              <a:buFont typeface="Urbanist Medium"/>
              <a:buNone/>
              <a:defRPr sz="1200">
                <a:solidFill>
                  <a:schemeClr val="dk1"/>
                </a:solidFill>
                <a:latin typeface="Urbanist Medium"/>
                <a:ea typeface="Urbanist Medium"/>
                <a:cs typeface="Urbanist Medium"/>
                <a:sym typeface="Urbanist Medium"/>
              </a:defRPr>
            </a:lvl6pPr>
            <a:lvl7pPr lvl="6">
              <a:spcBef>
                <a:spcPts val="0"/>
              </a:spcBef>
              <a:spcAft>
                <a:spcPts val="0"/>
              </a:spcAft>
              <a:buClr>
                <a:schemeClr val="dk1"/>
              </a:buClr>
              <a:buSzPts val="1200"/>
              <a:buFont typeface="Urbanist Medium"/>
              <a:buNone/>
              <a:defRPr sz="1200">
                <a:solidFill>
                  <a:schemeClr val="dk1"/>
                </a:solidFill>
                <a:latin typeface="Urbanist Medium"/>
                <a:ea typeface="Urbanist Medium"/>
                <a:cs typeface="Urbanist Medium"/>
                <a:sym typeface="Urbanist Medium"/>
              </a:defRPr>
            </a:lvl7pPr>
            <a:lvl8pPr lvl="7">
              <a:spcBef>
                <a:spcPts val="0"/>
              </a:spcBef>
              <a:spcAft>
                <a:spcPts val="0"/>
              </a:spcAft>
              <a:buClr>
                <a:schemeClr val="dk1"/>
              </a:buClr>
              <a:buSzPts val="1200"/>
              <a:buFont typeface="Urbanist Medium"/>
              <a:buNone/>
              <a:defRPr sz="1200">
                <a:solidFill>
                  <a:schemeClr val="dk1"/>
                </a:solidFill>
                <a:latin typeface="Urbanist Medium"/>
                <a:ea typeface="Urbanist Medium"/>
                <a:cs typeface="Urbanist Medium"/>
                <a:sym typeface="Urbanist Medium"/>
              </a:defRPr>
            </a:lvl8pPr>
            <a:lvl9pPr lvl="8">
              <a:spcBef>
                <a:spcPts val="0"/>
              </a:spcBef>
              <a:spcAft>
                <a:spcPts val="0"/>
              </a:spcAft>
              <a:buClr>
                <a:schemeClr val="dk1"/>
              </a:buClr>
              <a:buSzPts val="1200"/>
              <a:buFont typeface="Urbanist Medium"/>
              <a:buNone/>
              <a:defRPr sz="1200">
                <a:solidFill>
                  <a:schemeClr val="dk1"/>
                </a:solidFill>
                <a:latin typeface="Urbanist Medium"/>
                <a:ea typeface="Urbanist Medium"/>
                <a:cs typeface="Urbanist Medium"/>
                <a:sym typeface="Urbanist Medium"/>
              </a:defRPr>
            </a:lvl9pPr>
          </a:lstStyle>
          <a:p/>
        </p:txBody>
      </p:sp>
      <p:sp>
        <p:nvSpPr>
          <p:cNvPr id="98" name="Google Shape;98;p9"/>
          <p:cNvSpPr txBox="1"/>
          <p:nvPr>
            <p:ph idx="3" type="subTitle"/>
          </p:nvPr>
        </p:nvSpPr>
        <p:spPr>
          <a:xfrm>
            <a:off x="3154650" y="4675975"/>
            <a:ext cx="2835000" cy="466800"/>
          </a:xfrm>
          <a:prstGeom prst="rect">
            <a:avLst/>
          </a:prstGeom>
          <a:noFill/>
          <a:ln>
            <a:noFill/>
          </a:ln>
        </p:spPr>
        <p:txBody>
          <a:bodyPr anchorCtr="0" anchor="ctr" bIns="0" lIns="0" spcFirstLastPara="1" rIns="0" wrap="square" tIns="0">
            <a:noAutofit/>
          </a:bodyPr>
          <a:lstStyle>
            <a:lvl1pPr lvl="0" algn="ct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pic>
        <p:nvPicPr>
          <p:cNvPr id="99" name="Google Shape;99;p9"/>
          <p:cNvPicPr preferRelativeResize="0"/>
          <p:nvPr/>
        </p:nvPicPr>
        <p:blipFill>
          <a:blip r:embed="rId3">
            <a:alphaModFix/>
          </a:blip>
          <a:stretch>
            <a:fillRect/>
          </a:stretch>
        </p:blipFill>
        <p:spPr>
          <a:xfrm>
            <a:off x="228600" y="4837043"/>
            <a:ext cx="567051" cy="144675"/>
          </a:xfrm>
          <a:prstGeom prst="rect">
            <a:avLst/>
          </a:prstGeom>
          <a:noFill/>
          <a:ln>
            <a:noFill/>
          </a:ln>
        </p:spPr>
      </p:pic>
      <p:sp>
        <p:nvSpPr>
          <p:cNvPr id="100" name="Google Shape;100;p9"/>
          <p:cNvSpPr txBox="1"/>
          <p:nvPr>
            <p:ph idx="12" type="sldNum"/>
          </p:nvPr>
        </p:nvSpPr>
        <p:spPr>
          <a:xfrm>
            <a:off x="8348225" y="4666247"/>
            <a:ext cx="567000" cy="466800"/>
          </a:xfrm>
          <a:prstGeom prst="rect">
            <a:avLst/>
          </a:prstGeom>
        </p:spPr>
        <p:txBody>
          <a:bodyPr anchorCtr="0" anchor="ctr" bIns="91425" lIns="91425" spcFirstLastPara="1" rIns="91425" wrap="square" tIns="91425">
            <a:noAutofit/>
          </a:bodyPr>
          <a:lstStyle>
            <a:lvl1pPr lvl="0">
              <a:buNone/>
              <a:defRPr sz="700">
                <a:solidFill>
                  <a:schemeClr val="lt1"/>
                </a:solidFill>
              </a:defRPr>
            </a:lvl1pPr>
            <a:lvl2pPr lvl="1">
              <a:buNone/>
              <a:defRPr sz="700">
                <a:solidFill>
                  <a:schemeClr val="lt1"/>
                </a:solidFill>
              </a:defRPr>
            </a:lvl2pPr>
            <a:lvl3pPr lvl="2">
              <a:buNone/>
              <a:defRPr sz="700">
                <a:solidFill>
                  <a:schemeClr val="lt1"/>
                </a:solidFill>
              </a:defRPr>
            </a:lvl3pPr>
            <a:lvl4pPr lvl="3">
              <a:buNone/>
              <a:defRPr sz="700">
                <a:solidFill>
                  <a:schemeClr val="lt1"/>
                </a:solidFill>
              </a:defRPr>
            </a:lvl4pPr>
            <a:lvl5pPr lvl="4">
              <a:buNone/>
              <a:defRPr sz="700">
                <a:solidFill>
                  <a:schemeClr val="lt1"/>
                </a:solidFill>
              </a:defRPr>
            </a:lvl5pPr>
            <a:lvl6pPr lvl="5">
              <a:buNone/>
              <a:defRPr sz="700">
                <a:solidFill>
                  <a:schemeClr val="lt1"/>
                </a:solidFill>
              </a:defRPr>
            </a:lvl6pPr>
            <a:lvl7pPr lvl="6">
              <a:buNone/>
              <a:defRPr sz="700">
                <a:solidFill>
                  <a:schemeClr val="lt1"/>
                </a:solidFill>
              </a:defRPr>
            </a:lvl7pPr>
            <a:lvl8pPr lvl="7">
              <a:buNone/>
              <a:defRPr sz="700">
                <a:solidFill>
                  <a:schemeClr val="lt1"/>
                </a:solidFill>
              </a:defRPr>
            </a:lvl8pPr>
            <a:lvl9pPr lvl="8">
              <a:buNone/>
              <a:defRPr sz="700">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rds w/ images">
  <p:cSld name="BLANK_1_1_1_1_1_1_1_1_1_1_3">
    <p:spTree>
      <p:nvGrpSpPr>
        <p:cNvPr id="101" name="Shape 101"/>
        <p:cNvGrpSpPr/>
        <p:nvPr/>
      </p:nvGrpSpPr>
      <p:grpSpPr>
        <a:xfrm>
          <a:off x="0" y="0"/>
          <a:ext cx="0" cy="0"/>
          <a:chOff x="0" y="0"/>
          <a:chExt cx="0" cy="0"/>
        </a:xfrm>
      </p:grpSpPr>
      <p:pic>
        <p:nvPicPr>
          <p:cNvPr id="102" name="Google Shape;102;p10"/>
          <p:cNvPicPr preferRelativeResize="0"/>
          <p:nvPr/>
        </p:nvPicPr>
        <p:blipFill rotWithShape="1">
          <a:blip r:embed="rId2">
            <a:alphaModFix/>
          </a:blip>
          <a:srcRect b="-9999" l="0" r="0" t="0"/>
          <a:stretch/>
        </p:blipFill>
        <p:spPr>
          <a:xfrm>
            <a:off x="0" y="0"/>
            <a:ext cx="9144003" cy="5143501"/>
          </a:xfrm>
          <a:prstGeom prst="rect">
            <a:avLst/>
          </a:prstGeom>
          <a:noFill/>
          <a:ln>
            <a:noFill/>
          </a:ln>
        </p:spPr>
      </p:pic>
      <p:grpSp>
        <p:nvGrpSpPr>
          <p:cNvPr id="103" name="Google Shape;103;p10"/>
          <p:cNvGrpSpPr/>
          <p:nvPr/>
        </p:nvGrpSpPr>
        <p:grpSpPr>
          <a:xfrm rot="5400000">
            <a:off x="8691475" y="228504"/>
            <a:ext cx="228589" cy="228623"/>
            <a:chOff x="1688332" y="4135245"/>
            <a:chExt cx="338700" cy="338700"/>
          </a:xfrm>
        </p:grpSpPr>
        <p:sp>
          <p:nvSpPr>
            <p:cNvPr id="104" name="Google Shape;104;p10"/>
            <p:cNvSpPr/>
            <p:nvPr/>
          </p:nvSpPr>
          <p:spPr>
            <a:xfrm rot="-5400000">
              <a:off x="1688332" y="4135245"/>
              <a:ext cx="338700" cy="3387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grpSp>
          <p:nvGrpSpPr>
            <p:cNvPr id="105" name="Google Shape;105;p10"/>
            <p:cNvGrpSpPr/>
            <p:nvPr/>
          </p:nvGrpSpPr>
          <p:grpSpPr>
            <a:xfrm rot="-5400000">
              <a:off x="1787014" y="4262191"/>
              <a:ext cx="169598" cy="84809"/>
              <a:chOff x="498725" y="2069800"/>
              <a:chExt cx="205200" cy="102600"/>
            </a:xfrm>
          </p:grpSpPr>
          <p:cxnSp>
            <p:nvCxnSpPr>
              <p:cNvPr id="106" name="Google Shape;106;p10"/>
              <p:cNvCxnSpPr/>
              <p:nvPr/>
            </p:nvCxnSpPr>
            <p:spPr>
              <a:xfrm>
                <a:off x="498725" y="2069800"/>
                <a:ext cx="102600" cy="102600"/>
              </a:xfrm>
              <a:prstGeom prst="straightConnector1">
                <a:avLst/>
              </a:prstGeom>
              <a:noFill/>
              <a:ln cap="flat" cmpd="sng" w="9525">
                <a:solidFill>
                  <a:schemeClr val="dk1"/>
                </a:solidFill>
                <a:prstDash val="solid"/>
                <a:round/>
                <a:headEnd len="med" w="med" type="none"/>
                <a:tailEnd len="med" w="med" type="none"/>
              </a:ln>
            </p:spPr>
          </p:cxnSp>
          <p:cxnSp>
            <p:nvCxnSpPr>
              <p:cNvPr id="107" name="Google Shape;107;p10"/>
              <p:cNvCxnSpPr/>
              <p:nvPr/>
            </p:nvCxnSpPr>
            <p:spPr>
              <a:xfrm flipH="1">
                <a:off x="601325" y="2069800"/>
                <a:ext cx="102600" cy="102600"/>
              </a:xfrm>
              <a:prstGeom prst="straightConnector1">
                <a:avLst/>
              </a:prstGeom>
              <a:noFill/>
              <a:ln cap="flat" cmpd="sng" w="9525">
                <a:solidFill>
                  <a:schemeClr val="dk1"/>
                </a:solidFill>
                <a:prstDash val="solid"/>
                <a:round/>
                <a:headEnd len="med" w="med" type="none"/>
                <a:tailEnd len="med" w="med" type="none"/>
              </a:ln>
            </p:spPr>
          </p:cxnSp>
        </p:grpSp>
      </p:grpSp>
      <p:sp>
        <p:nvSpPr>
          <p:cNvPr id="108" name="Google Shape;108;p10"/>
          <p:cNvSpPr/>
          <p:nvPr>
            <p:ph idx="2" type="pic"/>
          </p:nvPr>
        </p:nvSpPr>
        <p:spPr>
          <a:xfrm>
            <a:off x="426700" y="1896600"/>
            <a:ext cx="665400" cy="685500"/>
          </a:xfrm>
          <a:prstGeom prst="roundRect">
            <a:avLst>
              <a:gd fmla="val 17601" name="adj"/>
            </a:avLst>
          </a:prstGeom>
          <a:noFill/>
          <a:ln>
            <a:noFill/>
          </a:ln>
        </p:spPr>
      </p:sp>
      <p:sp>
        <p:nvSpPr>
          <p:cNvPr id="109" name="Google Shape;109;p10"/>
          <p:cNvSpPr txBox="1"/>
          <p:nvPr>
            <p:ph idx="1" type="subTitle"/>
          </p:nvPr>
        </p:nvSpPr>
        <p:spPr>
          <a:xfrm>
            <a:off x="426700" y="2814635"/>
            <a:ext cx="1761900" cy="228600"/>
          </a:xfrm>
          <a:prstGeom prst="rect">
            <a:avLst/>
          </a:prstGeom>
          <a:noFill/>
          <a:ln>
            <a:noFill/>
          </a:ln>
        </p:spPr>
        <p:txBody>
          <a:bodyPr anchorCtr="0" anchor="b" bIns="0" lIns="0" spcFirstLastPara="1" rIns="91425" wrap="square" tIns="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10" name="Google Shape;110;p10"/>
          <p:cNvSpPr txBox="1"/>
          <p:nvPr>
            <p:ph idx="3" type="subTitle"/>
          </p:nvPr>
        </p:nvSpPr>
        <p:spPr>
          <a:xfrm>
            <a:off x="426700" y="3265335"/>
            <a:ext cx="1761900" cy="163800"/>
          </a:xfrm>
          <a:prstGeom prst="rect">
            <a:avLst/>
          </a:prstGeom>
          <a:noFill/>
          <a:ln>
            <a:noFill/>
          </a:ln>
        </p:spPr>
        <p:txBody>
          <a:bodyPr anchorCtr="0" anchor="ctr" bIns="0" lIns="0" spcFirstLastPara="1" rIns="91425" wrap="square" tIns="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111" name="Google Shape;111;p10"/>
          <p:cNvSpPr/>
          <p:nvPr>
            <p:ph idx="4" type="pic"/>
          </p:nvPr>
        </p:nvSpPr>
        <p:spPr>
          <a:xfrm>
            <a:off x="2621800" y="1896600"/>
            <a:ext cx="665400" cy="685500"/>
          </a:xfrm>
          <a:prstGeom prst="roundRect">
            <a:avLst>
              <a:gd fmla="val 17601" name="adj"/>
            </a:avLst>
          </a:prstGeom>
          <a:noFill/>
          <a:ln>
            <a:noFill/>
          </a:ln>
        </p:spPr>
      </p:sp>
      <p:sp>
        <p:nvSpPr>
          <p:cNvPr id="112" name="Google Shape;112;p10"/>
          <p:cNvSpPr txBox="1"/>
          <p:nvPr>
            <p:ph idx="5" type="subTitle"/>
          </p:nvPr>
        </p:nvSpPr>
        <p:spPr>
          <a:xfrm>
            <a:off x="2621800" y="2814641"/>
            <a:ext cx="1761900" cy="228600"/>
          </a:xfrm>
          <a:prstGeom prst="rect">
            <a:avLst/>
          </a:prstGeom>
          <a:noFill/>
          <a:ln>
            <a:noFill/>
          </a:ln>
        </p:spPr>
        <p:txBody>
          <a:bodyPr anchorCtr="0" anchor="b" bIns="0" lIns="0" spcFirstLastPara="1" rIns="91425" wrap="square" tIns="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13" name="Google Shape;113;p10"/>
          <p:cNvSpPr txBox="1"/>
          <p:nvPr>
            <p:ph idx="6" type="subTitle"/>
          </p:nvPr>
        </p:nvSpPr>
        <p:spPr>
          <a:xfrm>
            <a:off x="2621800" y="3265334"/>
            <a:ext cx="1761900" cy="163800"/>
          </a:xfrm>
          <a:prstGeom prst="rect">
            <a:avLst/>
          </a:prstGeom>
          <a:noFill/>
          <a:ln>
            <a:noFill/>
          </a:ln>
        </p:spPr>
        <p:txBody>
          <a:bodyPr anchorCtr="0" anchor="ctr" bIns="0" lIns="0" spcFirstLastPara="1" rIns="91425" wrap="square" tIns="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114" name="Google Shape;114;p10"/>
          <p:cNvSpPr/>
          <p:nvPr>
            <p:ph idx="7" type="pic"/>
          </p:nvPr>
        </p:nvSpPr>
        <p:spPr>
          <a:xfrm>
            <a:off x="4816900" y="1896600"/>
            <a:ext cx="665400" cy="685500"/>
          </a:xfrm>
          <a:prstGeom prst="roundRect">
            <a:avLst>
              <a:gd fmla="val 17601" name="adj"/>
            </a:avLst>
          </a:prstGeom>
          <a:noFill/>
          <a:ln>
            <a:noFill/>
          </a:ln>
        </p:spPr>
      </p:sp>
      <p:sp>
        <p:nvSpPr>
          <p:cNvPr id="115" name="Google Shape;115;p10"/>
          <p:cNvSpPr txBox="1"/>
          <p:nvPr>
            <p:ph idx="8" type="subTitle"/>
          </p:nvPr>
        </p:nvSpPr>
        <p:spPr>
          <a:xfrm>
            <a:off x="4816900" y="2814641"/>
            <a:ext cx="1761900" cy="228600"/>
          </a:xfrm>
          <a:prstGeom prst="rect">
            <a:avLst/>
          </a:prstGeom>
          <a:noFill/>
          <a:ln>
            <a:noFill/>
          </a:ln>
        </p:spPr>
        <p:txBody>
          <a:bodyPr anchorCtr="0" anchor="b" bIns="0" lIns="0" spcFirstLastPara="1" rIns="91425" wrap="square" tIns="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16" name="Google Shape;116;p10"/>
          <p:cNvSpPr txBox="1"/>
          <p:nvPr>
            <p:ph idx="9" type="subTitle"/>
          </p:nvPr>
        </p:nvSpPr>
        <p:spPr>
          <a:xfrm>
            <a:off x="4816900" y="3265335"/>
            <a:ext cx="1761900" cy="163800"/>
          </a:xfrm>
          <a:prstGeom prst="rect">
            <a:avLst/>
          </a:prstGeom>
          <a:noFill/>
          <a:ln>
            <a:noFill/>
          </a:ln>
        </p:spPr>
        <p:txBody>
          <a:bodyPr anchorCtr="0" anchor="ctr" bIns="0" lIns="0" spcFirstLastPara="1" rIns="91425" wrap="square" tIns="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117" name="Google Shape;117;p10"/>
          <p:cNvSpPr/>
          <p:nvPr>
            <p:ph idx="13" type="pic"/>
          </p:nvPr>
        </p:nvSpPr>
        <p:spPr>
          <a:xfrm>
            <a:off x="7012000" y="1896600"/>
            <a:ext cx="665400" cy="685500"/>
          </a:xfrm>
          <a:prstGeom prst="roundRect">
            <a:avLst>
              <a:gd fmla="val 17601" name="adj"/>
            </a:avLst>
          </a:prstGeom>
          <a:noFill/>
          <a:ln>
            <a:noFill/>
          </a:ln>
        </p:spPr>
      </p:sp>
      <p:sp>
        <p:nvSpPr>
          <p:cNvPr id="118" name="Google Shape;118;p10"/>
          <p:cNvSpPr txBox="1"/>
          <p:nvPr>
            <p:ph idx="14" type="subTitle"/>
          </p:nvPr>
        </p:nvSpPr>
        <p:spPr>
          <a:xfrm>
            <a:off x="7012000" y="2814641"/>
            <a:ext cx="1761900" cy="228600"/>
          </a:xfrm>
          <a:prstGeom prst="rect">
            <a:avLst/>
          </a:prstGeom>
          <a:noFill/>
          <a:ln>
            <a:noFill/>
          </a:ln>
        </p:spPr>
        <p:txBody>
          <a:bodyPr anchorCtr="0" anchor="b" bIns="0" lIns="0" spcFirstLastPara="1" rIns="91425" wrap="square" tIns="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19" name="Google Shape;119;p10"/>
          <p:cNvSpPr txBox="1"/>
          <p:nvPr>
            <p:ph idx="15" type="subTitle"/>
          </p:nvPr>
        </p:nvSpPr>
        <p:spPr>
          <a:xfrm>
            <a:off x="7012000" y="3265335"/>
            <a:ext cx="1761900" cy="163800"/>
          </a:xfrm>
          <a:prstGeom prst="rect">
            <a:avLst/>
          </a:prstGeom>
          <a:noFill/>
          <a:ln>
            <a:noFill/>
          </a:ln>
        </p:spPr>
        <p:txBody>
          <a:bodyPr anchorCtr="0" anchor="ctr" bIns="0" lIns="0" spcFirstLastPara="1" rIns="91425" wrap="square" tIns="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120" name="Google Shape;120;p10"/>
          <p:cNvSpPr txBox="1"/>
          <p:nvPr>
            <p:ph idx="12" type="sldNum"/>
          </p:nvPr>
        </p:nvSpPr>
        <p:spPr>
          <a:xfrm>
            <a:off x="8556784" y="4749851"/>
            <a:ext cx="548700" cy="393600"/>
          </a:xfrm>
          <a:prstGeom prst="rect">
            <a:avLst/>
          </a:prstGeom>
        </p:spPr>
        <p:txBody>
          <a:bodyPr anchorCtr="0" anchor="ctr" bIns="91425" lIns="91425" spcFirstLastPara="1" rIns="91425" wrap="square" tIns="91425">
            <a:noAutofit/>
          </a:bodyPr>
          <a:lstStyle>
            <a:lvl1pPr lvl="0">
              <a:buNone/>
              <a:defRPr>
                <a:solidFill>
                  <a:srgbClr val="000000"/>
                </a:solidFill>
              </a:defRPr>
            </a:lvl1pPr>
            <a:lvl2pPr lvl="1">
              <a:buNone/>
              <a:defRPr>
                <a:solidFill>
                  <a:srgbClr val="000000"/>
                </a:solidFill>
              </a:defRPr>
            </a:lvl2pPr>
            <a:lvl3pPr lvl="2">
              <a:buNone/>
              <a:defRPr>
                <a:solidFill>
                  <a:srgbClr val="000000"/>
                </a:solidFill>
              </a:defRPr>
            </a:lvl3pPr>
            <a:lvl4pPr lvl="3">
              <a:buNone/>
              <a:defRPr>
                <a:solidFill>
                  <a:srgbClr val="000000"/>
                </a:solidFill>
              </a:defRPr>
            </a:lvl4pPr>
            <a:lvl5pPr lvl="4">
              <a:buNone/>
              <a:defRPr>
                <a:solidFill>
                  <a:srgbClr val="000000"/>
                </a:solidFill>
              </a:defRPr>
            </a:lvl5pPr>
            <a:lvl6pPr lvl="5">
              <a:buNone/>
              <a:defRPr>
                <a:solidFill>
                  <a:srgbClr val="000000"/>
                </a:solidFill>
              </a:defRPr>
            </a:lvl6pPr>
            <a:lvl7pPr lvl="6">
              <a:buNone/>
              <a:defRPr>
                <a:solidFill>
                  <a:srgbClr val="000000"/>
                </a:solidFill>
              </a:defRPr>
            </a:lvl7pPr>
            <a:lvl8pPr lvl="7">
              <a:buNone/>
              <a:defRPr>
                <a:solidFill>
                  <a:srgbClr val="000000"/>
                </a:solidFill>
              </a:defRPr>
            </a:lvl8pPr>
            <a:lvl9pPr lvl="8">
              <a:buNone/>
              <a:defRPr>
                <a:solidFill>
                  <a:srgbClr val="000000"/>
                </a:solidFill>
              </a:defRPr>
            </a:lvl9pPr>
          </a:lstStyle>
          <a:p>
            <a:pPr indent="0" lvl="0" marL="0" rtl="0" algn="r">
              <a:spcBef>
                <a:spcPts val="0"/>
              </a:spcBef>
              <a:spcAft>
                <a:spcPts val="0"/>
              </a:spcAft>
              <a:buNone/>
            </a:pPr>
            <a:fld id="{00000000-1234-1234-1234-123412341234}" type="slidenum">
              <a:rPr lang="en"/>
              <a:t>‹#›</a:t>
            </a:fld>
            <a:endParaRPr/>
          </a:p>
        </p:txBody>
      </p:sp>
      <p:sp>
        <p:nvSpPr>
          <p:cNvPr id="121" name="Google Shape;121;p10"/>
          <p:cNvSpPr txBox="1"/>
          <p:nvPr>
            <p:ph idx="16" type="subTitle"/>
          </p:nvPr>
        </p:nvSpPr>
        <p:spPr>
          <a:xfrm>
            <a:off x="3154650" y="4675975"/>
            <a:ext cx="2835000" cy="466800"/>
          </a:xfrm>
          <a:prstGeom prst="rect">
            <a:avLst/>
          </a:prstGeom>
          <a:noFill/>
          <a:ln>
            <a:noFill/>
          </a:ln>
        </p:spPr>
        <p:txBody>
          <a:bodyPr anchorCtr="0" anchor="ctr" bIns="0" lIns="0" spcFirstLastPara="1" rIns="0" wrap="square" tIns="0">
            <a:noAutofit/>
          </a:bodyPr>
          <a:lstStyle>
            <a:lvl1pPr lvl="0" algn="ct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pic>
        <p:nvPicPr>
          <p:cNvPr id="122" name="Google Shape;122;p10"/>
          <p:cNvPicPr preferRelativeResize="0"/>
          <p:nvPr/>
        </p:nvPicPr>
        <p:blipFill>
          <a:blip r:embed="rId3">
            <a:alphaModFix/>
          </a:blip>
          <a:stretch>
            <a:fillRect/>
          </a:stretch>
        </p:blipFill>
        <p:spPr>
          <a:xfrm>
            <a:off x="228600" y="4837043"/>
            <a:ext cx="567051" cy="144675"/>
          </a:xfrm>
          <a:prstGeom prst="rect">
            <a:avLst/>
          </a:prstGeom>
          <a:noFill/>
          <a:ln>
            <a:noFill/>
          </a:ln>
        </p:spPr>
      </p:pic>
      <p:sp>
        <p:nvSpPr>
          <p:cNvPr id="123" name="Google Shape;123;p10"/>
          <p:cNvSpPr txBox="1"/>
          <p:nvPr>
            <p:ph idx="17" type="sldNum"/>
          </p:nvPr>
        </p:nvSpPr>
        <p:spPr>
          <a:xfrm>
            <a:off x="8348225" y="4666247"/>
            <a:ext cx="567000" cy="466800"/>
          </a:xfrm>
          <a:prstGeom prst="rect">
            <a:avLst/>
          </a:prstGeom>
        </p:spPr>
        <p:txBody>
          <a:bodyPr anchorCtr="0" anchor="ctr" bIns="91425" lIns="91425" spcFirstLastPara="1" rIns="91425" wrap="square" tIns="91425">
            <a:noAutofit/>
          </a:bodyPr>
          <a:lstStyle>
            <a:lvl1pPr lvl="0">
              <a:buNone/>
              <a:defRPr sz="700">
                <a:solidFill>
                  <a:schemeClr val="lt1"/>
                </a:solidFill>
              </a:defRPr>
            </a:lvl1pPr>
            <a:lvl2pPr lvl="1">
              <a:buNone/>
              <a:defRPr sz="700">
                <a:solidFill>
                  <a:schemeClr val="lt1"/>
                </a:solidFill>
              </a:defRPr>
            </a:lvl2pPr>
            <a:lvl3pPr lvl="2">
              <a:buNone/>
              <a:defRPr sz="700">
                <a:solidFill>
                  <a:schemeClr val="lt1"/>
                </a:solidFill>
              </a:defRPr>
            </a:lvl3pPr>
            <a:lvl4pPr lvl="3">
              <a:buNone/>
              <a:defRPr sz="700">
                <a:solidFill>
                  <a:schemeClr val="lt1"/>
                </a:solidFill>
              </a:defRPr>
            </a:lvl4pPr>
            <a:lvl5pPr lvl="4">
              <a:buNone/>
              <a:defRPr sz="700">
                <a:solidFill>
                  <a:schemeClr val="lt1"/>
                </a:solidFill>
              </a:defRPr>
            </a:lvl5pPr>
            <a:lvl6pPr lvl="5">
              <a:buNone/>
              <a:defRPr sz="700">
                <a:solidFill>
                  <a:schemeClr val="lt1"/>
                </a:solidFill>
              </a:defRPr>
            </a:lvl6pPr>
            <a:lvl7pPr lvl="6">
              <a:buNone/>
              <a:defRPr sz="700">
                <a:solidFill>
                  <a:schemeClr val="lt1"/>
                </a:solidFill>
              </a:defRPr>
            </a:lvl7pPr>
            <a:lvl8pPr lvl="7">
              <a:buNone/>
              <a:defRPr sz="700">
                <a:solidFill>
                  <a:schemeClr val="lt1"/>
                </a:solidFill>
              </a:defRPr>
            </a:lvl8pPr>
            <a:lvl9pPr lvl="8">
              <a:buNone/>
              <a:defRPr sz="700">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hort big title and body">
  <p:cSld name="BLANK_1_1_1_1_1_1_1_1_1_1_2">
    <p:spTree>
      <p:nvGrpSpPr>
        <p:cNvPr id="124" name="Shape 124"/>
        <p:cNvGrpSpPr/>
        <p:nvPr/>
      </p:nvGrpSpPr>
      <p:grpSpPr>
        <a:xfrm>
          <a:off x="0" y="0"/>
          <a:ext cx="0" cy="0"/>
          <a:chOff x="0" y="0"/>
          <a:chExt cx="0" cy="0"/>
        </a:xfrm>
      </p:grpSpPr>
      <p:pic>
        <p:nvPicPr>
          <p:cNvPr id="125" name="Google Shape;125;p11"/>
          <p:cNvPicPr preferRelativeResize="0"/>
          <p:nvPr/>
        </p:nvPicPr>
        <p:blipFill rotWithShape="1">
          <a:blip r:embed="rId2">
            <a:alphaModFix/>
          </a:blip>
          <a:srcRect b="-9999" l="0" r="0" t="0"/>
          <a:stretch/>
        </p:blipFill>
        <p:spPr>
          <a:xfrm>
            <a:off x="0" y="0"/>
            <a:ext cx="9144003" cy="5143501"/>
          </a:xfrm>
          <a:prstGeom prst="rect">
            <a:avLst/>
          </a:prstGeom>
          <a:noFill/>
          <a:ln>
            <a:noFill/>
          </a:ln>
        </p:spPr>
      </p:pic>
      <p:sp>
        <p:nvSpPr>
          <p:cNvPr id="126" name="Google Shape;126;p11"/>
          <p:cNvSpPr txBox="1"/>
          <p:nvPr>
            <p:ph idx="1" type="subTitle"/>
          </p:nvPr>
        </p:nvSpPr>
        <p:spPr>
          <a:xfrm>
            <a:off x="4314775" y="3818375"/>
            <a:ext cx="4230600" cy="452700"/>
          </a:xfrm>
          <a:prstGeom prst="rect">
            <a:avLst/>
          </a:prstGeom>
          <a:noFill/>
          <a:ln>
            <a:noFill/>
          </a:ln>
        </p:spPr>
        <p:txBody>
          <a:bodyPr anchorCtr="0" anchor="b" bIns="0" lIns="0" spcFirstLastPara="1" rIns="0" wrap="square" tIns="0">
            <a:noAutofit/>
          </a:bodyPr>
          <a:lstStyle>
            <a:lvl1pPr lvl="0">
              <a:spcBef>
                <a:spcPts val="0"/>
              </a:spcBef>
              <a:spcAft>
                <a:spcPts val="0"/>
              </a:spcAft>
              <a:buClr>
                <a:schemeClr val="lt1"/>
              </a:buClr>
              <a:buSzPts val="1400"/>
              <a:buFont typeface="Urbanist Medium"/>
              <a:buNone/>
              <a:defRPr>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Medium"/>
              <a:buNone/>
              <a:defRPr>
                <a:solidFill>
                  <a:schemeClr val="lt1"/>
                </a:solidFill>
                <a:latin typeface="Urbanist Medium"/>
                <a:ea typeface="Urbanist Medium"/>
                <a:cs typeface="Urbanist Medium"/>
                <a:sym typeface="Urbanist Medium"/>
              </a:defRPr>
            </a:lvl2pPr>
            <a:lvl3pPr lvl="2">
              <a:spcBef>
                <a:spcPts val="0"/>
              </a:spcBef>
              <a:spcAft>
                <a:spcPts val="0"/>
              </a:spcAft>
              <a:buClr>
                <a:schemeClr val="lt1"/>
              </a:buClr>
              <a:buSzPts val="1400"/>
              <a:buFont typeface="Urbanist Medium"/>
              <a:buNone/>
              <a:defRPr>
                <a:solidFill>
                  <a:schemeClr val="lt1"/>
                </a:solidFill>
                <a:latin typeface="Urbanist Medium"/>
                <a:ea typeface="Urbanist Medium"/>
                <a:cs typeface="Urbanist Medium"/>
                <a:sym typeface="Urbanist Medium"/>
              </a:defRPr>
            </a:lvl3pPr>
            <a:lvl4pPr lvl="3">
              <a:spcBef>
                <a:spcPts val="0"/>
              </a:spcBef>
              <a:spcAft>
                <a:spcPts val="0"/>
              </a:spcAft>
              <a:buClr>
                <a:schemeClr val="lt1"/>
              </a:buClr>
              <a:buSzPts val="1400"/>
              <a:buFont typeface="Urbanist Medium"/>
              <a:buNone/>
              <a:defRPr>
                <a:solidFill>
                  <a:schemeClr val="lt1"/>
                </a:solidFill>
                <a:latin typeface="Urbanist Medium"/>
                <a:ea typeface="Urbanist Medium"/>
                <a:cs typeface="Urbanist Medium"/>
                <a:sym typeface="Urbanist Medium"/>
              </a:defRPr>
            </a:lvl4pPr>
            <a:lvl5pPr lvl="4">
              <a:spcBef>
                <a:spcPts val="0"/>
              </a:spcBef>
              <a:spcAft>
                <a:spcPts val="0"/>
              </a:spcAft>
              <a:buClr>
                <a:schemeClr val="lt1"/>
              </a:buClr>
              <a:buSzPts val="1400"/>
              <a:buFont typeface="Urbanist Medium"/>
              <a:buNone/>
              <a:defRPr>
                <a:solidFill>
                  <a:schemeClr val="lt1"/>
                </a:solidFill>
                <a:latin typeface="Urbanist Medium"/>
                <a:ea typeface="Urbanist Medium"/>
                <a:cs typeface="Urbanist Medium"/>
                <a:sym typeface="Urbanist Medium"/>
              </a:defRPr>
            </a:lvl5pPr>
            <a:lvl6pPr lvl="5">
              <a:spcBef>
                <a:spcPts val="0"/>
              </a:spcBef>
              <a:spcAft>
                <a:spcPts val="0"/>
              </a:spcAft>
              <a:buClr>
                <a:schemeClr val="lt1"/>
              </a:buClr>
              <a:buSzPts val="1400"/>
              <a:buFont typeface="Urbanist Medium"/>
              <a:buNone/>
              <a:defRPr>
                <a:solidFill>
                  <a:schemeClr val="lt1"/>
                </a:solidFill>
                <a:latin typeface="Urbanist Medium"/>
                <a:ea typeface="Urbanist Medium"/>
                <a:cs typeface="Urbanist Medium"/>
                <a:sym typeface="Urbanist Medium"/>
              </a:defRPr>
            </a:lvl6pPr>
            <a:lvl7pPr lvl="6">
              <a:spcBef>
                <a:spcPts val="0"/>
              </a:spcBef>
              <a:spcAft>
                <a:spcPts val="0"/>
              </a:spcAft>
              <a:buClr>
                <a:schemeClr val="lt1"/>
              </a:buClr>
              <a:buSzPts val="1400"/>
              <a:buFont typeface="Urbanist Medium"/>
              <a:buNone/>
              <a:defRPr>
                <a:solidFill>
                  <a:schemeClr val="lt1"/>
                </a:solidFill>
                <a:latin typeface="Urbanist Medium"/>
                <a:ea typeface="Urbanist Medium"/>
                <a:cs typeface="Urbanist Medium"/>
                <a:sym typeface="Urbanist Medium"/>
              </a:defRPr>
            </a:lvl7pPr>
            <a:lvl8pPr lvl="7">
              <a:spcBef>
                <a:spcPts val="0"/>
              </a:spcBef>
              <a:spcAft>
                <a:spcPts val="0"/>
              </a:spcAft>
              <a:buClr>
                <a:schemeClr val="lt1"/>
              </a:buClr>
              <a:buSzPts val="1400"/>
              <a:buFont typeface="Urbanist Medium"/>
              <a:buNone/>
              <a:defRPr>
                <a:solidFill>
                  <a:schemeClr val="lt1"/>
                </a:solidFill>
                <a:latin typeface="Urbanist Medium"/>
                <a:ea typeface="Urbanist Medium"/>
                <a:cs typeface="Urbanist Medium"/>
                <a:sym typeface="Urbanist Medium"/>
              </a:defRPr>
            </a:lvl8pPr>
            <a:lvl9pPr lvl="8">
              <a:spcBef>
                <a:spcPts val="0"/>
              </a:spcBef>
              <a:spcAft>
                <a:spcPts val="0"/>
              </a:spcAft>
              <a:buClr>
                <a:schemeClr val="lt1"/>
              </a:buClr>
              <a:buSzPts val="1400"/>
              <a:buFont typeface="Urbanist Medium"/>
              <a:buNone/>
              <a:defRPr>
                <a:solidFill>
                  <a:schemeClr val="lt1"/>
                </a:solidFill>
                <a:latin typeface="Urbanist Medium"/>
                <a:ea typeface="Urbanist Medium"/>
                <a:cs typeface="Urbanist Medium"/>
                <a:sym typeface="Urbanist Medium"/>
              </a:defRPr>
            </a:lvl9pPr>
          </a:lstStyle>
          <a:p/>
        </p:txBody>
      </p:sp>
      <p:sp>
        <p:nvSpPr>
          <p:cNvPr id="127" name="Google Shape;127;p11"/>
          <p:cNvSpPr txBox="1"/>
          <p:nvPr>
            <p:ph type="title"/>
          </p:nvPr>
        </p:nvSpPr>
        <p:spPr>
          <a:xfrm>
            <a:off x="228600" y="290448"/>
            <a:ext cx="3655800" cy="2407500"/>
          </a:xfrm>
          <a:prstGeom prst="rect">
            <a:avLst/>
          </a:prstGeom>
          <a:noFill/>
          <a:ln>
            <a:noFill/>
          </a:ln>
        </p:spPr>
        <p:txBody>
          <a:bodyPr anchorCtr="0" anchor="ctr" bIns="91425" lIns="0" spcFirstLastPara="1" rIns="91425" wrap="square" tIns="91425">
            <a:spAutoFit/>
          </a:bodyPr>
          <a:lstStyle>
            <a:lvl1pPr lvl="0">
              <a:lnSpc>
                <a:spcPct val="85000"/>
              </a:lnSpc>
              <a:spcBef>
                <a:spcPts val="0"/>
              </a:spcBef>
              <a:spcAft>
                <a:spcPts val="0"/>
              </a:spcAft>
              <a:buNone/>
              <a:defRPr sz="4800">
                <a:solidFill>
                  <a:schemeClr val="dk2"/>
                </a:solidFill>
                <a:latin typeface="Urbanist Medium"/>
                <a:ea typeface="Urbanist Medium"/>
                <a:cs typeface="Urbanist Medium"/>
                <a:sym typeface="Urbanist Medium"/>
              </a:defRPr>
            </a:lvl1pPr>
            <a:lvl2pPr lvl="1">
              <a:lnSpc>
                <a:spcPct val="85000"/>
              </a:lnSpc>
              <a:spcBef>
                <a:spcPts val="0"/>
              </a:spcBef>
              <a:spcAft>
                <a:spcPts val="0"/>
              </a:spcAft>
              <a:buNone/>
              <a:defRPr sz="4800">
                <a:solidFill>
                  <a:schemeClr val="dk2"/>
                </a:solidFill>
                <a:latin typeface="Urbanist Medium"/>
                <a:ea typeface="Urbanist Medium"/>
                <a:cs typeface="Urbanist Medium"/>
                <a:sym typeface="Urbanist Medium"/>
              </a:defRPr>
            </a:lvl2pPr>
            <a:lvl3pPr lvl="2">
              <a:lnSpc>
                <a:spcPct val="85000"/>
              </a:lnSpc>
              <a:spcBef>
                <a:spcPts val="0"/>
              </a:spcBef>
              <a:spcAft>
                <a:spcPts val="0"/>
              </a:spcAft>
              <a:buNone/>
              <a:defRPr sz="4800">
                <a:solidFill>
                  <a:schemeClr val="dk2"/>
                </a:solidFill>
                <a:latin typeface="Urbanist Medium"/>
                <a:ea typeface="Urbanist Medium"/>
                <a:cs typeface="Urbanist Medium"/>
                <a:sym typeface="Urbanist Medium"/>
              </a:defRPr>
            </a:lvl3pPr>
            <a:lvl4pPr lvl="3">
              <a:lnSpc>
                <a:spcPct val="85000"/>
              </a:lnSpc>
              <a:spcBef>
                <a:spcPts val="0"/>
              </a:spcBef>
              <a:spcAft>
                <a:spcPts val="0"/>
              </a:spcAft>
              <a:buNone/>
              <a:defRPr sz="4800">
                <a:solidFill>
                  <a:schemeClr val="dk2"/>
                </a:solidFill>
                <a:latin typeface="Urbanist Medium"/>
                <a:ea typeface="Urbanist Medium"/>
                <a:cs typeface="Urbanist Medium"/>
                <a:sym typeface="Urbanist Medium"/>
              </a:defRPr>
            </a:lvl4pPr>
            <a:lvl5pPr lvl="4">
              <a:lnSpc>
                <a:spcPct val="85000"/>
              </a:lnSpc>
              <a:spcBef>
                <a:spcPts val="0"/>
              </a:spcBef>
              <a:spcAft>
                <a:spcPts val="0"/>
              </a:spcAft>
              <a:buNone/>
              <a:defRPr sz="4800">
                <a:solidFill>
                  <a:schemeClr val="dk2"/>
                </a:solidFill>
                <a:latin typeface="Urbanist Medium"/>
                <a:ea typeface="Urbanist Medium"/>
                <a:cs typeface="Urbanist Medium"/>
                <a:sym typeface="Urbanist Medium"/>
              </a:defRPr>
            </a:lvl5pPr>
            <a:lvl6pPr lvl="5">
              <a:lnSpc>
                <a:spcPct val="85000"/>
              </a:lnSpc>
              <a:spcBef>
                <a:spcPts val="0"/>
              </a:spcBef>
              <a:spcAft>
                <a:spcPts val="0"/>
              </a:spcAft>
              <a:buNone/>
              <a:defRPr sz="4800">
                <a:solidFill>
                  <a:schemeClr val="dk2"/>
                </a:solidFill>
                <a:latin typeface="Urbanist Medium"/>
                <a:ea typeface="Urbanist Medium"/>
                <a:cs typeface="Urbanist Medium"/>
                <a:sym typeface="Urbanist Medium"/>
              </a:defRPr>
            </a:lvl6pPr>
            <a:lvl7pPr lvl="6">
              <a:lnSpc>
                <a:spcPct val="85000"/>
              </a:lnSpc>
              <a:spcBef>
                <a:spcPts val="0"/>
              </a:spcBef>
              <a:spcAft>
                <a:spcPts val="0"/>
              </a:spcAft>
              <a:buNone/>
              <a:defRPr sz="4800">
                <a:solidFill>
                  <a:schemeClr val="dk2"/>
                </a:solidFill>
                <a:latin typeface="Urbanist Medium"/>
                <a:ea typeface="Urbanist Medium"/>
                <a:cs typeface="Urbanist Medium"/>
                <a:sym typeface="Urbanist Medium"/>
              </a:defRPr>
            </a:lvl7pPr>
            <a:lvl8pPr lvl="7">
              <a:lnSpc>
                <a:spcPct val="85000"/>
              </a:lnSpc>
              <a:spcBef>
                <a:spcPts val="0"/>
              </a:spcBef>
              <a:spcAft>
                <a:spcPts val="0"/>
              </a:spcAft>
              <a:buNone/>
              <a:defRPr sz="4800">
                <a:solidFill>
                  <a:schemeClr val="dk2"/>
                </a:solidFill>
                <a:latin typeface="Urbanist Medium"/>
                <a:ea typeface="Urbanist Medium"/>
                <a:cs typeface="Urbanist Medium"/>
                <a:sym typeface="Urbanist Medium"/>
              </a:defRPr>
            </a:lvl8pPr>
            <a:lvl9pPr lvl="8">
              <a:lnSpc>
                <a:spcPct val="85000"/>
              </a:lnSpc>
              <a:spcBef>
                <a:spcPts val="0"/>
              </a:spcBef>
              <a:spcAft>
                <a:spcPts val="0"/>
              </a:spcAft>
              <a:buNone/>
              <a:defRPr sz="4800">
                <a:solidFill>
                  <a:schemeClr val="dk2"/>
                </a:solidFill>
                <a:latin typeface="Urbanist Medium"/>
                <a:ea typeface="Urbanist Medium"/>
                <a:cs typeface="Urbanist Medium"/>
                <a:sym typeface="Urbanist Medium"/>
              </a:defRPr>
            </a:lvl9pPr>
          </a:lstStyle>
          <a:p/>
        </p:txBody>
      </p:sp>
      <p:cxnSp>
        <p:nvCxnSpPr>
          <p:cNvPr id="128" name="Google Shape;128;p11"/>
          <p:cNvCxnSpPr/>
          <p:nvPr/>
        </p:nvCxnSpPr>
        <p:spPr>
          <a:xfrm>
            <a:off x="4159025" y="226100"/>
            <a:ext cx="0" cy="4457700"/>
          </a:xfrm>
          <a:prstGeom prst="straightConnector1">
            <a:avLst/>
          </a:prstGeom>
          <a:noFill/>
          <a:ln cap="flat" cmpd="sng" w="9525">
            <a:solidFill>
              <a:schemeClr val="accent1"/>
            </a:solidFill>
            <a:prstDash val="solid"/>
            <a:round/>
            <a:headEnd len="med" w="med" type="none"/>
            <a:tailEnd len="med" w="med" type="none"/>
          </a:ln>
        </p:spPr>
      </p:cxnSp>
      <p:cxnSp>
        <p:nvCxnSpPr>
          <p:cNvPr id="129" name="Google Shape;129;p11"/>
          <p:cNvCxnSpPr/>
          <p:nvPr/>
        </p:nvCxnSpPr>
        <p:spPr>
          <a:xfrm>
            <a:off x="228600" y="226100"/>
            <a:ext cx="8687100" cy="0"/>
          </a:xfrm>
          <a:prstGeom prst="straightConnector1">
            <a:avLst/>
          </a:prstGeom>
          <a:noFill/>
          <a:ln cap="flat" cmpd="sng" w="9525">
            <a:solidFill>
              <a:schemeClr val="accent1"/>
            </a:solidFill>
            <a:prstDash val="solid"/>
            <a:round/>
            <a:headEnd len="med" w="med" type="none"/>
            <a:tailEnd len="med" w="med" type="none"/>
          </a:ln>
        </p:spPr>
      </p:cxnSp>
      <p:sp>
        <p:nvSpPr>
          <p:cNvPr id="130" name="Google Shape;130;p11"/>
          <p:cNvSpPr txBox="1"/>
          <p:nvPr>
            <p:ph idx="12" type="sldNum"/>
          </p:nvPr>
        </p:nvSpPr>
        <p:spPr>
          <a:xfrm>
            <a:off x="8556784" y="4749851"/>
            <a:ext cx="548700" cy="393600"/>
          </a:xfrm>
          <a:prstGeom prst="rect">
            <a:avLst/>
          </a:prstGeom>
        </p:spPr>
        <p:txBody>
          <a:bodyPr anchorCtr="0" anchor="ctr" bIns="91425" lIns="91425" spcFirstLastPara="1" rIns="91425" wrap="square" tIns="91425">
            <a:noAutofit/>
          </a:bodyPr>
          <a:lstStyle>
            <a:lvl1pPr lvl="0">
              <a:buNone/>
              <a:defRPr>
                <a:solidFill>
                  <a:srgbClr val="000000"/>
                </a:solidFill>
              </a:defRPr>
            </a:lvl1pPr>
            <a:lvl2pPr lvl="1">
              <a:buNone/>
              <a:defRPr>
                <a:solidFill>
                  <a:srgbClr val="000000"/>
                </a:solidFill>
              </a:defRPr>
            </a:lvl2pPr>
            <a:lvl3pPr lvl="2">
              <a:buNone/>
              <a:defRPr>
                <a:solidFill>
                  <a:srgbClr val="000000"/>
                </a:solidFill>
              </a:defRPr>
            </a:lvl3pPr>
            <a:lvl4pPr lvl="3">
              <a:buNone/>
              <a:defRPr>
                <a:solidFill>
                  <a:srgbClr val="000000"/>
                </a:solidFill>
              </a:defRPr>
            </a:lvl4pPr>
            <a:lvl5pPr lvl="4">
              <a:buNone/>
              <a:defRPr>
                <a:solidFill>
                  <a:srgbClr val="000000"/>
                </a:solidFill>
              </a:defRPr>
            </a:lvl5pPr>
            <a:lvl6pPr lvl="5">
              <a:buNone/>
              <a:defRPr>
                <a:solidFill>
                  <a:srgbClr val="000000"/>
                </a:solidFill>
              </a:defRPr>
            </a:lvl6pPr>
            <a:lvl7pPr lvl="6">
              <a:buNone/>
              <a:defRPr>
                <a:solidFill>
                  <a:srgbClr val="000000"/>
                </a:solidFill>
              </a:defRPr>
            </a:lvl7pPr>
            <a:lvl8pPr lvl="7">
              <a:buNone/>
              <a:defRPr>
                <a:solidFill>
                  <a:srgbClr val="000000"/>
                </a:solidFill>
              </a:defRPr>
            </a:lvl8pPr>
            <a:lvl9pPr lvl="8">
              <a:buNone/>
              <a:defRPr>
                <a:solidFill>
                  <a:srgbClr val="000000"/>
                </a:solidFill>
              </a:defRPr>
            </a:lvl9pPr>
          </a:lstStyle>
          <a:p>
            <a:pPr indent="0" lvl="0" marL="0" rtl="0" algn="r">
              <a:spcBef>
                <a:spcPts val="0"/>
              </a:spcBef>
              <a:spcAft>
                <a:spcPts val="0"/>
              </a:spcAft>
              <a:buNone/>
            </a:pPr>
            <a:fld id="{00000000-1234-1234-1234-123412341234}" type="slidenum">
              <a:rPr lang="en"/>
              <a:t>‹#›</a:t>
            </a:fld>
            <a:endParaRPr/>
          </a:p>
        </p:txBody>
      </p:sp>
      <p:sp>
        <p:nvSpPr>
          <p:cNvPr id="131" name="Google Shape;131;p11"/>
          <p:cNvSpPr txBox="1"/>
          <p:nvPr>
            <p:ph idx="2" type="subTitle"/>
          </p:nvPr>
        </p:nvSpPr>
        <p:spPr>
          <a:xfrm>
            <a:off x="3154650" y="4675975"/>
            <a:ext cx="2835000" cy="466800"/>
          </a:xfrm>
          <a:prstGeom prst="rect">
            <a:avLst/>
          </a:prstGeom>
          <a:noFill/>
          <a:ln>
            <a:noFill/>
          </a:ln>
        </p:spPr>
        <p:txBody>
          <a:bodyPr anchorCtr="0" anchor="ctr" bIns="0" lIns="0" spcFirstLastPara="1" rIns="0" wrap="square" tIns="0">
            <a:noAutofit/>
          </a:bodyPr>
          <a:lstStyle>
            <a:lvl1pPr lvl="0" algn="ct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pic>
        <p:nvPicPr>
          <p:cNvPr id="132" name="Google Shape;132;p11"/>
          <p:cNvPicPr preferRelativeResize="0"/>
          <p:nvPr/>
        </p:nvPicPr>
        <p:blipFill>
          <a:blip r:embed="rId3">
            <a:alphaModFix/>
          </a:blip>
          <a:stretch>
            <a:fillRect/>
          </a:stretch>
        </p:blipFill>
        <p:spPr>
          <a:xfrm>
            <a:off x="228600" y="4837043"/>
            <a:ext cx="567051" cy="144675"/>
          </a:xfrm>
          <a:prstGeom prst="rect">
            <a:avLst/>
          </a:prstGeom>
          <a:noFill/>
          <a:ln>
            <a:noFill/>
          </a:ln>
        </p:spPr>
      </p:pic>
      <p:sp>
        <p:nvSpPr>
          <p:cNvPr id="133" name="Google Shape;133;p11"/>
          <p:cNvSpPr txBox="1"/>
          <p:nvPr>
            <p:ph idx="3" type="sldNum"/>
          </p:nvPr>
        </p:nvSpPr>
        <p:spPr>
          <a:xfrm>
            <a:off x="8348225" y="4666247"/>
            <a:ext cx="567000" cy="466800"/>
          </a:xfrm>
          <a:prstGeom prst="rect">
            <a:avLst/>
          </a:prstGeom>
        </p:spPr>
        <p:txBody>
          <a:bodyPr anchorCtr="0" anchor="ctr" bIns="91425" lIns="91425" spcFirstLastPara="1" rIns="91425" wrap="square" tIns="91425">
            <a:noAutofit/>
          </a:bodyPr>
          <a:lstStyle>
            <a:lvl1pPr lvl="0">
              <a:buNone/>
              <a:defRPr sz="700">
                <a:solidFill>
                  <a:schemeClr val="lt1"/>
                </a:solidFill>
              </a:defRPr>
            </a:lvl1pPr>
            <a:lvl2pPr lvl="1">
              <a:buNone/>
              <a:defRPr sz="700">
                <a:solidFill>
                  <a:schemeClr val="lt1"/>
                </a:solidFill>
              </a:defRPr>
            </a:lvl2pPr>
            <a:lvl3pPr lvl="2">
              <a:buNone/>
              <a:defRPr sz="700">
                <a:solidFill>
                  <a:schemeClr val="lt1"/>
                </a:solidFill>
              </a:defRPr>
            </a:lvl3pPr>
            <a:lvl4pPr lvl="3">
              <a:buNone/>
              <a:defRPr sz="700">
                <a:solidFill>
                  <a:schemeClr val="lt1"/>
                </a:solidFill>
              </a:defRPr>
            </a:lvl4pPr>
            <a:lvl5pPr lvl="4">
              <a:buNone/>
              <a:defRPr sz="700">
                <a:solidFill>
                  <a:schemeClr val="lt1"/>
                </a:solidFill>
              </a:defRPr>
            </a:lvl5pPr>
            <a:lvl6pPr lvl="5">
              <a:buNone/>
              <a:defRPr sz="700">
                <a:solidFill>
                  <a:schemeClr val="lt1"/>
                </a:solidFill>
              </a:defRPr>
            </a:lvl6pPr>
            <a:lvl7pPr lvl="6">
              <a:buNone/>
              <a:defRPr sz="700">
                <a:solidFill>
                  <a:schemeClr val="lt1"/>
                </a:solidFill>
              </a:defRPr>
            </a:lvl7pPr>
            <a:lvl8pPr lvl="7">
              <a:buNone/>
              <a:defRPr sz="700">
                <a:solidFill>
                  <a:schemeClr val="lt1"/>
                </a:solidFill>
              </a:defRPr>
            </a:lvl8pPr>
            <a:lvl9pPr lvl="8">
              <a:buNone/>
              <a:defRPr sz="700">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ALT 2">
  <p:cSld name="BLANK_1_1_1_1_1_1_1_1_1_1_1_1_2">
    <p:spTree>
      <p:nvGrpSpPr>
        <p:cNvPr id="134" name="Shape 134"/>
        <p:cNvGrpSpPr/>
        <p:nvPr/>
      </p:nvGrpSpPr>
      <p:grpSpPr>
        <a:xfrm>
          <a:off x="0" y="0"/>
          <a:ext cx="0" cy="0"/>
          <a:chOff x="0" y="0"/>
          <a:chExt cx="0" cy="0"/>
        </a:xfrm>
      </p:grpSpPr>
      <p:pic>
        <p:nvPicPr>
          <p:cNvPr id="135" name="Google Shape;135;p12"/>
          <p:cNvPicPr preferRelativeResize="0"/>
          <p:nvPr/>
        </p:nvPicPr>
        <p:blipFill rotWithShape="1">
          <a:blip r:embed="rId2">
            <a:alphaModFix/>
          </a:blip>
          <a:srcRect b="-9999" l="0" r="0" t="0"/>
          <a:stretch/>
        </p:blipFill>
        <p:spPr>
          <a:xfrm>
            <a:off x="0" y="0"/>
            <a:ext cx="9144003" cy="5143501"/>
          </a:xfrm>
          <a:prstGeom prst="rect">
            <a:avLst/>
          </a:prstGeom>
          <a:noFill/>
          <a:ln>
            <a:noFill/>
          </a:ln>
        </p:spPr>
      </p:pic>
      <p:sp>
        <p:nvSpPr>
          <p:cNvPr id="136" name="Google Shape;136;p12"/>
          <p:cNvSpPr txBox="1"/>
          <p:nvPr>
            <p:ph idx="1" type="body"/>
          </p:nvPr>
        </p:nvSpPr>
        <p:spPr>
          <a:xfrm>
            <a:off x="228600" y="1743625"/>
            <a:ext cx="4296600" cy="2709000"/>
          </a:xfrm>
          <a:prstGeom prst="rect">
            <a:avLst/>
          </a:prstGeom>
          <a:noFill/>
          <a:ln>
            <a:noFill/>
          </a:ln>
        </p:spPr>
        <p:txBody>
          <a:bodyPr anchorCtr="0" anchor="b" bIns="91425" lIns="0" spcFirstLastPara="1" rIns="91425" wrap="square" tIns="91425">
            <a:noAutofit/>
          </a:bodyPr>
          <a:lstStyle>
            <a:lvl1pPr indent="-317500" lvl="0" marL="457200">
              <a:spcBef>
                <a:spcPts val="0"/>
              </a:spcBef>
              <a:spcAft>
                <a:spcPts val="0"/>
              </a:spcAft>
              <a:buClr>
                <a:schemeClr val="lt1"/>
              </a:buClr>
              <a:buSzPts val="1400"/>
              <a:buFont typeface="Urbanist Medium"/>
              <a:buChar char="●"/>
              <a:defRPr sz="1400">
                <a:solidFill>
                  <a:schemeClr val="lt1"/>
                </a:solidFill>
                <a:latin typeface="Urbanist Medium"/>
                <a:ea typeface="Urbanist Medium"/>
                <a:cs typeface="Urbanist Medium"/>
                <a:sym typeface="Urbanist Medium"/>
              </a:defRPr>
            </a:lvl1pPr>
            <a:lvl2pPr indent="-317500" lvl="1" marL="914400">
              <a:spcBef>
                <a:spcPts val="0"/>
              </a:spcBef>
              <a:spcAft>
                <a:spcPts val="0"/>
              </a:spcAft>
              <a:buClr>
                <a:schemeClr val="lt1"/>
              </a:buClr>
              <a:buSzPts val="1400"/>
              <a:buFont typeface="Urbanist Medium"/>
              <a:buChar char="○"/>
              <a:defRPr sz="1400">
                <a:solidFill>
                  <a:schemeClr val="lt1"/>
                </a:solidFill>
                <a:latin typeface="Urbanist Medium"/>
                <a:ea typeface="Urbanist Medium"/>
                <a:cs typeface="Urbanist Medium"/>
                <a:sym typeface="Urbanist Medium"/>
              </a:defRPr>
            </a:lvl2pPr>
            <a:lvl3pPr indent="-317500" lvl="2" marL="1371600">
              <a:spcBef>
                <a:spcPts val="0"/>
              </a:spcBef>
              <a:spcAft>
                <a:spcPts val="0"/>
              </a:spcAft>
              <a:buClr>
                <a:schemeClr val="lt1"/>
              </a:buClr>
              <a:buSzPts val="1400"/>
              <a:buFont typeface="Urbanist Medium"/>
              <a:buChar char="■"/>
              <a:defRPr sz="1400">
                <a:solidFill>
                  <a:schemeClr val="lt1"/>
                </a:solidFill>
                <a:latin typeface="Urbanist Medium"/>
                <a:ea typeface="Urbanist Medium"/>
                <a:cs typeface="Urbanist Medium"/>
                <a:sym typeface="Urbanist Medium"/>
              </a:defRPr>
            </a:lvl3pPr>
            <a:lvl4pPr indent="-317500" lvl="3" marL="1828800">
              <a:spcBef>
                <a:spcPts val="0"/>
              </a:spcBef>
              <a:spcAft>
                <a:spcPts val="0"/>
              </a:spcAft>
              <a:buClr>
                <a:schemeClr val="lt1"/>
              </a:buClr>
              <a:buSzPts val="1400"/>
              <a:buFont typeface="Urbanist Medium"/>
              <a:buChar char="●"/>
              <a:defRPr sz="1400">
                <a:solidFill>
                  <a:schemeClr val="lt1"/>
                </a:solidFill>
                <a:latin typeface="Urbanist Medium"/>
                <a:ea typeface="Urbanist Medium"/>
                <a:cs typeface="Urbanist Medium"/>
                <a:sym typeface="Urbanist Medium"/>
              </a:defRPr>
            </a:lvl4pPr>
            <a:lvl5pPr indent="-317500" lvl="4" marL="2286000">
              <a:spcBef>
                <a:spcPts val="0"/>
              </a:spcBef>
              <a:spcAft>
                <a:spcPts val="0"/>
              </a:spcAft>
              <a:buClr>
                <a:schemeClr val="lt1"/>
              </a:buClr>
              <a:buSzPts val="1400"/>
              <a:buFont typeface="Urbanist Medium"/>
              <a:buChar char="○"/>
              <a:defRPr sz="1400">
                <a:solidFill>
                  <a:schemeClr val="lt1"/>
                </a:solidFill>
                <a:latin typeface="Urbanist Medium"/>
                <a:ea typeface="Urbanist Medium"/>
                <a:cs typeface="Urbanist Medium"/>
                <a:sym typeface="Urbanist Medium"/>
              </a:defRPr>
            </a:lvl5pPr>
            <a:lvl6pPr indent="-317500" lvl="5" marL="2743200">
              <a:spcBef>
                <a:spcPts val="0"/>
              </a:spcBef>
              <a:spcAft>
                <a:spcPts val="0"/>
              </a:spcAft>
              <a:buClr>
                <a:schemeClr val="lt1"/>
              </a:buClr>
              <a:buSzPts val="1400"/>
              <a:buFont typeface="Urbanist Medium"/>
              <a:buChar char="■"/>
              <a:defRPr sz="1400">
                <a:solidFill>
                  <a:schemeClr val="lt1"/>
                </a:solidFill>
                <a:latin typeface="Urbanist Medium"/>
                <a:ea typeface="Urbanist Medium"/>
                <a:cs typeface="Urbanist Medium"/>
                <a:sym typeface="Urbanist Medium"/>
              </a:defRPr>
            </a:lvl6pPr>
            <a:lvl7pPr indent="-317500" lvl="6" marL="3200400">
              <a:spcBef>
                <a:spcPts val="0"/>
              </a:spcBef>
              <a:spcAft>
                <a:spcPts val="0"/>
              </a:spcAft>
              <a:buClr>
                <a:schemeClr val="lt1"/>
              </a:buClr>
              <a:buSzPts val="1400"/>
              <a:buFont typeface="Urbanist Medium"/>
              <a:buChar char="●"/>
              <a:defRPr sz="1400">
                <a:solidFill>
                  <a:schemeClr val="lt1"/>
                </a:solidFill>
                <a:latin typeface="Urbanist Medium"/>
                <a:ea typeface="Urbanist Medium"/>
                <a:cs typeface="Urbanist Medium"/>
                <a:sym typeface="Urbanist Medium"/>
              </a:defRPr>
            </a:lvl7pPr>
            <a:lvl8pPr indent="-317500" lvl="7" marL="3657600">
              <a:spcBef>
                <a:spcPts val="0"/>
              </a:spcBef>
              <a:spcAft>
                <a:spcPts val="0"/>
              </a:spcAft>
              <a:buClr>
                <a:schemeClr val="lt1"/>
              </a:buClr>
              <a:buSzPts val="1400"/>
              <a:buFont typeface="Urbanist Medium"/>
              <a:buChar char="○"/>
              <a:defRPr sz="1400">
                <a:solidFill>
                  <a:schemeClr val="lt1"/>
                </a:solidFill>
                <a:latin typeface="Urbanist Medium"/>
                <a:ea typeface="Urbanist Medium"/>
                <a:cs typeface="Urbanist Medium"/>
                <a:sym typeface="Urbanist Medium"/>
              </a:defRPr>
            </a:lvl8pPr>
            <a:lvl9pPr indent="-317500" lvl="8" marL="4114800">
              <a:spcBef>
                <a:spcPts val="0"/>
              </a:spcBef>
              <a:spcAft>
                <a:spcPts val="0"/>
              </a:spcAft>
              <a:buClr>
                <a:schemeClr val="lt1"/>
              </a:buClr>
              <a:buSzPts val="1400"/>
              <a:buFont typeface="Urbanist Medium"/>
              <a:buChar char="■"/>
              <a:defRPr sz="1400">
                <a:solidFill>
                  <a:schemeClr val="lt1"/>
                </a:solidFill>
                <a:latin typeface="Urbanist Medium"/>
                <a:ea typeface="Urbanist Medium"/>
                <a:cs typeface="Urbanist Medium"/>
                <a:sym typeface="Urbanist Medium"/>
              </a:defRPr>
            </a:lvl9pPr>
          </a:lstStyle>
          <a:p/>
        </p:txBody>
      </p:sp>
      <p:sp>
        <p:nvSpPr>
          <p:cNvPr id="137" name="Google Shape;137;p12"/>
          <p:cNvSpPr/>
          <p:nvPr>
            <p:ph idx="2" type="pic"/>
          </p:nvPr>
        </p:nvSpPr>
        <p:spPr>
          <a:xfrm>
            <a:off x="5342000" y="457200"/>
            <a:ext cx="3573300" cy="3995400"/>
          </a:xfrm>
          <a:prstGeom prst="roundRect">
            <a:avLst>
              <a:gd fmla="val 6865" name="adj"/>
            </a:avLst>
          </a:prstGeom>
          <a:noFill/>
          <a:ln>
            <a:noFill/>
          </a:ln>
        </p:spPr>
      </p:sp>
      <p:sp>
        <p:nvSpPr>
          <p:cNvPr id="138" name="Google Shape;138;p12"/>
          <p:cNvSpPr txBox="1"/>
          <p:nvPr>
            <p:ph idx="3" type="subTitle"/>
          </p:nvPr>
        </p:nvSpPr>
        <p:spPr>
          <a:xfrm>
            <a:off x="228600" y="228600"/>
            <a:ext cx="2920800" cy="228600"/>
          </a:xfrm>
          <a:prstGeom prst="rect">
            <a:avLst/>
          </a:prstGeom>
          <a:noFill/>
          <a:ln>
            <a:noFill/>
          </a:ln>
        </p:spPr>
        <p:txBody>
          <a:bodyPr anchorCtr="0" anchor="ctr" bIns="0" lIns="0" spcFirstLastPara="1" rIns="0" wrap="square" tIns="0">
            <a:noAutofit/>
          </a:bodyPr>
          <a:lstStyle>
            <a:lvl1pPr lvl="0">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1pPr>
            <a:lvl2pPr lvl="1">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2pPr>
            <a:lvl3pPr lvl="2">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3pPr>
            <a:lvl4pPr lvl="3">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4pPr>
            <a:lvl5pPr lvl="4">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5pPr>
            <a:lvl6pPr lvl="5">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6pPr>
            <a:lvl7pPr lvl="6">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7pPr>
            <a:lvl8pPr lvl="7">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8pPr>
            <a:lvl9pPr lvl="8">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9pPr>
          </a:lstStyle>
          <a:p/>
        </p:txBody>
      </p:sp>
      <p:sp>
        <p:nvSpPr>
          <p:cNvPr id="139" name="Google Shape;139;p12"/>
          <p:cNvSpPr txBox="1"/>
          <p:nvPr>
            <p:ph type="title"/>
          </p:nvPr>
        </p:nvSpPr>
        <p:spPr>
          <a:xfrm>
            <a:off x="228600" y="613525"/>
            <a:ext cx="4296600" cy="1162800"/>
          </a:xfrm>
          <a:prstGeom prst="rect">
            <a:avLst/>
          </a:prstGeom>
          <a:noFill/>
          <a:ln>
            <a:noFill/>
          </a:ln>
        </p:spPr>
        <p:txBody>
          <a:bodyPr anchorCtr="0" anchor="ctr" bIns="91425" lIns="0" spcFirstLastPara="1" rIns="91425" wrap="square" tIns="0">
            <a:spAutoFit/>
          </a:bodyPr>
          <a:lstStyle>
            <a:lvl1pPr lvl="0">
              <a:lnSpc>
                <a:spcPct val="85000"/>
              </a:lnSpc>
              <a:spcBef>
                <a:spcPts val="0"/>
              </a:spcBef>
              <a:spcAft>
                <a:spcPts val="0"/>
              </a:spcAft>
              <a:buNone/>
              <a:defRPr sz="3400">
                <a:solidFill>
                  <a:schemeClr val="lt1"/>
                </a:solidFill>
                <a:latin typeface="Urbanist Medium"/>
                <a:ea typeface="Urbanist Medium"/>
                <a:cs typeface="Urbanist Medium"/>
                <a:sym typeface="Urbanist Medium"/>
              </a:defRPr>
            </a:lvl1pPr>
            <a:lvl2pPr lvl="1">
              <a:lnSpc>
                <a:spcPct val="85000"/>
              </a:lnSpc>
              <a:spcBef>
                <a:spcPts val="0"/>
              </a:spcBef>
              <a:spcAft>
                <a:spcPts val="0"/>
              </a:spcAft>
              <a:buNone/>
              <a:defRPr sz="3600">
                <a:solidFill>
                  <a:schemeClr val="lt1"/>
                </a:solidFill>
                <a:latin typeface="Urbanist Medium"/>
                <a:ea typeface="Urbanist Medium"/>
                <a:cs typeface="Urbanist Medium"/>
                <a:sym typeface="Urbanist Medium"/>
              </a:defRPr>
            </a:lvl2pPr>
            <a:lvl3pPr lvl="2">
              <a:lnSpc>
                <a:spcPct val="85000"/>
              </a:lnSpc>
              <a:spcBef>
                <a:spcPts val="0"/>
              </a:spcBef>
              <a:spcAft>
                <a:spcPts val="0"/>
              </a:spcAft>
              <a:buNone/>
              <a:defRPr sz="3600">
                <a:solidFill>
                  <a:schemeClr val="lt1"/>
                </a:solidFill>
                <a:latin typeface="Urbanist Medium"/>
                <a:ea typeface="Urbanist Medium"/>
                <a:cs typeface="Urbanist Medium"/>
                <a:sym typeface="Urbanist Medium"/>
              </a:defRPr>
            </a:lvl3pPr>
            <a:lvl4pPr lvl="3">
              <a:lnSpc>
                <a:spcPct val="85000"/>
              </a:lnSpc>
              <a:spcBef>
                <a:spcPts val="0"/>
              </a:spcBef>
              <a:spcAft>
                <a:spcPts val="0"/>
              </a:spcAft>
              <a:buNone/>
              <a:defRPr sz="3600">
                <a:solidFill>
                  <a:schemeClr val="lt1"/>
                </a:solidFill>
                <a:latin typeface="Urbanist Medium"/>
                <a:ea typeface="Urbanist Medium"/>
                <a:cs typeface="Urbanist Medium"/>
                <a:sym typeface="Urbanist Medium"/>
              </a:defRPr>
            </a:lvl4pPr>
            <a:lvl5pPr lvl="4">
              <a:lnSpc>
                <a:spcPct val="85000"/>
              </a:lnSpc>
              <a:spcBef>
                <a:spcPts val="0"/>
              </a:spcBef>
              <a:spcAft>
                <a:spcPts val="0"/>
              </a:spcAft>
              <a:buNone/>
              <a:defRPr sz="3600">
                <a:solidFill>
                  <a:schemeClr val="lt1"/>
                </a:solidFill>
                <a:latin typeface="Urbanist Medium"/>
                <a:ea typeface="Urbanist Medium"/>
                <a:cs typeface="Urbanist Medium"/>
                <a:sym typeface="Urbanist Medium"/>
              </a:defRPr>
            </a:lvl5pPr>
            <a:lvl6pPr lvl="5">
              <a:lnSpc>
                <a:spcPct val="85000"/>
              </a:lnSpc>
              <a:spcBef>
                <a:spcPts val="0"/>
              </a:spcBef>
              <a:spcAft>
                <a:spcPts val="0"/>
              </a:spcAft>
              <a:buNone/>
              <a:defRPr sz="3600">
                <a:solidFill>
                  <a:schemeClr val="lt1"/>
                </a:solidFill>
                <a:latin typeface="Urbanist Medium"/>
                <a:ea typeface="Urbanist Medium"/>
                <a:cs typeface="Urbanist Medium"/>
                <a:sym typeface="Urbanist Medium"/>
              </a:defRPr>
            </a:lvl6pPr>
            <a:lvl7pPr lvl="6">
              <a:lnSpc>
                <a:spcPct val="85000"/>
              </a:lnSpc>
              <a:spcBef>
                <a:spcPts val="0"/>
              </a:spcBef>
              <a:spcAft>
                <a:spcPts val="0"/>
              </a:spcAft>
              <a:buNone/>
              <a:defRPr sz="3600">
                <a:solidFill>
                  <a:schemeClr val="lt1"/>
                </a:solidFill>
                <a:latin typeface="Urbanist Medium"/>
                <a:ea typeface="Urbanist Medium"/>
                <a:cs typeface="Urbanist Medium"/>
                <a:sym typeface="Urbanist Medium"/>
              </a:defRPr>
            </a:lvl7pPr>
            <a:lvl8pPr lvl="7">
              <a:lnSpc>
                <a:spcPct val="85000"/>
              </a:lnSpc>
              <a:spcBef>
                <a:spcPts val="0"/>
              </a:spcBef>
              <a:spcAft>
                <a:spcPts val="0"/>
              </a:spcAft>
              <a:buNone/>
              <a:defRPr sz="3600">
                <a:solidFill>
                  <a:schemeClr val="lt1"/>
                </a:solidFill>
                <a:latin typeface="Urbanist Medium"/>
                <a:ea typeface="Urbanist Medium"/>
                <a:cs typeface="Urbanist Medium"/>
                <a:sym typeface="Urbanist Medium"/>
              </a:defRPr>
            </a:lvl8pPr>
            <a:lvl9pPr lvl="8">
              <a:lnSpc>
                <a:spcPct val="85000"/>
              </a:lnSpc>
              <a:spcBef>
                <a:spcPts val="0"/>
              </a:spcBef>
              <a:spcAft>
                <a:spcPts val="0"/>
              </a:spcAft>
              <a:buNone/>
              <a:defRPr sz="3600">
                <a:solidFill>
                  <a:schemeClr val="lt1"/>
                </a:solidFill>
                <a:latin typeface="Urbanist Medium"/>
                <a:ea typeface="Urbanist Medium"/>
                <a:cs typeface="Urbanist Medium"/>
                <a:sym typeface="Urbanist Medium"/>
              </a:defRPr>
            </a:lvl9pPr>
          </a:lstStyle>
          <a:p/>
        </p:txBody>
      </p:sp>
      <p:sp>
        <p:nvSpPr>
          <p:cNvPr id="140" name="Google Shape;140;p12"/>
          <p:cNvSpPr txBox="1"/>
          <p:nvPr>
            <p:ph idx="12" type="sldNum"/>
          </p:nvPr>
        </p:nvSpPr>
        <p:spPr>
          <a:xfrm>
            <a:off x="8556784" y="4749851"/>
            <a:ext cx="548700" cy="393600"/>
          </a:xfrm>
          <a:prstGeom prst="rect">
            <a:avLst/>
          </a:prstGeom>
        </p:spPr>
        <p:txBody>
          <a:bodyPr anchorCtr="0" anchor="ctr" bIns="91425" lIns="91425" spcFirstLastPara="1" rIns="91425" wrap="square" tIns="91425">
            <a:noAutofit/>
          </a:bodyPr>
          <a:lstStyle>
            <a:lvl1pPr lvl="0">
              <a:buNone/>
              <a:defRPr>
                <a:solidFill>
                  <a:srgbClr val="000000"/>
                </a:solidFill>
              </a:defRPr>
            </a:lvl1pPr>
            <a:lvl2pPr lvl="1">
              <a:buNone/>
              <a:defRPr>
                <a:solidFill>
                  <a:srgbClr val="000000"/>
                </a:solidFill>
              </a:defRPr>
            </a:lvl2pPr>
            <a:lvl3pPr lvl="2">
              <a:buNone/>
              <a:defRPr>
                <a:solidFill>
                  <a:srgbClr val="000000"/>
                </a:solidFill>
              </a:defRPr>
            </a:lvl3pPr>
            <a:lvl4pPr lvl="3">
              <a:buNone/>
              <a:defRPr>
                <a:solidFill>
                  <a:srgbClr val="000000"/>
                </a:solidFill>
              </a:defRPr>
            </a:lvl4pPr>
            <a:lvl5pPr lvl="4">
              <a:buNone/>
              <a:defRPr>
                <a:solidFill>
                  <a:srgbClr val="000000"/>
                </a:solidFill>
              </a:defRPr>
            </a:lvl5pPr>
            <a:lvl6pPr lvl="5">
              <a:buNone/>
              <a:defRPr>
                <a:solidFill>
                  <a:srgbClr val="000000"/>
                </a:solidFill>
              </a:defRPr>
            </a:lvl6pPr>
            <a:lvl7pPr lvl="6">
              <a:buNone/>
              <a:defRPr>
                <a:solidFill>
                  <a:srgbClr val="000000"/>
                </a:solidFill>
              </a:defRPr>
            </a:lvl7pPr>
            <a:lvl8pPr lvl="7">
              <a:buNone/>
              <a:defRPr>
                <a:solidFill>
                  <a:srgbClr val="000000"/>
                </a:solidFill>
              </a:defRPr>
            </a:lvl8pPr>
            <a:lvl9pPr lvl="8">
              <a:buNone/>
              <a:defRPr>
                <a:solidFill>
                  <a:srgbClr val="000000"/>
                </a:solidFill>
              </a:defRPr>
            </a:lvl9pPr>
          </a:lstStyle>
          <a:p>
            <a:pPr indent="0" lvl="0" marL="0" rtl="0" algn="r">
              <a:spcBef>
                <a:spcPts val="0"/>
              </a:spcBef>
              <a:spcAft>
                <a:spcPts val="0"/>
              </a:spcAft>
              <a:buNone/>
            </a:pPr>
            <a:fld id="{00000000-1234-1234-1234-123412341234}" type="slidenum">
              <a:rPr lang="en"/>
              <a:t>‹#›</a:t>
            </a:fld>
            <a:endParaRPr/>
          </a:p>
        </p:txBody>
      </p:sp>
      <p:sp>
        <p:nvSpPr>
          <p:cNvPr id="141" name="Google Shape;141;p12"/>
          <p:cNvSpPr txBox="1"/>
          <p:nvPr>
            <p:ph idx="4" type="subTitle"/>
          </p:nvPr>
        </p:nvSpPr>
        <p:spPr>
          <a:xfrm>
            <a:off x="3154650" y="4675975"/>
            <a:ext cx="2835000" cy="466800"/>
          </a:xfrm>
          <a:prstGeom prst="rect">
            <a:avLst/>
          </a:prstGeom>
          <a:noFill/>
          <a:ln>
            <a:noFill/>
          </a:ln>
        </p:spPr>
        <p:txBody>
          <a:bodyPr anchorCtr="0" anchor="ctr" bIns="0" lIns="0" spcFirstLastPara="1" rIns="0" wrap="square" tIns="0">
            <a:noAutofit/>
          </a:bodyPr>
          <a:lstStyle>
            <a:lvl1pPr lvl="0" algn="ct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pic>
        <p:nvPicPr>
          <p:cNvPr id="142" name="Google Shape;142;p12"/>
          <p:cNvPicPr preferRelativeResize="0"/>
          <p:nvPr/>
        </p:nvPicPr>
        <p:blipFill>
          <a:blip r:embed="rId3">
            <a:alphaModFix/>
          </a:blip>
          <a:stretch>
            <a:fillRect/>
          </a:stretch>
        </p:blipFill>
        <p:spPr>
          <a:xfrm>
            <a:off x="228600" y="4837043"/>
            <a:ext cx="567051" cy="144675"/>
          </a:xfrm>
          <a:prstGeom prst="rect">
            <a:avLst/>
          </a:prstGeom>
          <a:noFill/>
          <a:ln>
            <a:noFill/>
          </a:ln>
        </p:spPr>
      </p:pic>
      <p:sp>
        <p:nvSpPr>
          <p:cNvPr id="143" name="Google Shape;143;p12"/>
          <p:cNvSpPr txBox="1"/>
          <p:nvPr>
            <p:ph idx="5" type="sldNum"/>
          </p:nvPr>
        </p:nvSpPr>
        <p:spPr>
          <a:xfrm>
            <a:off x="8348225" y="4666247"/>
            <a:ext cx="567000" cy="466800"/>
          </a:xfrm>
          <a:prstGeom prst="rect">
            <a:avLst/>
          </a:prstGeom>
        </p:spPr>
        <p:txBody>
          <a:bodyPr anchorCtr="0" anchor="ctr" bIns="91425" lIns="91425" spcFirstLastPara="1" rIns="91425" wrap="square" tIns="91425">
            <a:noAutofit/>
          </a:bodyPr>
          <a:lstStyle>
            <a:lvl1pPr lvl="0">
              <a:buNone/>
              <a:defRPr sz="700">
                <a:solidFill>
                  <a:schemeClr val="lt1"/>
                </a:solidFill>
              </a:defRPr>
            </a:lvl1pPr>
            <a:lvl2pPr lvl="1">
              <a:buNone/>
              <a:defRPr sz="700">
                <a:solidFill>
                  <a:schemeClr val="lt1"/>
                </a:solidFill>
              </a:defRPr>
            </a:lvl2pPr>
            <a:lvl3pPr lvl="2">
              <a:buNone/>
              <a:defRPr sz="700">
                <a:solidFill>
                  <a:schemeClr val="lt1"/>
                </a:solidFill>
              </a:defRPr>
            </a:lvl3pPr>
            <a:lvl4pPr lvl="3">
              <a:buNone/>
              <a:defRPr sz="700">
                <a:solidFill>
                  <a:schemeClr val="lt1"/>
                </a:solidFill>
              </a:defRPr>
            </a:lvl4pPr>
            <a:lvl5pPr lvl="4">
              <a:buNone/>
              <a:defRPr sz="700">
                <a:solidFill>
                  <a:schemeClr val="lt1"/>
                </a:solidFill>
              </a:defRPr>
            </a:lvl5pPr>
            <a:lvl6pPr lvl="5">
              <a:buNone/>
              <a:defRPr sz="700">
                <a:solidFill>
                  <a:schemeClr val="lt1"/>
                </a:solidFill>
              </a:defRPr>
            </a:lvl6pPr>
            <a:lvl7pPr lvl="6">
              <a:buNone/>
              <a:defRPr sz="700">
                <a:solidFill>
                  <a:schemeClr val="lt1"/>
                </a:solidFill>
              </a:defRPr>
            </a:lvl7pPr>
            <a:lvl8pPr lvl="7">
              <a:buNone/>
              <a:defRPr sz="700">
                <a:solidFill>
                  <a:schemeClr val="lt1"/>
                </a:solidFill>
              </a:defRPr>
            </a:lvl8pPr>
            <a:lvl9pPr lvl="8">
              <a:buNone/>
              <a:defRPr sz="700">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cards">
  <p:cSld name="CUSTOM_1">
    <p:spTree>
      <p:nvGrpSpPr>
        <p:cNvPr id="144" name="Shape 144"/>
        <p:cNvGrpSpPr/>
        <p:nvPr/>
      </p:nvGrpSpPr>
      <p:grpSpPr>
        <a:xfrm>
          <a:off x="0" y="0"/>
          <a:ext cx="0" cy="0"/>
          <a:chOff x="0" y="0"/>
          <a:chExt cx="0" cy="0"/>
        </a:xfrm>
      </p:grpSpPr>
      <p:pic>
        <p:nvPicPr>
          <p:cNvPr id="145" name="Google Shape;145;p13"/>
          <p:cNvPicPr preferRelativeResize="0"/>
          <p:nvPr/>
        </p:nvPicPr>
        <p:blipFill rotWithShape="1">
          <a:blip r:embed="rId2">
            <a:alphaModFix/>
          </a:blip>
          <a:srcRect b="-9999" l="0" r="0" t="0"/>
          <a:stretch/>
        </p:blipFill>
        <p:spPr>
          <a:xfrm>
            <a:off x="0" y="0"/>
            <a:ext cx="9144003" cy="5143501"/>
          </a:xfrm>
          <a:prstGeom prst="rect">
            <a:avLst/>
          </a:prstGeom>
          <a:noFill/>
          <a:ln>
            <a:noFill/>
          </a:ln>
        </p:spPr>
      </p:pic>
      <p:sp>
        <p:nvSpPr>
          <p:cNvPr id="146" name="Google Shape;146;p13"/>
          <p:cNvSpPr txBox="1"/>
          <p:nvPr>
            <p:ph type="title"/>
          </p:nvPr>
        </p:nvSpPr>
        <p:spPr>
          <a:xfrm>
            <a:off x="3386700" y="572202"/>
            <a:ext cx="1862100" cy="293100"/>
          </a:xfrm>
          <a:prstGeom prst="rect">
            <a:avLst/>
          </a:prstGeom>
          <a:noFill/>
          <a:ln>
            <a:noFill/>
          </a:ln>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2pPr>
            <a:lvl3pPr lvl="2">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3pPr>
            <a:lvl4pPr lvl="3">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4pPr>
            <a:lvl5pPr lvl="4">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5pPr>
            <a:lvl6pPr lvl="5">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6pPr>
            <a:lvl7pPr lvl="6">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7pPr>
            <a:lvl8pPr lvl="7">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8pPr>
            <a:lvl9pPr lvl="8">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9pPr>
          </a:lstStyle>
          <a:p/>
        </p:txBody>
      </p:sp>
      <p:sp>
        <p:nvSpPr>
          <p:cNvPr id="147" name="Google Shape;147;p13"/>
          <p:cNvSpPr txBox="1"/>
          <p:nvPr>
            <p:ph idx="1" type="subTitle"/>
          </p:nvPr>
        </p:nvSpPr>
        <p:spPr>
          <a:xfrm>
            <a:off x="3386700" y="1007869"/>
            <a:ext cx="1974600" cy="204600"/>
          </a:xfrm>
          <a:prstGeom prst="rect">
            <a:avLst/>
          </a:prstGeom>
          <a:noFill/>
          <a:ln>
            <a:noFill/>
          </a:ln>
        </p:spPr>
        <p:txBody>
          <a:bodyPr anchorCtr="0" anchor="ctr"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sp>
        <p:nvSpPr>
          <p:cNvPr id="148" name="Google Shape;148;p13"/>
          <p:cNvSpPr txBox="1"/>
          <p:nvPr>
            <p:ph idx="2" type="subTitle"/>
          </p:nvPr>
        </p:nvSpPr>
        <p:spPr>
          <a:xfrm>
            <a:off x="3386700" y="1153190"/>
            <a:ext cx="2444700" cy="818100"/>
          </a:xfrm>
          <a:prstGeom prst="rect">
            <a:avLst/>
          </a:prstGeom>
          <a:noFill/>
          <a:ln>
            <a:noFill/>
          </a:ln>
        </p:spPr>
        <p:txBody>
          <a:bodyPr anchorCtr="0" anchor="ctr"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Medium"/>
              <a:buNone/>
              <a:defRPr sz="10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000"/>
              <a:buFont typeface="Urbanist Medium"/>
              <a:buNone/>
              <a:defRPr sz="10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000"/>
              <a:buFont typeface="Urbanist Medium"/>
              <a:buNone/>
              <a:defRPr sz="10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000"/>
              <a:buFont typeface="Urbanist Medium"/>
              <a:buNone/>
              <a:defRPr sz="10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000"/>
              <a:buFont typeface="Urbanist Medium"/>
              <a:buNone/>
              <a:defRPr sz="10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000"/>
              <a:buFont typeface="Urbanist Medium"/>
              <a:buNone/>
              <a:defRPr sz="10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000"/>
              <a:buFont typeface="Urbanist Medium"/>
              <a:buNone/>
              <a:defRPr sz="10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000"/>
              <a:buFont typeface="Urbanist Medium"/>
              <a:buNone/>
              <a:defRPr sz="1000">
                <a:solidFill>
                  <a:schemeClr val="dk2"/>
                </a:solidFill>
                <a:latin typeface="Urbanist Medium"/>
                <a:ea typeface="Urbanist Medium"/>
                <a:cs typeface="Urbanist Medium"/>
                <a:sym typeface="Urbanist Medium"/>
              </a:defRPr>
            </a:lvl9pPr>
          </a:lstStyle>
          <a:p/>
        </p:txBody>
      </p:sp>
      <p:sp>
        <p:nvSpPr>
          <p:cNvPr id="149" name="Google Shape;149;p13"/>
          <p:cNvSpPr txBox="1"/>
          <p:nvPr>
            <p:ph idx="3" type="title"/>
          </p:nvPr>
        </p:nvSpPr>
        <p:spPr>
          <a:xfrm>
            <a:off x="6307650" y="564931"/>
            <a:ext cx="1862100" cy="293100"/>
          </a:xfrm>
          <a:prstGeom prst="rect">
            <a:avLst/>
          </a:prstGeom>
          <a:noFill/>
          <a:ln>
            <a:noFill/>
          </a:ln>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2pPr>
            <a:lvl3pPr lvl="2">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3pPr>
            <a:lvl4pPr lvl="3">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4pPr>
            <a:lvl5pPr lvl="4">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5pPr>
            <a:lvl6pPr lvl="5">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6pPr>
            <a:lvl7pPr lvl="6">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7pPr>
            <a:lvl8pPr lvl="7">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8pPr>
            <a:lvl9pPr lvl="8">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9pPr>
          </a:lstStyle>
          <a:p/>
        </p:txBody>
      </p:sp>
      <p:sp>
        <p:nvSpPr>
          <p:cNvPr id="150" name="Google Shape;150;p13"/>
          <p:cNvSpPr txBox="1"/>
          <p:nvPr>
            <p:ph idx="4" type="subTitle"/>
          </p:nvPr>
        </p:nvSpPr>
        <p:spPr>
          <a:xfrm>
            <a:off x="6307650" y="1007869"/>
            <a:ext cx="1974600" cy="204600"/>
          </a:xfrm>
          <a:prstGeom prst="rect">
            <a:avLst/>
          </a:prstGeom>
          <a:noFill/>
          <a:ln>
            <a:noFill/>
          </a:ln>
        </p:spPr>
        <p:txBody>
          <a:bodyPr anchorCtr="0" anchor="ctr"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sp>
        <p:nvSpPr>
          <p:cNvPr id="151" name="Google Shape;151;p13"/>
          <p:cNvSpPr txBox="1"/>
          <p:nvPr>
            <p:ph idx="5" type="subTitle"/>
          </p:nvPr>
        </p:nvSpPr>
        <p:spPr>
          <a:xfrm>
            <a:off x="6307650" y="1153190"/>
            <a:ext cx="2444700" cy="818100"/>
          </a:xfrm>
          <a:prstGeom prst="rect">
            <a:avLst/>
          </a:prstGeom>
          <a:noFill/>
          <a:ln>
            <a:noFill/>
          </a:ln>
        </p:spPr>
        <p:txBody>
          <a:bodyPr anchorCtr="0" anchor="ctr"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Medium"/>
              <a:buNone/>
              <a:defRPr sz="10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000"/>
              <a:buFont typeface="Urbanist Medium"/>
              <a:buNone/>
              <a:defRPr sz="10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000"/>
              <a:buFont typeface="Urbanist Medium"/>
              <a:buNone/>
              <a:defRPr sz="10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000"/>
              <a:buFont typeface="Urbanist Medium"/>
              <a:buNone/>
              <a:defRPr sz="10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000"/>
              <a:buFont typeface="Urbanist Medium"/>
              <a:buNone/>
              <a:defRPr sz="10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000"/>
              <a:buFont typeface="Urbanist Medium"/>
              <a:buNone/>
              <a:defRPr sz="10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000"/>
              <a:buFont typeface="Urbanist Medium"/>
              <a:buNone/>
              <a:defRPr sz="10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000"/>
              <a:buFont typeface="Urbanist Medium"/>
              <a:buNone/>
              <a:defRPr sz="1000">
                <a:solidFill>
                  <a:schemeClr val="dk2"/>
                </a:solidFill>
                <a:latin typeface="Urbanist Medium"/>
                <a:ea typeface="Urbanist Medium"/>
                <a:cs typeface="Urbanist Medium"/>
                <a:sym typeface="Urbanist Medium"/>
              </a:defRPr>
            </a:lvl9pPr>
          </a:lstStyle>
          <a:p/>
        </p:txBody>
      </p:sp>
      <p:sp>
        <p:nvSpPr>
          <p:cNvPr id="152" name="Google Shape;152;p13"/>
          <p:cNvSpPr txBox="1"/>
          <p:nvPr>
            <p:ph idx="6" type="title"/>
          </p:nvPr>
        </p:nvSpPr>
        <p:spPr>
          <a:xfrm>
            <a:off x="233850" y="228600"/>
            <a:ext cx="2190000" cy="228600"/>
          </a:xfrm>
          <a:prstGeom prst="rect">
            <a:avLst/>
          </a:prstGeom>
          <a:noFill/>
          <a:ln>
            <a:noFill/>
          </a:ln>
        </p:spPr>
        <p:txBody>
          <a:bodyPr anchorCtr="0" anchor="ctr" bIns="0" lIns="0" spcFirstLastPara="1" rIns="0" wrap="square" tIns="0">
            <a:noAutofit/>
          </a:bodyPr>
          <a:lstStyle>
            <a:lvl1pPr lvl="0">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1pPr>
            <a:lvl2pPr lvl="1">
              <a:spcBef>
                <a:spcPts val="0"/>
              </a:spcBef>
              <a:spcAft>
                <a:spcPts val="0"/>
              </a:spcAft>
              <a:buClr>
                <a:schemeClr val="dk2"/>
              </a:buClr>
              <a:buSzPts val="1400"/>
              <a:buFont typeface="Urbanist"/>
              <a:buNone/>
              <a:defRPr>
                <a:solidFill>
                  <a:schemeClr val="dk2"/>
                </a:solidFill>
              </a:defRPr>
            </a:lvl2pPr>
            <a:lvl3pPr lvl="2">
              <a:spcBef>
                <a:spcPts val="0"/>
              </a:spcBef>
              <a:spcAft>
                <a:spcPts val="0"/>
              </a:spcAft>
              <a:buClr>
                <a:schemeClr val="dk2"/>
              </a:buClr>
              <a:buSzPts val="1400"/>
              <a:buFont typeface="Urbanist"/>
              <a:buNone/>
              <a:defRPr>
                <a:solidFill>
                  <a:schemeClr val="dk2"/>
                </a:solidFill>
              </a:defRPr>
            </a:lvl3pPr>
            <a:lvl4pPr lvl="3">
              <a:spcBef>
                <a:spcPts val="0"/>
              </a:spcBef>
              <a:spcAft>
                <a:spcPts val="0"/>
              </a:spcAft>
              <a:buClr>
                <a:schemeClr val="dk2"/>
              </a:buClr>
              <a:buSzPts val="1400"/>
              <a:buFont typeface="Urbanist"/>
              <a:buNone/>
              <a:defRPr>
                <a:solidFill>
                  <a:schemeClr val="dk2"/>
                </a:solidFill>
              </a:defRPr>
            </a:lvl4pPr>
            <a:lvl5pPr lvl="4">
              <a:spcBef>
                <a:spcPts val="0"/>
              </a:spcBef>
              <a:spcAft>
                <a:spcPts val="0"/>
              </a:spcAft>
              <a:buClr>
                <a:schemeClr val="dk2"/>
              </a:buClr>
              <a:buSzPts val="1400"/>
              <a:buFont typeface="Urbanist"/>
              <a:buNone/>
              <a:defRPr>
                <a:solidFill>
                  <a:schemeClr val="dk2"/>
                </a:solidFill>
              </a:defRPr>
            </a:lvl5pPr>
            <a:lvl6pPr lvl="5">
              <a:spcBef>
                <a:spcPts val="0"/>
              </a:spcBef>
              <a:spcAft>
                <a:spcPts val="0"/>
              </a:spcAft>
              <a:buClr>
                <a:schemeClr val="dk2"/>
              </a:buClr>
              <a:buSzPts val="1400"/>
              <a:buFont typeface="Urbanist"/>
              <a:buNone/>
              <a:defRPr>
                <a:solidFill>
                  <a:schemeClr val="dk2"/>
                </a:solidFill>
              </a:defRPr>
            </a:lvl6pPr>
            <a:lvl7pPr lvl="6">
              <a:spcBef>
                <a:spcPts val="0"/>
              </a:spcBef>
              <a:spcAft>
                <a:spcPts val="0"/>
              </a:spcAft>
              <a:buClr>
                <a:schemeClr val="dk2"/>
              </a:buClr>
              <a:buSzPts val="1400"/>
              <a:buFont typeface="Urbanist"/>
              <a:buNone/>
              <a:defRPr>
                <a:solidFill>
                  <a:schemeClr val="dk2"/>
                </a:solidFill>
              </a:defRPr>
            </a:lvl7pPr>
            <a:lvl8pPr lvl="7">
              <a:spcBef>
                <a:spcPts val="0"/>
              </a:spcBef>
              <a:spcAft>
                <a:spcPts val="0"/>
              </a:spcAft>
              <a:buClr>
                <a:schemeClr val="dk2"/>
              </a:buClr>
              <a:buSzPts val="1400"/>
              <a:buFont typeface="Urbanist"/>
              <a:buNone/>
              <a:defRPr>
                <a:solidFill>
                  <a:schemeClr val="dk2"/>
                </a:solidFill>
              </a:defRPr>
            </a:lvl8pPr>
            <a:lvl9pPr lvl="8">
              <a:spcBef>
                <a:spcPts val="0"/>
              </a:spcBef>
              <a:spcAft>
                <a:spcPts val="0"/>
              </a:spcAft>
              <a:buClr>
                <a:schemeClr val="dk2"/>
              </a:buClr>
              <a:buSzPts val="1400"/>
              <a:buFont typeface="Urbanist"/>
              <a:buNone/>
              <a:defRPr>
                <a:solidFill>
                  <a:schemeClr val="dk2"/>
                </a:solidFill>
              </a:defRPr>
            </a:lvl9pPr>
          </a:lstStyle>
          <a:p/>
        </p:txBody>
      </p:sp>
      <p:sp>
        <p:nvSpPr>
          <p:cNvPr id="153" name="Google Shape;153;p13"/>
          <p:cNvSpPr txBox="1"/>
          <p:nvPr>
            <p:ph idx="7" type="subTitle"/>
          </p:nvPr>
        </p:nvSpPr>
        <p:spPr>
          <a:xfrm>
            <a:off x="3482800" y="4057204"/>
            <a:ext cx="1076100" cy="168300"/>
          </a:xfrm>
          <a:prstGeom prst="rect">
            <a:avLst/>
          </a:prstGeom>
          <a:noFill/>
          <a:ln>
            <a:noFill/>
          </a:ln>
        </p:spPr>
        <p:txBody>
          <a:bodyPr anchorCtr="0" anchor="ctr" bIns="91425" lIns="0" spcFirstLastPara="1" rIns="91425" wrap="square" tIns="0">
            <a:noAutofit/>
          </a:bodyPr>
          <a:lstStyle>
            <a:lvl1pPr lvl="0" algn="ctr">
              <a:lnSpc>
                <a:spcPct val="85000"/>
              </a:lnSpc>
              <a:spcBef>
                <a:spcPts val="0"/>
              </a:spcBef>
              <a:spcAft>
                <a:spcPts val="0"/>
              </a:spcAft>
              <a:buNone/>
              <a:defRPr sz="800">
                <a:solidFill>
                  <a:schemeClr val="dk1"/>
                </a:solidFill>
                <a:latin typeface="Urbanist Medium"/>
                <a:ea typeface="Urbanist Medium"/>
                <a:cs typeface="Urbanist Medium"/>
                <a:sym typeface="Urbanist Medium"/>
              </a:defRPr>
            </a:lvl1pPr>
            <a:lvl2pPr lvl="1"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2pPr>
            <a:lvl3pPr lvl="2"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3pPr>
            <a:lvl4pPr lvl="3"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4pPr>
            <a:lvl5pPr lvl="4"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5pPr>
            <a:lvl6pPr lvl="5"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6pPr>
            <a:lvl7pPr lvl="6"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7pPr>
            <a:lvl8pPr lvl="7"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8pPr>
            <a:lvl9pPr lvl="8"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9pPr>
          </a:lstStyle>
          <a:p/>
        </p:txBody>
      </p:sp>
      <p:sp>
        <p:nvSpPr>
          <p:cNvPr id="154" name="Google Shape;154;p13"/>
          <p:cNvSpPr txBox="1"/>
          <p:nvPr>
            <p:ph idx="8" type="subTitle"/>
          </p:nvPr>
        </p:nvSpPr>
        <p:spPr>
          <a:xfrm>
            <a:off x="6405300" y="4057079"/>
            <a:ext cx="1076100" cy="168300"/>
          </a:xfrm>
          <a:prstGeom prst="rect">
            <a:avLst/>
          </a:prstGeom>
          <a:noFill/>
          <a:ln>
            <a:noFill/>
          </a:ln>
        </p:spPr>
        <p:txBody>
          <a:bodyPr anchorCtr="0" anchor="ctr" bIns="91425" lIns="0" spcFirstLastPara="1" rIns="91425" wrap="square" tIns="0">
            <a:noAutofit/>
          </a:bodyPr>
          <a:lstStyle>
            <a:lvl1pPr lvl="0" algn="ctr">
              <a:lnSpc>
                <a:spcPct val="85000"/>
              </a:lnSpc>
              <a:spcBef>
                <a:spcPts val="0"/>
              </a:spcBef>
              <a:spcAft>
                <a:spcPts val="0"/>
              </a:spcAft>
              <a:buNone/>
              <a:defRPr sz="800">
                <a:solidFill>
                  <a:schemeClr val="dk1"/>
                </a:solidFill>
                <a:latin typeface="Urbanist Medium"/>
                <a:ea typeface="Urbanist Medium"/>
                <a:cs typeface="Urbanist Medium"/>
                <a:sym typeface="Urbanist Medium"/>
              </a:defRPr>
            </a:lvl1pPr>
            <a:lvl2pPr lvl="1"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2pPr>
            <a:lvl3pPr lvl="2"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3pPr>
            <a:lvl4pPr lvl="3"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4pPr>
            <a:lvl5pPr lvl="4"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5pPr>
            <a:lvl6pPr lvl="5"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6pPr>
            <a:lvl7pPr lvl="6"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7pPr>
            <a:lvl8pPr lvl="7"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8pPr>
            <a:lvl9pPr lvl="8"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9pPr>
          </a:lstStyle>
          <a:p/>
        </p:txBody>
      </p:sp>
      <p:grpSp>
        <p:nvGrpSpPr>
          <p:cNvPr id="155" name="Google Shape;155;p13"/>
          <p:cNvGrpSpPr/>
          <p:nvPr/>
        </p:nvGrpSpPr>
        <p:grpSpPr>
          <a:xfrm rot="-5400000">
            <a:off x="4794488" y="4206993"/>
            <a:ext cx="141588" cy="73485"/>
            <a:chOff x="498725" y="2069800"/>
            <a:chExt cx="205200" cy="106500"/>
          </a:xfrm>
        </p:grpSpPr>
        <p:cxnSp>
          <p:nvCxnSpPr>
            <p:cNvPr id="156" name="Google Shape;156;p13"/>
            <p:cNvCxnSpPr/>
            <p:nvPr/>
          </p:nvCxnSpPr>
          <p:spPr>
            <a:xfrm flipH="1" rot="-5400000">
              <a:off x="498725" y="2069800"/>
              <a:ext cx="103500" cy="103500"/>
            </a:xfrm>
            <a:prstGeom prst="straightConnector1">
              <a:avLst/>
            </a:prstGeom>
            <a:noFill/>
            <a:ln cap="flat" cmpd="sng" w="9525">
              <a:solidFill>
                <a:schemeClr val="lt2"/>
              </a:solidFill>
              <a:prstDash val="solid"/>
              <a:round/>
              <a:headEnd len="med" w="med" type="none"/>
              <a:tailEnd len="med" w="med" type="none"/>
            </a:ln>
          </p:spPr>
        </p:cxnSp>
        <p:cxnSp>
          <p:nvCxnSpPr>
            <p:cNvPr id="157" name="Google Shape;157;p13"/>
            <p:cNvCxnSpPr/>
            <p:nvPr/>
          </p:nvCxnSpPr>
          <p:spPr>
            <a:xfrm rot="5400000">
              <a:off x="596825" y="2069200"/>
              <a:ext cx="106500" cy="107700"/>
            </a:xfrm>
            <a:prstGeom prst="straightConnector1">
              <a:avLst/>
            </a:prstGeom>
            <a:noFill/>
            <a:ln cap="flat" cmpd="sng" w="9525">
              <a:solidFill>
                <a:schemeClr val="lt2"/>
              </a:solidFill>
              <a:prstDash val="solid"/>
              <a:round/>
              <a:headEnd len="med" w="med" type="none"/>
              <a:tailEnd len="med" w="med" type="none"/>
            </a:ln>
          </p:spPr>
        </p:cxnSp>
      </p:grpSp>
      <p:sp>
        <p:nvSpPr>
          <p:cNvPr id="158" name="Google Shape;158;p13"/>
          <p:cNvSpPr txBox="1"/>
          <p:nvPr>
            <p:ph idx="9" type="subTitle"/>
          </p:nvPr>
        </p:nvSpPr>
        <p:spPr>
          <a:xfrm>
            <a:off x="3154650" y="4675975"/>
            <a:ext cx="2835000" cy="466800"/>
          </a:xfrm>
          <a:prstGeom prst="rect">
            <a:avLst/>
          </a:prstGeom>
          <a:noFill/>
          <a:ln>
            <a:noFill/>
          </a:ln>
        </p:spPr>
        <p:txBody>
          <a:bodyPr anchorCtr="0" anchor="ctr" bIns="0" lIns="0" spcFirstLastPara="1" rIns="0" wrap="square" tIns="0">
            <a:noAutofit/>
          </a:bodyPr>
          <a:lstStyle>
            <a:lvl1pPr lvl="0" algn="ct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pic>
        <p:nvPicPr>
          <p:cNvPr id="159" name="Google Shape;159;p13"/>
          <p:cNvPicPr preferRelativeResize="0"/>
          <p:nvPr/>
        </p:nvPicPr>
        <p:blipFill>
          <a:blip r:embed="rId3">
            <a:alphaModFix/>
          </a:blip>
          <a:stretch>
            <a:fillRect/>
          </a:stretch>
        </p:blipFill>
        <p:spPr>
          <a:xfrm>
            <a:off x="228600" y="4837043"/>
            <a:ext cx="567051" cy="144675"/>
          </a:xfrm>
          <a:prstGeom prst="rect">
            <a:avLst/>
          </a:prstGeom>
          <a:noFill/>
          <a:ln>
            <a:noFill/>
          </a:ln>
        </p:spPr>
      </p:pic>
      <p:sp>
        <p:nvSpPr>
          <p:cNvPr id="160" name="Google Shape;160;p13"/>
          <p:cNvSpPr txBox="1"/>
          <p:nvPr>
            <p:ph idx="12" type="sldNum"/>
          </p:nvPr>
        </p:nvSpPr>
        <p:spPr>
          <a:xfrm>
            <a:off x="8348225" y="4666247"/>
            <a:ext cx="567000" cy="466800"/>
          </a:xfrm>
          <a:prstGeom prst="rect">
            <a:avLst/>
          </a:prstGeom>
        </p:spPr>
        <p:txBody>
          <a:bodyPr anchorCtr="0" anchor="ctr" bIns="91425" lIns="91425" spcFirstLastPara="1" rIns="91425" wrap="square" tIns="91425">
            <a:noAutofit/>
          </a:bodyPr>
          <a:lstStyle>
            <a:lvl1pPr lvl="0">
              <a:buNone/>
              <a:defRPr sz="700">
                <a:solidFill>
                  <a:schemeClr val="lt1"/>
                </a:solidFill>
              </a:defRPr>
            </a:lvl1pPr>
            <a:lvl2pPr lvl="1">
              <a:buNone/>
              <a:defRPr sz="700">
                <a:solidFill>
                  <a:schemeClr val="lt1"/>
                </a:solidFill>
              </a:defRPr>
            </a:lvl2pPr>
            <a:lvl3pPr lvl="2">
              <a:buNone/>
              <a:defRPr sz="700">
                <a:solidFill>
                  <a:schemeClr val="lt1"/>
                </a:solidFill>
              </a:defRPr>
            </a:lvl3pPr>
            <a:lvl4pPr lvl="3">
              <a:buNone/>
              <a:defRPr sz="700">
                <a:solidFill>
                  <a:schemeClr val="lt1"/>
                </a:solidFill>
              </a:defRPr>
            </a:lvl4pPr>
            <a:lvl5pPr lvl="4">
              <a:buNone/>
              <a:defRPr sz="700">
                <a:solidFill>
                  <a:schemeClr val="lt1"/>
                </a:solidFill>
              </a:defRPr>
            </a:lvl5pPr>
            <a:lvl6pPr lvl="5">
              <a:buNone/>
              <a:defRPr sz="700">
                <a:solidFill>
                  <a:schemeClr val="lt1"/>
                </a:solidFill>
              </a:defRPr>
            </a:lvl6pPr>
            <a:lvl7pPr lvl="6">
              <a:buNone/>
              <a:defRPr sz="700">
                <a:solidFill>
                  <a:schemeClr val="lt1"/>
                </a:solidFill>
              </a:defRPr>
            </a:lvl7pPr>
            <a:lvl8pPr lvl="7">
              <a:buNone/>
              <a:defRPr sz="700">
                <a:solidFill>
                  <a:schemeClr val="lt1"/>
                </a:solidFill>
              </a:defRPr>
            </a:lvl8pPr>
            <a:lvl9pPr lvl="8">
              <a:buNone/>
              <a:defRPr sz="700">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cards">
  <p:cSld name="CUSTOM_1_1">
    <p:spTree>
      <p:nvGrpSpPr>
        <p:cNvPr id="161" name="Shape 161"/>
        <p:cNvGrpSpPr/>
        <p:nvPr/>
      </p:nvGrpSpPr>
      <p:grpSpPr>
        <a:xfrm>
          <a:off x="0" y="0"/>
          <a:ext cx="0" cy="0"/>
          <a:chOff x="0" y="0"/>
          <a:chExt cx="0" cy="0"/>
        </a:xfrm>
      </p:grpSpPr>
      <p:pic>
        <p:nvPicPr>
          <p:cNvPr id="162" name="Google Shape;162;p14"/>
          <p:cNvPicPr preferRelativeResize="0"/>
          <p:nvPr/>
        </p:nvPicPr>
        <p:blipFill rotWithShape="1">
          <a:blip r:embed="rId2">
            <a:alphaModFix/>
          </a:blip>
          <a:srcRect b="-9999" l="0" r="0" t="0"/>
          <a:stretch/>
        </p:blipFill>
        <p:spPr>
          <a:xfrm>
            <a:off x="0" y="0"/>
            <a:ext cx="9144003" cy="5143501"/>
          </a:xfrm>
          <a:prstGeom prst="rect">
            <a:avLst/>
          </a:prstGeom>
          <a:noFill/>
          <a:ln>
            <a:noFill/>
          </a:ln>
        </p:spPr>
      </p:pic>
      <p:sp>
        <p:nvSpPr>
          <p:cNvPr id="163" name="Google Shape;163;p14"/>
          <p:cNvSpPr txBox="1"/>
          <p:nvPr>
            <p:ph type="title"/>
          </p:nvPr>
        </p:nvSpPr>
        <p:spPr>
          <a:xfrm>
            <a:off x="233850" y="228600"/>
            <a:ext cx="2190000" cy="228600"/>
          </a:xfrm>
          <a:prstGeom prst="rect">
            <a:avLst/>
          </a:prstGeom>
          <a:noFill/>
          <a:ln>
            <a:noFill/>
          </a:ln>
        </p:spPr>
        <p:txBody>
          <a:bodyPr anchorCtr="0" anchor="ctr" bIns="0" lIns="0" spcFirstLastPara="1" rIns="0" wrap="square" tIns="0">
            <a:noAutofit/>
          </a:bodyPr>
          <a:lstStyle>
            <a:lvl1pPr lvl="0">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1pPr>
            <a:lvl2pPr lvl="1">
              <a:spcBef>
                <a:spcPts val="0"/>
              </a:spcBef>
              <a:spcAft>
                <a:spcPts val="0"/>
              </a:spcAft>
              <a:buClr>
                <a:schemeClr val="lt1"/>
              </a:buClr>
              <a:buSzPts val="1400"/>
              <a:buFont typeface="Urbanist"/>
              <a:buNone/>
              <a:defRPr/>
            </a:lvl2pPr>
            <a:lvl3pPr lvl="2">
              <a:spcBef>
                <a:spcPts val="0"/>
              </a:spcBef>
              <a:spcAft>
                <a:spcPts val="0"/>
              </a:spcAft>
              <a:buClr>
                <a:schemeClr val="lt1"/>
              </a:buClr>
              <a:buSzPts val="1400"/>
              <a:buFont typeface="Urbanist"/>
              <a:buNone/>
              <a:defRPr/>
            </a:lvl3pPr>
            <a:lvl4pPr lvl="3">
              <a:spcBef>
                <a:spcPts val="0"/>
              </a:spcBef>
              <a:spcAft>
                <a:spcPts val="0"/>
              </a:spcAft>
              <a:buClr>
                <a:schemeClr val="lt1"/>
              </a:buClr>
              <a:buSzPts val="1400"/>
              <a:buFont typeface="Urbanist"/>
              <a:buNone/>
              <a:defRPr/>
            </a:lvl4pPr>
            <a:lvl5pPr lvl="4">
              <a:spcBef>
                <a:spcPts val="0"/>
              </a:spcBef>
              <a:spcAft>
                <a:spcPts val="0"/>
              </a:spcAft>
              <a:buClr>
                <a:schemeClr val="lt1"/>
              </a:buClr>
              <a:buSzPts val="1400"/>
              <a:buFont typeface="Urbanist"/>
              <a:buNone/>
              <a:defRPr/>
            </a:lvl5pPr>
            <a:lvl6pPr lvl="5">
              <a:spcBef>
                <a:spcPts val="0"/>
              </a:spcBef>
              <a:spcAft>
                <a:spcPts val="0"/>
              </a:spcAft>
              <a:buClr>
                <a:schemeClr val="lt1"/>
              </a:buClr>
              <a:buSzPts val="1400"/>
              <a:buFont typeface="Urbanist"/>
              <a:buNone/>
              <a:defRPr/>
            </a:lvl6pPr>
            <a:lvl7pPr lvl="6">
              <a:spcBef>
                <a:spcPts val="0"/>
              </a:spcBef>
              <a:spcAft>
                <a:spcPts val="0"/>
              </a:spcAft>
              <a:buClr>
                <a:schemeClr val="lt1"/>
              </a:buClr>
              <a:buSzPts val="1400"/>
              <a:buFont typeface="Urbanist"/>
              <a:buNone/>
              <a:defRPr/>
            </a:lvl7pPr>
            <a:lvl8pPr lvl="7">
              <a:spcBef>
                <a:spcPts val="0"/>
              </a:spcBef>
              <a:spcAft>
                <a:spcPts val="0"/>
              </a:spcAft>
              <a:buClr>
                <a:schemeClr val="lt1"/>
              </a:buClr>
              <a:buSzPts val="1400"/>
              <a:buFont typeface="Urbanist"/>
              <a:buNone/>
              <a:defRPr/>
            </a:lvl8pPr>
            <a:lvl9pPr lvl="8">
              <a:spcBef>
                <a:spcPts val="0"/>
              </a:spcBef>
              <a:spcAft>
                <a:spcPts val="0"/>
              </a:spcAft>
              <a:buClr>
                <a:schemeClr val="lt1"/>
              </a:buClr>
              <a:buSzPts val="1400"/>
              <a:buFont typeface="Urbanist"/>
              <a:buNone/>
              <a:defRPr/>
            </a:lvl9pPr>
          </a:lstStyle>
          <a:p/>
        </p:txBody>
      </p:sp>
      <p:sp>
        <p:nvSpPr>
          <p:cNvPr id="164" name="Google Shape;164;p14"/>
          <p:cNvSpPr txBox="1"/>
          <p:nvPr>
            <p:ph idx="2" type="title"/>
          </p:nvPr>
        </p:nvSpPr>
        <p:spPr>
          <a:xfrm>
            <a:off x="3379125" y="491100"/>
            <a:ext cx="1461300" cy="293100"/>
          </a:xfrm>
          <a:prstGeom prst="rect">
            <a:avLst/>
          </a:prstGeom>
          <a:noFill/>
          <a:ln>
            <a:noFill/>
          </a:ln>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165" name="Google Shape;165;p14"/>
          <p:cNvSpPr txBox="1"/>
          <p:nvPr>
            <p:ph idx="1" type="subTitle"/>
          </p:nvPr>
        </p:nvSpPr>
        <p:spPr>
          <a:xfrm>
            <a:off x="3379125" y="691577"/>
            <a:ext cx="1549500" cy="204600"/>
          </a:xfrm>
          <a:prstGeom prst="rect">
            <a:avLst/>
          </a:prstGeom>
          <a:noFill/>
          <a:ln>
            <a:noFill/>
          </a:ln>
        </p:spPr>
        <p:txBody>
          <a:bodyPr anchorCtr="0" anchor="ctr"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166" name="Google Shape;166;p14"/>
          <p:cNvSpPr txBox="1"/>
          <p:nvPr>
            <p:ph idx="3" type="subTitle"/>
          </p:nvPr>
        </p:nvSpPr>
        <p:spPr>
          <a:xfrm>
            <a:off x="3379123" y="1072077"/>
            <a:ext cx="2444700" cy="818100"/>
          </a:xfrm>
          <a:prstGeom prst="rect">
            <a:avLst/>
          </a:prstGeom>
          <a:noFill/>
          <a:ln>
            <a:noFill/>
          </a:ln>
        </p:spPr>
        <p:txBody>
          <a:bodyPr anchorCtr="0" anchor="ctr"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167" name="Google Shape;167;p14"/>
          <p:cNvSpPr txBox="1"/>
          <p:nvPr>
            <p:ph idx="4" type="title"/>
          </p:nvPr>
        </p:nvSpPr>
        <p:spPr>
          <a:xfrm>
            <a:off x="6318039" y="491100"/>
            <a:ext cx="1461300" cy="293100"/>
          </a:xfrm>
          <a:prstGeom prst="rect">
            <a:avLst/>
          </a:prstGeom>
          <a:noFill/>
          <a:ln>
            <a:noFill/>
          </a:ln>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168" name="Google Shape;168;p14"/>
          <p:cNvSpPr txBox="1"/>
          <p:nvPr>
            <p:ph idx="5" type="subTitle"/>
          </p:nvPr>
        </p:nvSpPr>
        <p:spPr>
          <a:xfrm>
            <a:off x="6318039" y="691577"/>
            <a:ext cx="1549500" cy="204600"/>
          </a:xfrm>
          <a:prstGeom prst="rect">
            <a:avLst/>
          </a:prstGeom>
          <a:noFill/>
          <a:ln>
            <a:noFill/>
          </a:ln>
        </p:spPr>
        <p:txBody>
          <a:bodyPr anchorCtr="0" anchor="ctr"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169" name="Google Shape;169;p14"/>
          <p:cNvSpPr txBox="1"/>
          <p:nvPr>
            <p:ph idx="6" type="subTitle"/>
          </p:nvPr>
        </p:nvSpPr>
        <p:spPr>
          <a:xfrm>
            <a:off x="6318036" y="1072077"/>
            <a:ext cx="2444700" cy="818100"/>
          </a:xfrm>
          <a:prstGeom prst="rect">
            <a:avLst/>
          </a:prstGeom>
          <a:noFill/>
          <a:ln>
            <a:noFill/>
          </a:ln>
        </p:spPr>
        <p:txBody>
          <a:bodyPr anchorCtr="0" anchor="ctr"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170" name="Google Shape;170;p14"/>
          <p:cNvSpPr txBox="1"/>
          <p:nvPr>
            <p:ph idx="7" type="title"/>
          </p:nvPr>
        </p:nvSpPr>
        <p:spPr>
          <a:xfrm>
            <a:off x="6318039" y="2655740"/>
            <a:ext cx="1461300" cy="293100"/>
          </a:xfrm>
          <a:prstGeom prst="rect">
            <a:avLst/>
          </a:prstGeom>
          <a:noFill/>
          <a:ln>
            <a:noFill/>
          </a:ln>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171" name="Google Shape;171;p14"/>
          <p:cNvSpPr txBox="1"/>
          <p:nvPr>
            <p:ph idx="8" type="subTitle"/>
          </p:nvPr>
        </p:nvSpPr>
        <p:spPr>
          <a:xfrm>
            <a:off x="6318039" y="2856216"/>
            <a:ext cx="1549500" cy="204600"/>
          </a:xfrm>
          <a:prstGeom prst="rect">
            <a:avLst/>
          </a:prstGeom>
          <a:noFill/>
          <a:ln>
            <a:noFill/>
          </a:ln>
        </p:spPr>
        <p:txBody>
          <a:bodyPr anchorCtr="0" anchor="ctr"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172" name="Google Shape;172;p14"/>
          <p:cNvSpPr txBox="1"/>
          <p:nvPr>
            <p:ph idx="9" type="subTitle"/>
          </p:nvPr>
        </p:nvSpPr>
        <p:spPr>
          <a:xfrm>
            <a:off x="6318036" y="3236717"/>
            <a:ext cx="2444700" cy="818100"/>
          </a:xfrm>
          <a:prstGeom prst="rect">
            <a:avLst/>
          </a:prstGeom>
          <a:noFill/>
          <a:ln>
            <a:noFill/>
          </a:ln>
        </p:spPr>
        <p:txBody>
          <a:bodyPr anchorCtr="0" anchor="ctr"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173" name="Google Shape;173;p14"/>
          <p:cNvSpPr txBox="1"/>
          <p:nvPr>
            <p:ph idx="13" type="title"/>
          </p:nvPr>
        </p:nvSpPr>
        <p:spPr>
          <a:xfrm>
            <a:off x="3379125" y="2655740"/>
            <a:ext cx="1461300" cy="293100"/>
          </a:xfrm>
          <a:prstGeom prst="rect">
            <a:avLst/>
          </a:prstGeom>
          <a:noFill/>
          <a:ln>
            <a:noFill/>
          </a:ln>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174" name="Google Shape;174;p14"/>
          <p:cNvSpPr txBox="1"/>
          <p:nvPr>
            <p:ph idx="14" type="subTitle"/>
          </p:nvPr>
        </p:nvSpPr>
        <p:spPr>
          <a:xfrm>
            <a:off x="3379125" y="2856216"/>
            <a:ext cx="1549500" cy="204600"/>
          </a:xfrm>
          <a:prstGeom prst="rect">
            <a:avLst/>
          </a:prstGeom>
          <a:noFill/>
          <a:ln>
            <a:noFill/>
          </a:ln>
        </p:spPr>
        <p:txBody>
          <a:bodyPr anchorCtr="0" anchor="ctr"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175" name="Google Shape;175;p14"/>
          <p:cNvSpPr txBox="1"/>
          <p:nvPr>
            <p:ph idx="15" type="subTitle"/>
          </p:nvPr>
        </p:nvSpPr>
        <p:spPr>
          <a:xfrm>
            <a:off x="3379123" y="3236717"/>
            <a:ext cx="2444700" cy="818100"/>
          </a:xfrm>
          <a:prstGeom prst="rect">
            <a:avLst/>
          </a:prstGeom>
          <a:noFill/>
          <a:ln>
            <a:noFill/>
          </a:ln>
        </p:spPr>
        <p:txBody>
          <a:bodyPr anchorCtr="0" anchor="ctr"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176" name="Google Shape;176;p14"/>
          <p:cNvSpPr txBox="1"/>
          <p:nvPr>
            <p:ph idx="16" type="subTitle"/>
          </p:nvPr>
        </p:nvSpPr>
        <p:spPr>
          <a:xfrm>
            <a:off x="3154650" y="4675975"/>
            <a:ext cx="2835000" cy="466800"/>
          </a:xfrm>
          <a:prstGeom prst="rect">
            <a:avLst/>
          </a:prstGeom>
          <a:noFill/>
          <a:ln>
            <a:noFill/>
          </a:ln>
        </p:spPr>
        <p:txBody>
          <a:bodyPr anchorCtr="0" anchor="ctr" bIns="0" lIns="0" spcFirstLastPara="1" rIns="0" wrap="square" tIns="0">
            <a:noAutofit/>
          </a:bodyPr>
          <a:lstStyle>
            <a:lvl1pPr lvl="0" algn="ct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pic>
        <p:nvPicPr>
          <p:cNvPr id="177" name="Google Shape;177;p14"/>
          <p:cNvPicPr preferRelativeResize="0"/>
          <p:nvPr/>
        </p:nvPicPr>
        <p:blipFill>
          <a:blip r:embed="rId3">
            <a:alphaModFix/>
          </a:blip>
          <a:stretch>
            <a:fillRect/>
          </a:stretch>
        </p:blipFill>
        <p:spPr>
          <a:xfrm>
            <a:off x="228600" y="4837043"/>
            <a:ext cx="567051" cy="144675"/>
          </a:xfrm>
          <a:prstGeom prst="rect">
            <a:avLst/>
          </a:prstGeom>
          <a:noFill/>
          <a:ln>
            <a:noFill/>
          </a:ln>
        </p:spPr>
      </p:pic>
      <p:sp>
        <p:nvSpPr>
          <p:cNvPr id="178" name="Google Shape;178;p14"/>
          <p:cNvSpPr txBox="1"/>
          <p:nvPr>
            <p:ph idx="12" type="sldNum"/>
          </p:nvPr>
        </p:nvSpPr>
        <p:spPr>
          <a:xfrm>
            <a:off x="8348225" y="4666247"/>
            <a:ext cx="567000" cy="466800"/>
          </a:xfrm>
          <a:prstGeom prst="rect">
            <a:avLst/>
          </a:prstGeom>
        </p:spPr>
        <p:txBody>
          <a:bodyPr anchorCtr="0" anchor="ctr" bIns="91425" lIns="91425" spcFirstLastPara="1" rIns="91425" wrap="square" tIns="91425">
            <a:noAutofit/>
          </a:bodyPr>
          <a:lstStyle>
            <a:lvl1pPr lvl="0">
              <a:buNone/>
              <a:defRPr sz="700">
                <a:solidFill>
                  <a:schemeClr val="lt1"/>
                </a:solidFill>
              </a:defRPr>
            </a:lvl1pPr>
            <a:lvl2pPr lvl="1">
              <a:buNone/>
              <a:defRPr sz="700">
                <a:solidFill>
                  <a:schemeClr val="lt1"/>
                </a:solidFill>
              </a:defRPr>
            </a:lvl2pPr>
            <a:lvl3pPr lvl="2">
              <a:buNone/>
              <a:defRPr sz="700">
                <a:solidFill>
                  <a:schemeClr val="lt1"/>
                </a:solidFill>
              </a:defRPr>
            </a:lvl3pPr>
            <a:lvl4pPr lvl="3">
              <a:buNone/>
              <a:defRPr sz="700">
                <a:solidFill>
                  <a:schemeClr val="lt1"/>
                </a:solidFill>
              </a:defRPr>
            </a:lvl4pPr>
            <a:lvl5pPr lvl="4">
              <a:buNone/>
              <a:defRPr sz="700">
                <a:solidFill>
                  <a:schemeClr val="lt1"/>
                </a:solidFill>
              </a:defRPr>
            </a:lvl5pPr>
            <a:lvl6pPr lvl="5">
              <a:buNone/>
              <a:defRPr sz="700">
                <a:solidFill>
                  <a:schemeClr val="lt1"/>
                </a:solidFill>
              </a:defRPr>
            </a:lvl6pPr>
            <a:lvl7pPr lvl="6">
              <a:buNone/>
              <a:defRPr sz="700">
                <a:solidFill>
                  <a:schemeClr val="lt1"/>
                </a:solidFill>
              </a:defRPr>
            </a:lvl7pPr>
            <a:lvl8pPr lvl="7">
              <a:buNone/>
              <a:defRPr sz="700">
                <a:solidFill>
                  <a:schemeClr val="lt1"/>
                </a:solidFill>
              </a:defRPr>
            </a:lvl8pPr>
            <a:lvl9pPr lvl="8">
              <a:buNone/>
              <a:defRPr sz="700">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p:cSld name="CUSTOM_7_1_1_1_1_1_1_1_1_1_1_1_1_1_1_1_1_1">
    <p:spTree>
      <p:nvGrpSpPr>
        <p:cNvPr id="179" name="Shape 179"/>
        <p:cNvGrpSpPr/>
        <p:nvPr/>
      </p:nvGrpSpPr>
      <p:grpSpPr>
        <a:xfrm>
          <a:off x="0" y="0"/>
          <a:ext cx="0" cy="0"/>
          <a:chOff x="0" y="0"/>
          <a:chExt cx="0" cy="0"/>
        </a:xfrm>
      </p:grpSpPr>
      <p:pic>
        <p:nvPicPr>
          <p:cNvPr id="180" name="Google Shape;180;p15"/>
          <p:cNvPicPr preferRelativeResize="0"/>
          <p:nvPr/>
        </p:nvPicPr>
        <p:blipFill rotWithShape="1">
          <a:blip r:embed="rId2">
            <a:alphaModFix/>
          </a:blip>
          <a:srcRect b="-9999" l="0" r="0" t="0"/>
          <a:stretch/>
        </p:blipFill>
        <p:spPr>
          <a:xfrm>
            <a:off x="0" y="0"/>
            <a:ext cx="9144003" cy="5143501"/>
          </a:xfrm>
          <a:prstGeom prst="rect">
            <a:avLst/>
          </a:prstGeom>
          <a:noFill/>
          <a:ln>
            <a:noFill/>
          </a:ln>
        </p:spPr>
      </p:pic>
      <p:sp>
        <p:nvSpPr>
          <p:cNvPr id="181" name="Google Shape;181;p15"/>
          <p:cNvSpPr txBox="1"/>
          <p:nvPr>
            <p:ph idx="1" type="subTitle"/>
          </p:nvPr>
        </p:nvSpPr>
        <p:spPr>
          <a:xfrm>
            <a:off x="228600" y="228600"/>
            <a:ext cx="2920800" cy="228600"/>
          </a:xfrm>
          <a:prstGeom prst="rect">
            <a:avLst/>
          </a:prstGeom>
          <a:noFill/>
          <a:ln>
            <a:noFill/>
          </a:ln>
        </p:spPr>
        <p:txBody>
          <a:bodyPr anchorCtr="0" anchor="ctr"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sp>
        <p:nvSpPr>
          <p:cNvPr id="182" name="Google Shape;182;p15"/>
          <p:cNvSpPr txBox="1"/>
          <p:nvPr>
            <p:ph type="title"/>
          </p:nvPr>
        </p:nvSpPr>
        <p:spPr>
          <a:xfrm>
            <a:off x="355225" y="1775475"/>
            <a:ext cx="1862100" cy="293100"/>
          </a:xfrm>
          <a:prstGeom prst="rect">
            <a:avLst/>
          </a:prstGeom>
          <a:noFill/>
          <a:ln>
            <a:noFill/>
          </a:ln>
        </p:spPr>
        <p:txBody>
          <a:bodyPr anchorCtr="0" anchor="b" bIns="91425" lIns="0" spcFirstLastPara="1" rIns="91425" wrap="square" tIns="0">
            <a:noAutofit/>
          </a:bodyPr>
          <a:lstStyle>
            <a:lvl1pPr lvl="0">
              <a:spcBef>
                <a:spcPts val="0"/>
              </a:spcBef>
              <a:spcAft>
                <a:spcPts val="0"/>
              </a:spcAft>
              <a:buClr>
                <a:schemeClr val="accent3"/>
              </a:buClr>
              <a:buSzPts val="1400"/>
              <a:buFont typeface="Urbanist"/>
              <a:buNone/>
              <a:defRPr sz="1800">
                <a:solidFill>
                  <a:schemeClr val="accent3"/>
                </a:solidFill>
              </a:defRPr>
            </a:lvl1pPr>
            <a:lvl2pPr lvl="1">
              <a:spcBef>
                <a:spcPts val="0"/>
              </a:spcBef>
              <a:spcAft>
                <a:spcPts val="0"/>
              </a:spcAft>
              <a:buClr>
                <a:schemeClr val="accent3"/>
              </a:buClr>
              <a:buSzPts val="1400"/>
              <a:buFont typeface="Urbanist"/>
              <a:buNone/>
              <a:defRPr>
                <a:solidFill>
                  <a:schemeClr val="accent3"/>
                </a:solidFill>
              </a:defRPr>
            </a:lvl2pPr>
            <a:lvl3pPr lvl="2">
              <a:spcBef>
                <a:spcPts val="0"/>
              </a:spcBef>
              <a:spcAft>
                <a:spcPts val="0"/>
              </a:spcAft>
              <a:buClr>
                <a:schemeClr val="accent3"/>
              </a:buClr>
              <a:buSzPts val="1400"/>
              <a:buFont typeface="Urbanist"/>
              <a:buNone/>
              <a:defRPr>
                <a:solidFill>
                  <a:schemeClr val="accent3"/>
                </a:solidFill>
              </a:defRPr>
            </a:lvl3pPr>
            <a:lvl4pPr lvl="3">
              <a:spcBef>
                <a:spcPts val="0"/>
              </a:spcBef>
              <a:spcAft>
                <a:spcPts val="0"/>
              </a:spcAft>
              <a:buClr>
                <a:schemeClr val="accent3"/>
              </a:buClr>
              <a:buSzPts val="1400"/>
              <a:buFont typeface="Urbanist"/>
              <a:buNone/>
              <a:defRPr>
                <a:solidFill>
                  <a:schemeClr val="accent3"/>
                </a:solidFill>
              </a:defRPr>
            </a:lvl4pPr>
            <a:lvl5pPr lvl="4">
              <a:spcBef>
                <a:spcPts val="0"/>
              </a:spcBef>
              <a:spcAft>
                <a:spcPts val="0"/>
              </a:spcAft>
              <a:buClr>
                <a:schemeClr val="accent3"/>
              </a:buClr>
              <a:buSzPts val="1400"/>
              <a:buFont typeface="Urbanist"/>
              <a:buNone/>
              <a:defRPr>
                <a:solidFill>
                  <a:schemeClr val="accent3"/>
                </a:solidFill>
              </a:defRPr>
            </a:lvl5pPr>
            <a:lvl6pPr lvl="5">
              <a:spcBef>
                <a:spcPts val="0"/>
              </a:spcBef>
              <a:spcAft>
                <a:spcPts val="0"/>
              </a:spcAft>
              <a:buClr>
                <a:schemeClr val="accent3"/>
              </a:buClr>
              <a:buSzPts val="1400"/>
              <a:buFont typeface="Urbanist"/>
              <a:buNone/>
              <a:defRPr>
                <a:solidFill>
                  <a:schemeClr val="accent3"/>
                </a:solidFill>
              </a:defRPr>
            </a:lvl6pPr>
            <a:lvl7pPr lvl="6">
              <a:spcBef>
                <a:spcPts val="0"/>
              </a:spcBef>
              <a:spcAft>
                <a:spcPts val="0"/>
              </a:spcAft>
              <a:buClr>
                <a:schemeClr val="accent3"/>
              </a:buClr>
              <a:buSzPts val="1400"/>
              <a:buFont typeface="Urbanist"/>
              <a:buNone/>
              <a:defRPr>
                <a:solidFill>
                  <a:schemeClr val="accent3"/>
                </a:solidFill>
              </a:defRPr>
            </a:lvl7pPr>
            <a:lvl8pPr lvl="7">
              <a:spcBef>
                <a:spcPts val="0"/>
              </a:spcBef>
              <a:spcAft>
                <a:spcPts val="0"/>
              </a:spcAft>
              <a:buClr>
                <a:schemeClr val="accent3"/>
              </a:buClr>
              <a:buSzPts val="1400"/>
              <a:buFont typeface="Urbanist"/>
              <a:buNone/>
              <a:defRPr>
                <a:solidFill>
                  <a:schemeClr val="accent3"/>
                </a:solidFill>
              </a:defRPr>
            </a:lvl8pPr>
            <a:lvl9pPr lvl="8">
              <a:spcBef>
                <a:spcPts val="0"/>
              </a:spcBef>
              <a:spcAft>
                <a:spcPts val="0"/>
              </a:spcAft>
              <a:buClr>
                <a:schemeClr val="accent3"/>
              </a:buClr>
              <a:buSzPts val="1400"/>
              <a:buFont typeface="Urbanist"/>
              <a:buNone/>
              <a:defRPr>
                <a:solidFill>
                  <a:schemeClr val="accent3"/>
                </a:solidFill>
              </a:defRPr>
            </a:lvl9pPr>
          </a:lstStyle>
          <a:p/>
        </p:txBody>
      </p:sp>
      <p:sp>
        <p:nvSpPr>
          <p:cNvPr id="183" name="Google Shape;183;p15"/>
          <p:cNvSpPr txBox="1"/>
          <p:nvPr>
            <p:ph idx="2" type="subTitle"/>
          </p:nvPr>
        </p:nvSpPr>
        <p:spPr>
          <a:xfrm>
            <a:off x="355225" y="2161825"/>
            <a:ext cx="1974600" cy="204600"/>
          </a:xfrm>
          <a:prstGeom prst="rect">
            <a:avLst/>
          </a:prstGeom>
          <a:noFill/>
          <a:ln>
            <a:noFill/>
          </a:ln>
        </p:spPr>
        <p:txBody>
          <a:bodyPr anchorCtr="0" anchor="ctr" bIns="91425" lIns="0" spcFirstLastPara="1" rIns="91425" wrap="square" tIns="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184" name="Google Shape;184;p15"/>
          <p:cNvSpPr txBox="1"/>
          <p:nvPr>
            <p:ph idx="3" type="title"/>
          </p:nvPr>
        </p:nvSpPr>
        <p:spPr>
          <a:xfrm>
            <a:off x="2543875" y="1775475"/>
            <a:ext cx="1862100" cy="293100"/>
          </a:xfrm>
          <a:prstGeom prst="rect">
            <a:avLst/>
          </a:prstGeom>
          <a:noFill/>
          <a:ln>
            <a:noFill/>
          </a:ln>
        </p:spPr>
        <p:txBody>
          <a:bodyPr anchorCtr="0" anchor="b" bIns="91425" lIns="0" spcFirstLastPara="1" rIns="91425" wrap="square" tIns="0">
            <a:noAutofit/>
          </a:bodyPr>
          <a:lstStyle>
            <a:lvl1pPr lvl="0">
              <a:lnSpc>
                <a:spcPct val="90000"/>
              </a:lnSpc>
              <a:spcBef>
                <a:spcPts val="0"/>
              </a:spcBef>
              <a:spcAft>
                <a:spcPts val="0"/>
              </a:spcAft>
              <a:buClr>
                <a:schemeClr val="accent3"/>
              </a:buClr>
              <a:buSzPts val="1400"/>
              <a:buFont typeface="Urbanist"/>
              <a:buNone/>
              <a:defRPr sz="1800">
                <a:solidFill>
                  <a:schemeClr val="accent3"/>
                </a:solidFill>
              </a:defRPr>
            </a:lvl1pPr>
            <a:lvl2pPr lvl="1">
              <a:spcBef>
                <a:spcPts val="0"/>
              </a:spcBef>
              <a:spcAft>
                <a:spcPts val="0"/>
              </a:spcAft>
              <a:buClr>
                <a:schemeClr val="accent3"/>
              </a:buClr>
              <a:buSzPts val="1400"/>
              <a:buFont typeface="Urbanist"/>
              <a:buNone/>
              <a:defRPr>
                <a:solidFill>
                  <a:schemeClr val="accent3"/>
                </a:solidFill>
              </a:defRPr>
            </a:lvl2pPr>
            <a:lvl3pPr lvl="2">
              <a:spcBef>
                <a:spcPts val="0"/>
              </a:spcBef>
              <a:spcAft>
                <a:spcPts val="0"/>
              </a:spcAft>
              <a:buClr>
                <a:schemeClr val="accent3"/>
              </a:buClr>
              <a:buSzPts val="1400"/>
              <a:buFont typeface="Urbanist"/>
              <a:buNone/>
              <a:defRPr>
                <a:solidFill>
                  <a:schemeClr val="accent3"/>
                </a:solidFill>
              </a:defRPr>
            </a:lvl3pPr>
            <a:lvl4pPr lvl="3">
              <a:spcBef>
                <a:spcPts val="0"/>
              </a:spcBef>
              <a:spcAft>
                <a:spcPts val="0"/>
              </a:spcAft>
              <a:buClr>
                <a:schemeClr val="accent3"/>
              </a:buClr>
              <a:buSzPts val="1400"/>
              <a:buFont typeface="Urbanist"/>
              <a:buNone/>
              <a:defRPr>
                <a:solidFill>
                  <a:schemeClr val="accent3"/>
                </a:solidFill>
              </a:defRPr>
            </a:lvl4pPr>
            <a:lvl5pPr lvl="4">
              <a:spcBef>
                <a:spcPts val="0"/>
              </a:spcBef>
              <a:spcAft>
                <a:spcPts val="0"/>
              </a:spcAft>
              <a:buClr>
                <a:schemeClr val="accent3"/>
              </a:buClr>
              <a:buSzPts val="1400"/>
              <a:buFont typeface="Urbanist"/>
              <a:buNone/>
              <a:defRPr>
                <a:solidFill>
                  <a:schemeClr val="accent3"/>
                </a:solidFill>
              </a:defRPr>
            </a:lvl5pPr>
            <a:lvl6pPr lvl="5">
              <a:spcBef>
                <a:spcPts val="0"/>
              </a:spcBef>
              <a:spcAft>
                <a:spcPts val="0"/>
              </a:spcAft>
              <a:buClr>
                <a:schemeClr val="accent3"/>
              </a:buClr>
              <a:buSzPts val="1400"/>
              <a:buFont typeface="Urbanist"/>
              <a:buNone/>
              <a:defRPr>
                <a:solidFill>
                  <a:schemeClr val="accent3"/>
                </a:solidFill>
              </a:defRPr>
            </a:lvl6pPr>
            <a:lvl7pPr lvl="6">
              <a:spcBef>
                <a:spcPts val="0"/>
              </a:spcBef>
              <a:spcAft>
                <a:spcPts val="0"/>
              </a:spcAft>
              <a:buClr>
                <a:schemeClr val="accent3"/>
              </a:buClr>
              <a:buSzPts val="1400"/>
              <a:buFont typeface="Urbanist"/>
              <a:buNone/>
              <a:defRPr>
                <a:solidFill>
                  <a:schemeClr val="accent3"/>
                </a:solidFill>
              </a:defRPr>
            </a:lvl7pPr>
            <a:lvl8pPr lvl="7">
              <a:spcBef>
                <a:spcPts val="0"/>
              </a:spcBef>
              <a:spcAft>
                <a:spcPts val="0"/>
              </a:spcAft>
              <a:buClr>
                <a:schemeClr val="accent3"/>
              </a:buClr>
              <a:buSzPts val="1400"/>
              <a:buFont typeface="Urbanist"/>
              <a:buNone/>
              <a:defRPr>
                <a:solidFill>
                  <a:schemeClr val="accent3"/>
                </a:solidFill>
              </a:defRPr>
            </a:lvl8pPr>
            <a:lvl9pPr lvl="8">
              <a:spcBef>
                <a:spcPts val="0"/>
              </a:spcBef>
              <a:spcAft>
                <a:spcPts val="0"/>
              </a:spcAft>
              <a:buClr>
                <a:schemeClr val="accent3"/>
              </a:buClr>
              <a:buSzPts val="1400"/>
              <a:buFont typeface="Urbanist"/>
              <a:buNone/>
              <a:defRPr>
                <a:solidFill>
                  <a:schemeClr val="accent3"/>
                </a:solidFill>
              </a:defRPr>
            </a:lvl9pPr>
          </a:lstStyle>
          <a:p/>
        </p:txBody>
      </p:sp>
      <p:sp>
        <p:nvSpPr>
          <p:cNvPr id="185" name="Google Shape;185;p15"/>
          <p:cNvSpPr txBox="1"/>
          <p:nvPr>
            <p:ph idx="4" type="subTitle"/>
          </p:nvPr>
        </p:nvSpPr>
        <p:spPr>
          <a:xfrm>
            <a:off x="2543875" y="2161825"/>
            <a:ext cx="1974600" cy="204600"/>
          </a:xfrm>
          <a:prstGeom prst="rect">
            <a:avLst/>
          </a:prstGeom>
          <a:noFill/>
          <a:ln>
            <a:noFill/>
          </a:ln>
        </p:spPr>
        <p:txBody>
          <a:bodyPr anchorCtr="0" anchor="ctr" bIns="91425" lIns="0" spcFirstLastPara="1" rIns="91425" wrap="square" tIns="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186" name="Google Shape;186;p15"/>
          <p:cNvSpPr txBox="1"/>
          <p:nvPr>
            <p:ph idx="5" type="title"/>
          </p:nvPr>
        </p:nvSpPr>
        <p:spPr>
          <a:xfrm>
            <a:off x="4745500" y="1775475"/>
            <a:ext cx="1862100" cy="293100"/>
          </a:xfrm>
          <a:prstGeom prst="rect">
            <a:avLst/>
          </a:prstGeom>
          <a:noFill/>
          <a:ln>
            <a:noFill/>
          </a:ln>
        </p:spPr>
        <p:txBody>
          <a:bodyPr anchorCtr="0" anchor="b" bIns="91425" lIns="0" spcFirstLastPara="1" rIns="91425" wrap="square" tIns="0">
            <a:noAutofit/>
          </a:bodyPr>
          <a:lstStyle>
            <a:lvl1pPr lvl="0">
              <a:lnSpc>
                <a:spcPct val="90000"/>
              </a:lnSpc>
              <a:spcBef>
                <a:spcPts val="0"/>
              </a:spcBef>
              <a:spcAft>
                <a:spcPts val="0"/>
              </a:spcAft>
              <a:buClr>
                <a:schemeClr val="accent3"/>
              </a:buClr>
              <a:buSzPts val="1400"/>
              <a:buFont typeface="Urbanist"/>
              <a:buNone/>
              <a:defRPr sz="1800">
                <a:solidFill>
                  <a:schemeClr val="accent3"/>
                </a:solidFill>
              </a:defRPr>
            </a:lvl1pPr>
            <a:lvl2pPr lvl="1">
              <a:spcBef>
                <a:spcPts val="0"/>
              </a:spcBef>
              <a:spcAft>
                <a:spcPts val="0"/>
              </a:spcAft>
              <a:buClr>
                <a:schemeClr val="accent3"/>
              </a:buClr>
              <a:buSzPts val="1400"/>
              <a:buFont typeface="Urbanist"/>
              <a:buNone/>
              <a:defRPr>
                <a:solidFill>
                  <a:schemeClr val="accent3"/>
                </a:solidFill>
              </a:defRPr>
            </a:lvl2pPr>
            <a:lvl3pPr lvl="2">
              <a:spcBef>
                <a:spcPts val="0"/>
              </a:spcBef>
              <a:spcAft>
                <a:spcPts val="0"/>
              </a:spcAft>
              <a:buClr>
                <a:schemeClr val="accent3"/>
              </a:buClr>
              <a:buSzPts val="1400"/>
              <a:buFont typeface="Urbanist"/>
              <a:buNone/>
              <a:defRPr>
                <a:solidFill>
                  <a:schemeClr val="accent3"/>
                </a:solidFill>
              </a:defRPr>
            </a:lvl3pPr>
            <a:lvl4pPr lvl="3">
              <a:spcBef>
                <a:spcPts val="0"/>
              </a:spcBef>
              <a:spcAft>
                <a:spcPts val="0"/>
              </a:spcAft>
              <a:buClr>
                <a:schemeClr val="accent3"/>
              </a:buClr>
              <a:buSzPts val="1400"/>
              <a:buFont typeface="Urbanist"/>
              <a:buNone/>
              <a:defRPr>
                <a:solidFill>
                  <a:schemeClr val="accent3"/>
                </a:solidFill>
              </a:defRPr>
            </a:lvl4pPr>
            <a:lvl5pPr lvl="4">
              <a:spcBef>
                <a:spcPts val="0"/>
              </a:spcBef>
              <a:spcAft>
                <a:spcPts val="0"/>
              </a:spcAft>
              <a:buClr>
                <a:schemeClr val="accent3"/>
              </a:buClr>
              <a:buSzPts val="1400"/>
              <a:buFont typeface="Urbanist"/>
              <a:buNone/>
              <a:defRPr>
                <a:solidFill>
                  <a:schemeClr val="accent3"/>
                </a:solidFill>
              </a:defRPr>
            </a:lvl5pPr>
            <a:lvl6pPr lvl="5">
              <a:spcBef>
                <a:spcPts val="0"/>
              </a:spcBef>
              <a:spcAft>
                <a:spcPts val="0"/>
              </a:spcAft>
              <a:buClr>
                <a:schemeClr val="accent3"/>
              </a:buClr>
              <a:buSzPts val="1400"/>
              <a:buFont typeface="Urbanist"/>
              <a:buNone/>
              <a:defRPr>
                <a:solidFill>
                  <a:schemeClr val="accent3"/>
                </a:solidFill>
              </a:defRPr>
            </a:lvl6pPr>
            <a:lvl7pPr lvl="6">
              <a:spcBef>
                <a:spcPts val="0"/>
              </a:spcBef>
              <a:spcAft>
                <a:spcPts val="0"/>
              </a:spcAft>
              <a:buClr>
                <a:schemeClr val="accent3"/>
              </a:buClr>
              <a:buSzPts val="1400"/>
              <a:buFont typeface="Urbanist"/>
              <a:buNone/>
              <a:defRPr>
                <a:solidFill>
                  <a:schemeClr val="accent3"/>
                </a:solidFill>
              </a:defRPr>
            </a:lvl7pPr>
            <a:lvl8pPr lvl="7">
              <a:spcBef>
                <a:spcPts val="0"/>
              </a:spcBef>
              <a:spcAft>
                <a:spcPts val="0"/>
              </a:spcAft>
              <a:buClr>
                <a:schemeClr val="accent3"/>
              </a:buClr>
              <a:buSzPts val="1400"/>
              <a:buFont typeface="Urbanist"/>
              <a:buNone/>
              <a:defRPr>
                <a:solidFill>
                  <a:schemeClr val="accent3"/>
                </a:solidFill>
              </a:defRPr>
            </a:lvl8pPr>
            <a:lvl9pPr lvl="8">
              <a:spcBef>
                <a:spcPts val="0"/>
              </a:spcBef>
              <a:spcAft>
                <a:spcPts val="0"/>
              </a:spcAft>
              <a:buClr>
                <a:schemeClr val="accent3"/>
              </a:buClr>
              <a:buSzPts val="1400"/>
              <a:buFont typeface="Urbanist"/>
              <a:buNone/>
              <a:defRPr>
                <a:solidFill>
                  <a:schemeClr val="accent3"/>
                </a:solidFill>
              </a:defRPr>
            </a:lvl9pPr>
          </a:lstStyle>
          <a:p/>
        </p:txBody>
      </p:sp>
      <p:sp>
        <p:nvSpPr>
          <p:cNvPr id="187" name="Google Shape;187;p15"/>
          <p:cNvSpPr txBox="1"/>
          <p:nvPr>
            <p:ph idx="6" type="subTitle"/>
          </p:nvPr>
        </p:nvSpPr>
        <p:spPr>
          <a:xfrm>
            <a:off x="4745500" y="2161825"/>
            <a:ext cx="1974600" cy="204600"/>
          </a:xfrm>
          <a:prstGeom prst="rect">
            <a:avLst/>
          </a:prstGeom>
          <a:noFill/>
          <a:ln>
            <a:noFill/>
          </a:ln>
        </p:spPr>
        <p:txBody>
          <a:bodyPr anchorCtr="0" anchor="ctr" bIns="91425" lIns="0" spcFirstLastPara="1" rIns="91425" wrap="square" tIns="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188" name="Google Shape;188;p15"/>
          <p:cNvSpPr txBox="1"/>
          <p:nvPr>
            <p:ph idx="7" type="title"/>
          </p:nvPr>
        </p:nvSpPr>
        <p:spPr>
          <a:xfrm>
            <a:off x="6942300" y="1775475"/>
            <a:ext cx="1862100" cy="293100"/>
          </a:xfrm>
          <a:prstGeom prst="rect">
            <a:avLst/>
          </a:prstGeom>
          <a:noFill/>
          <a:ln>
            <a:noFill/>
          </a:ln>
        </p:spPr>
        <p:txBody>
          <a:bodyPr anchorCtr="0" anchor="b" bIns="91425" lIns="0" spcFirstLastPara="1" rIns="91425" wrap="square" tIns="0">
            <a:noAutofit/>
          </a:bodyPr>
          <a:lstStyle>
            <a:lvl1pPr lvl="0">
              <a:lnSpc>
                <a:spcPct val="90000"/>
              </a:lnSpc>
              <a:spcBef>
                <a:spcPts val="0"/>
              </a:spcBef>
              <a:spcAft>
                <a:spcPts val="0"/>
              </a:spcAft>
              <a:buClr>
                <a:schemeClr val="accent3"/>
              </a:buClr>
              <a:buSzPts val="1400"/>
              <a:buFont typeface="Urbanist"/>
              <a:buNone/>
              <a:defRPr sz="1800">
                <a:solidFill>
                  <a:schemeClr val="accent3"/>
                </a:solidFill>
              </a:defRPr>
            </a:lvl1pPr>
            <a:lvl2pPr lvl="1">
              <a:spcBef>
                <a:spcPts val="0"/>
              </a:spcBef>
              <a:spcAft>
                <a:spcPts val="0"/>
              </a:spcAft>
              <a:buClr>
                <a:schemeClr val="accent3"/>
              </a:buClr>
              <a:buSzPts val="1400"/>
              <a:buFont typeface="Urbanist"/>
              <a:buNone/>
              <a:defRPr>
                <a:solidFill>
                  <a:schemeClr val="accent3"/>
                </a:solidFill>
              </a:defRPr>
            </a:lvl2pPr>
            <a:lvl3pPr lvl="2">
              <a:spcBef>
                <a:spcPts val="0"/>
              </a:spcBef>
              <a:spcAft>
                <a:spcPts val="0"/>
              </a:spcAft>
              <a:buClr>
                <a:schemeClr val="accent3"/>
              </a:buClr>
              <a:buSzPts val="1400"/>
              <a:buFont typeface="Urbanist"/>
              <a:buNone/>
              <a:defRPr>
                <a:solidFill>
                  <a:schemeClr val="accent3"/>
                </a:solidFill>
              </a:defRPr>
            </a:lvl3pPr>
            <a:lvl4pPr lvl="3">
              <a:spcBef>
                <a:spcPts val="0"/>
              </a:spcBef>
              <a:spcAft>
                <a:spcPts val="0"/>
              </a:spcAft>
              <a:buClr>
                <a:schemeClr val="accent3"/>
              </a:buClr>
              <a:buSzPts val="1400"/>
              <a:buFont typeface="Urbanist"/>
              <a:buNone/>
              <a:defRPr>
                <a:solidFill>
                  <a:schemeClr val="accent3"/>
                </a:solidFill>
              </a:defRPr>
            </a:lvl4pPr>
            <a:lvl5pPr lvl="4">
              <a:spcBef>
                <a:spcPts val="0"/>
              </a:spcBef>
              <a:spcAft>
                <a:spcPts val="0"/>
              </a:spcAft>
              <a:buClr>
                <a:schemeClr val="accent3"/>
              </a:buClr>
              <a:buSzPts val="1400"/>
              <a:buFont typeface="Urbanist"/>
              <a:buNone/>
              <a:defRPr>
                <a:solidFill>
                  <a:schemeClr val="accent3"/>
                </a:solidFill>
              </a:defRPr>
            </a:lvl5pPr>
            <a:lvl6pPr lvl="5">
              <a:spcBef>
                <a:spcPts val="0"/>
              </a:spcBef>
              <a:spcAft>
                <a:spcPts val="0"/>
              </a:spcAft>
              <a:buClr>
                <a:schemeClr val="accent3"/>
              </a:buClr>
              <a:buSzPts val="1400"/>
              <a:buFont typeface="Urbanist"/>
              <a:buNone/>
              <a:defRPr>
                <a:solidFill>
                  <a:schemeClr val="accent3"/>
                </a:solidFill>
              </a:defRPr>
            </a:lvl6pPr>
            <a:lvl7pPr lvl="6">
              <a:spcBef>
                <a:spcPts val="0"/>
              </a:spcBef>
              <a:spcAft>
                <a:spcPts val="0"/>
              </a:spcAft>
              <a:buClr>
                <a:schemeClr val="accent3"/>
              </a:buClr>
              <a:buSzPts val="1400"/>
              <a:buFont typeface="Urbanist"/>
              <a:buNone/>
              <a:defRPr>
                <a:solidFill>
                  <a:schemeClr val="accent3"/>
                </a:solidFill>
              </a:defRPr>
            </a:lvl7pPr>
            <a:lvl8pPr lvl="7">
              <a:spcBef>
                <a:spcPts val="0"/>
              </a:spcBef>
              <a:spcAft>
                <a:spcPts val="0"/>
              </a:spcAft>
              <a:buClr>
                <a:schemeClr val="accent3"/>
              </a:buClr>
              <a:buSzPts val="1400"/>
              <a:buFont typeface="Urbanist"/>
              <a:buNone/>
              <a:defRPr>
                <a:solidFill>
                  <a:schemeClr val="accent3"/>
                </a:solidFill>
              </a:defRPr>
            </a:lvl8pPr>
            <a:lvl9pPr lvl="8">
              <a:spcBef>
                <a:spcPts val="0"/>
              </a:spcBef>
              <a:spcAft>
                <a:spcPts val="0"/>
              </a:spcAft>
              <a:buClr>
                <a:schemeClr val="accent3"/>
              </a:buClr>
              <a:buSzPts val="1400"/>
              <a:buFont typeface="Urbanist"/>
              <a:buNone/>
              <a:defRPr>
                <a:solidFill>
                  <a:schemeClr val="accent3"/>
                </a:solidFill>
              </a:defRPr>
            </a:lvl9pPr>
          </a:lstStyle>
          <a:p/>
        </p:txBody>
      </p:sp>
      <p:sp>
        <p:nvSpPr>
          <p:cNvPr id="189" name="Google Shape;189;p15"/>
          <p:cNvSpPr txBox="1"/>
          <p:nvPr>
            <p:ph idx="8" type="subTitle"/>
          </p:nvPr>
        </p:nvSpPr>
        <p:spPr>
          <a:xfrm>
            <a:off x="6942300" y="2161825"/>
            <a:ext cx="1974600" cy="204600"/>
          </a:xfrm>
          <a:prstGeom prst="rect">
            <a:avLst/>
          </a:prstGeom>
          <a:noFill/>
          <a:ln>
            <a:noFill/>
          </a:ln>
        </p:spPr>
        <p:txBody>
          <a:bodyPr anchorCtr="0" anchor="ctr" bIns="91425" lIns="0" spcFirstLastPara="1" rIns="91425" wrap="square" tIns="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190" name="Google Shape;190;p15"/>
          <p:cNvSpPr txBox="1"/>
          <p:nvPr>
            <p:ph idx="9" type="title"/>
          </p:nvPr>
        </p:nvSpPr>
        <p:spPr>
          <a:xfrm>
            <a:off x="228600" y="613525"/>
            <a:ext cx="3904500" cy="864900"/>
          </a:xfrm>
          <a:prstGeom prst="rect">
            <a:avLst/>
          </a:prstGeom>
          <a:noFill/>
          <a:ln>
            <a:noFill/>
          </a:ln>
        </p:spPr>
        <p:txBody>
          <a:bodyPr anchorCtr="0" anchor="ctr"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sp>
        <p:nvSpPr>
          <p:cNvPr id="191" name="Google Shape;191;p15"/>
          <p:cNvSpPr txBox="1"/>
          <p:nvPr>
            <p:ph idx="13" type="subTitle"/>
          </p:nvPr>
        </p:nvSpPr>
        <p:spPr>
          <a:xfrm>
            <a:off x="3154650" y="4675975"/>
            <a:ext cx="2835000" cy="466800"/>
          </a:xfrm>
          <a:prstGeom prst="rect">
            <a:avLst/>
          </a:prstGeom>
          <a:noFill/>
          <a:ln>
            <a:noFill/>
          </a:ln>
        </p:spPr>
        <p:txBody>
          <a:bodyPr anchorCtr="0" anchor="ctr" bIns="0" lIns="0" spcFirstLastPara="1" rIns="0" wrap="square" tIns="0">
            <a:noAutofit/>
          </a:bodyPr>
          <a:lstStyle>
            <a:lvl1pPr lvl="0" algn="ct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pic>
        <p:nvPicPr>
          <p:cNvPr id="192" name="Google Shape;192;p15"/>
          <p:cNvPicPr preferRelativeResize="0"/>
          <p:nvPr/>
        </p:nvPicPr>
        <p:blipFill>
          <a:blip r:embed="rId3">
            <a:alphaModFix/>
          </a:blip>
          <a:stretch>
            <a:fillRect/>
          </a:stretch>
        </p:blipFill>
        <p:spPr>
          <a:xfrm>
            <a:off x="228600" y="4837043"/>
            <a:ext cx="567051" cy="144675"/>
          </a:xfrm>
          <a:prstGeom prst="rect">
            <a:avLst/>
          </a:prstGeom>
          <a:noFill/>
          <a:ln>
            <a:noFill/>
          </a:ln>
        </p:spPr>
      </p:pic>
      <p:sp>
        <p:nvSpPr>
          <p:cNvPr id="193" name="Google Shape;193;p15"/>
          <p:cNvSpPr txBox="1"/>
          <p:nvPr>
            <p:ph idx="12" type="sldNum"/>
          </p:nvPr>
        </p:nvSpPr>
        <p:spPr>
          <a:xfrm>
            <a:off x="8348225" y="4666247"/>
            <a:ext cx="567000" cy="466800"/>
          </a:xfrm>
          <a:prstGeom prst="rect">
            <a:avLst/>
          </a:prstGeom>
        </p:spPr>
        <p:txBody>
          <a:bodyPr anchorCtr="0" anchor="ctr" bIns="91425" lIns="91425" spcFirstLastPara="1" rIns="91425" wrap="square" tIns="91425">
            <a:noAutofit/>
          </a:bodyPr>
          <a:lstStyle>
            <a:lvl1pPr lvl="0">
              <a:buNone/>
              <a:defRPr sz="700">
                <a:solidFill>
                  <a:schemeClr val="lt1"/>
                </a:solidFill>
              </a:defRPr>
            </a:lvl1pPr>
            <a:lvl2pPr lvl="1">
              <a:buNone/>
              <a:defRPr sz="700">
                <a:solidFill>
                  <a:schemeClr val="lt1"/>
                </a:solidFill>
              </a:defRPr>
            </a:lvl2pPr>
            <a:lvl3pPr lvl="2">
              <a:buNone/>
              <a:defRPr sz="700">
                <a:solidFill>
                  <a:schemeClr val="lt1"/>
                </a:solidFill>
              </a:defRPr>
            </a:lvl3pPr>
            <a:lvl4pPr lvl="3">
              <a:buNone/>
              <a:defRPr sz="700">
                <a:solidFill>
                  <a:schemeClr val="lt1"/>
                </a:solidFill>
              </a:defRPr>
            </a:lvl4pPr>
            <a:lvl5pPr lvl="4">
              <a:buNone/>
              <a:defRPr sz="700">
                <a:solidFill>
                  <a:schemeClr val="lt1"/>
                </a:solidFill>
              </a:defRPr>
            </a:lvl5pPr>
            <a:lvl6pPr lvl="5">
              <a:buNone/>
              <a:defRPr sz="700">
                <a:solidFill>
                  <a:schemeClr val="lt1"/>
                </a:solidFill>
              </a:defRPr>
            </a:lvl6pPr>
            <a:lvl7pPr lvl="6">
              <a:buNone/>
              <a:defRPr sz="700">
                <a:solidFill>
                  <a:schemeClr val="lt1"/>
                </a:solidFill>
              </a:defRPr>
            </a:lvl7pPr>
            <a:lvl8pPr lvl="7">
              <a:buNone/>
              <a:defRPr sz="700">
                <a:solidFill>
                  <a:schemeClr val="lt1"/>
                </a:solidFill>
              </a:defRPr>
            </a:lvl8pPr>
            <a:lvl9pPr lvl="8">
              <a:buNone/>
              <a:defRPr sz="700">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ers">
  <p:cSld name="CUSTOM">
    <p:spTree>
      <p:nvGrpSpPr>
        <p:cNvPr id="194" name="Shape 194"/>
        <p:cNvGrpSpPr/>
        <p:nvPr/>
      </p:nvGrpSpPr>
      <p:grpSpPr>
        <a:xfrm>
          <a:off x="0" y="0"/>
          <a:ext cx="0" cy="0"/>
          <a:chOff x="0" y="0"/>
          <a:chExt cx="0" cy="0"/>
        </a:xfrm>
      </p:grpSpPr>
      <p:pic>
        <p:nvPicPr>
          <p:cNvPr id="195" name="Google Shape;195;p16"/>
          <p:cNvPicPr preferRelativeResize="0"/>
          <p:nvPr/>
        </p:nvPicPr>
        <p:blipFill rotWithShape="1">
          <a:blip r:embed="rId2">
            <a:alphaModFix/>
          </a:blip>
          <a:srcRect b="-9999" l="0" r="0" t="0"/>
          <a:stretch/>
        </p:blipFill>
        <p:spPr>
          <a:xfrm>
            <a:off x="0" y="0"/>
            <a:ext cx="9144003" cy="5143501"/>
          </a:xfrm>
          <a:prstGeom prst="rect">
            <a:avLst/>
          </a:prstGeom>
          <a:noFill/>
          <a:ln>
            <a:noFill/>
          </a:ln>
        </p:spPr>
      </p:pic>
      <p:sp>
        <p:nvSpPr>
          <p:cNvPr id="196" name="Google Shape;196;p16"/>
          <p:cNvSpPr txBox="1"/>
          <p:nvPr>
            <p:ph idx="1" type="subTitle"/>
          </p:nvPr>
        </p:nvSpPr>
        <p:spPr>
          <a:xfrm>
            <a:off x="228600" y="228600"/>
            <a:ext cx="2920800" cy="228600"/>
          </a:xfrm>
          <a:prstGeom prst="rect">
            <a:avLst/>
          </a:prstGeom>
          <a:noFill/>
          <a:ln>
            <a:noFill/>
          </a:ln>
        </p:spPr>
        <p:txBody>
          <a:bodyPr anchorCtr="0" anchor="ctr" bIns="0" lIns="0" spcFirstLastPara="1" rIns="0" wrap="square" tIns="0">
            <a:noAutofit/>
          </a:bodyPr>
          <a:lstStyle>
            <a:lvl1pPr lvl="0">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1pPr>
            <a:lvl2pPr lvl="1">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2pPr>
            <a:lvl3pPr lvl="2">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3pPr>
            <a:lvl4pPr lvl="3">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4pPr>
            <a:lvl5pPr lvl="4">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5pPr>
            <a:lvl6pPr lvl="5">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6pPr>
            <a:lvl7pPr lvl="6">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7pPr>
            <a:lvl8pPr lvl="7">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8pPr>
            <a:lvl9pPr lvl="8">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9pPr>
          </a:lstStyle>
          <a:p/>
        </p:txBody>
      </p:sp>
      <p:cxnSp>
        <p:nvCxnSpPr>
          <p:cNvPr id="197" name="Google Shape;197;p16"/>
          <p:cNvCxnSpPr/>
          <p:nvPr/>
        </p:nvCxnSpPr>
        <p:spPr>
          <a:xfrm>
            <a:off x="228450" y="2061025"/>
            <a:ext cx="8687100" cy="0"/>
          </a:xfrm>
          <a:prstGeom prst="straightConnector1">
            <a:avLst/>
          </a:prstGeom>
          <a:noFill/>
          <a:ln cap="flat" cmpd="sng" w="9525">
            <a:solidFill>
              <a:schemeClr val="lt2"/>
            </a:solidFill>
            <a:prstDash val="solid"/>
            <a:round/>
            <a:headEnd len="med" w="med" type="none"/>
            <a:tailEnd len="med" w="med" type="none"/>
          </a:ln>
        </p:spPr>
      </p:cxnSp>
      <p:sp>
        <p:nvSpPr>
          <p:cNvPr id="198" name="Google Shape;198;p16"/>
          <p:cNvSpPr txBox="1"/>
          <p:nvPr>
            <p:ph type="title"/>
          </p:nvPr>
        </p:nvSpPr>
        <p:spPr>
          <a:xfrm>
            <a:off x="228600" y="369300"/>
            <a:ext cx="6480300" cy="587700"/>
          </a:xfrm>
          <a:prstGeom prst="rect">
            <a:avLst/>
          </a:prstGeom>
          <a:noFill/>
          <a:ln>
            <a:noFill/>
          </a:ln>
        </p:spPr>
        <p:txBody>
          <a:bodyPr anchorCtr="0" anchor="ctr" bIns="91425" lIns="0" spcFirstLastPara="1" rIns="91425" wrap="square" tIns="91425">
            <a:spAutoFit/>
          </a:bodyPr>
          <a:lstStyle>
            <a:lvl1pPr lvl="0">
              <a:lnSpc>
                <a:spcPct val="90000"/>
              </a:lnSpc>
              <a:spcBef>
                <a:spcPts val="0"/>
              </a:spcBef>
              <a:spcAft>
                <a:spcPts val="0"/>
              </a:spcAft>
              <a:buNone/>
              <a:defRPr sz="3400">
                <a:solidFill>
                  <a:schemeClr val="lt1"/>
                </a:solidFill>
                <a:latin typeface="Urbanist Medium"/>
                <a:ea typeface="Urbanist Medium"/>
                <a:cs typeface="Urbanist Medium"/>
                <a:sym typeface="Urbanist Medium"/>
              </a:defRPr>
            </a:lvl1pPr>
            <a:lvl2pPr lvl="1">
              <a:lnSpc>
                <a:spcPct val="115000"/>
              </a:lnSpc>
              <a:spcBef>
                <a:spcPts val="0"/>
              </a:spcBef>
              <a:spcAft>
                <a:spcPts val="0"/>
              </a:spcAft>
              <a:buNone/>
              <a:defRPr sz="3400">
                <a:solidFill>
                  <a:schemeClr val="lt1"/>
                </a:solidFill>
                <a:latin typeface="Urbanist Medium"/>
                <a:ea typeface="Urbanist Medium"/>
                <a:cs typeface="Urbanist Medium"/>
                <a:sym typeface="Urbanist Medium"/>
              </a:defRPr>
            </a:lvl2pPr>
            <a:lvl3pPr lvl="2">
              <a:lnSpc>
                <a:spcPct val="115000"/>
              </a:lnSpc>
              <a:spcBef>
                <a:spcPts val="0"/>
              </a:spcBef>
              <a:spcAft>
                <a:spcPts val="0"/>
              </a:spcAft>
              <a:buNone/>
              <a:defRPr sz="3400">
                <a:solidFill>
                  <a:schemeClr val="lt1"/>
                </a:solidFill>
                <a:latin typeface="Urbanist Medium"/>
                <a:ea typeface="Urbanist Medium"/>
                <a:cs typeface="Urbanist Medium"/>
                <a:sym typeface="Urbanist Medium"/>
              </a:defRPr>
            </a:lvl3pPr>
            <a:lvl4pPr lvl="3">
              <a:lnSpc>
                <a:spcPct val="115000"/>
              </a:lnSpc>
              <a:spcBef>
                <a:spcPts val="0"/>
              </a:spcBef>
              <a:spcAft>
                <a:spcPts val="0"/>
              </a:spcAft>
              <a:buNone/>
              <a:defRPr sz="3400">
                <a:solidFill>
                  <a:schemeClr val="lt1"/>
                </a:solidFill>
                <a:latin typeface="Urbanist Medium"/>
                <a:ea typeface="Urbanist Medium"/>
                <a:cs typeface="Urbanist Medium"/>
                <a:sym typeface="Urbanist Medium"/>
              </a:defRPr>
            </a:lvl4pPr>
            <a:lvl5pPr lvl="4">
              <a:lnSpc>
                <a:spcPct val="115000"/>
              </a:lnSpc>
              <a:spcBef>
                <a:spcPts val="0"/>
              </a:spcBef>
              <a:spcAft>
                <a:spcPts val="0"/>
              </a:spcAft>
              <a:buNone/>
              <a:defRPr sz="3400">
                <a:solidFill>
                  <a:schemeClr val="lt1"/>
                </a:solidFill>
                <a:latin typeface="Urbanist Medium"/>
                <a:ea typeface="Urbanist Medium"/>
                <a:cs typeface="Urbanist Medium"/>
                <a:sym typeface="Urbanist Medium"/>
              </a:defRPr>
            </a:lvl5pPr>
            <a:lvl6pPr lvl="5">
              <a:lnSpc>
                <a:spcPct val="115000"/>
              </a:lnSpc>
              <a:spcBef>
                <a:spcPts val="0"/>
              </a:spcBef>
              <a:spcAft>
                <a:spcPts val="0"/>
              </a:spcAft>
              <a:buNone/>
              <a:defRPr sz="3400">
                <a:solidFill>
                  <a:schemeClr val="lt1"/>
                </a:solidFill>
                <a:latin typeface="Urbanist Medium"/>
                <a:ea typeface="Urbanist Medium"/>
                <a:cs typeface="Urbanist Medium"/>
                <a:sym typeface="Urbanist Medium"/>
              </a:defRPr>
            </a:lvl6pPr>
            <a:lvl7pPr lvl="6">
              <a:lnSpc>
                <a:spcPct val="115000"/>
              </a:lnSpc>
              <a:spcBef>
                <a:spcPts val="0"/>
              </a:spcBef>
              <a:spcAft>
                <a:spcPts val="0"/>
              </a:spcAft>
              <a:buNone/>
              <a:defRPr sz="3400">
                <a:solidFill>
                  <a:schemeClr val="lt1"/>
                </a:solidFill>
                <a:latin typeface="Urbanist Medium"/>
                <a:ea typeface="Urbanist Medium"/>
                <a:cs typeface="Urbanist Medium"/>
                <a:sym typeface="Urbanist Medium"/>
              </a:defRPr>
            </a:lvl7pPr>
            <a:lvl8pPr lvl="7">
              <a:lnSpc>
                <a:spcPct val="115000"/>
              </a:lnSpc>
              <a:spcBef>
                <a:spcPts val="0"/>
              </a:spcBef>
              <a:spcAft>
                <a:spcPts val="0"/>
              </a:spcAft>
              <a:buNone/>
              <a:defRPr sz="3400">
                <a:solidFill>
                  <a:schemeClr val="lt1"/>
                </a:solidFill>
                <a:latin typeface="Urbanist Medium"/>
                <a:ea typeface="Urbanist Medium"/>
                <a:cs typeface="Urbanist Medium"/>
                <a:sym typeface="Urbanist Medium"/>
              </a:defRPr>
            </a:lvl8pPr>
            <a:lvl9pPr lvl="8">
              <a:lnSpc>
                <a:spcPct val="115000"/>
              </a:lnSpc>
              <a:spcBef>
                <a:spcPts val="0"/>
              </a:spcBef>
              <a:spcAft>
                <a:spcPts val="0"/>
              </a:spcAft>
              <a:buNone/>
              <a:defRPr sz="3400">
                <a:solidFill>
                  <a:schemeClr val="lt1"/>
                </a:solidFill>
                <a:latin typeface="Urbanist Medium"/>
                <a:ea typeface="Urbanist Medium"/>
                <a:cs typeface="Urbanist Medium"/>
                <a:sym typeface="Urbanist Medium"/>
              </a:defRPr>
            </a:lvl9pPr>
          </a:lstStyle>
          <a:p/>
        </p:txBody>
      </p:sp>
      <p:sp>
        <p:nvSpPr>
          <p:cNvPr id="199" name="Google Shape;199;p16"/>
          <p:cNvSpPr/>
          <p:nvPr>
            <p:ph idx="2" type="pic"/>
          </p:nvPr>
        </p:nvSpPr>
        <p:spPr>
          <a:xfrm>
            <a:off x="3795900" y="2682425"/>
            <a:ext cx="1458300" cy="1458300"/>
          </a:xfrm>
          <a:prstGeom prst="ellipse">
            <a:avLst/>
          </a:prstGeom>
          <a:noFill/>
          <a:ln cap="flat" cmpd="sng" w="9525">
            <a:solidFill>
              <a:schemeClr val="accent3"/>
            </a:solidFill>
            <a:prstDash val="solid"/>
            <a:round/>
            <a:headEnd len="sm" w="sm" type="none"/>
            <a:tailEnd len="sm" w="sm" type="none"/>
          </a:ln>
        </p:spPr>
      </p:sp>
      <p:sp>
        <p:nvSpPr>
          <p:cNvPr id="200" name="Google Shape;200;p16"/>
          <p:cNvSpPr txBox="1"/>
          <p:nvPr>
            <p:ph idx="3" type="body"/>
          </p:nvPr>
        </p:nvSpPr>
        <p:spPr>
          <a:xfrm>
            <a:off x="5871500" y="2468775"/>
            <a:ext cx="2864700" cy="676500"/>
          </a:xfrm>
          <a:prstGeom prst="rect">
            <a:avLst/>
          </a:prstGeom>
          <a:noFill/>
          <a:ln>
            <a:noFill/>
          </a:ln>
        </p:spPr>
        <p:txBody>
          <a:bodyPr anchorCtr="0" anchor="ctr" bIns="91425" lIns="0" spcFirstLastPara="1" rIns="91425" wrap="square" tIns="0">
            <a:noAutofit/>
          </a:bodyPr>
          <a:lstStyle>
            <a:lvl1pPr indent="-292100" lvl="0" marL="457200">
              <a:spcBef>
                <a:spcPts val="0"/>
              </a:spcBef>
              <a:spcAft>
                <a:spcPts val="0"/>
              </a:spcAft>
              <a:buClr>
                <a:schemeClr val="dk2"/>
              </a:buClr>
              <a:buSzPts val="1000"/>
              <a:buFont typeface="Urbanist"/>
              <a:buChar char="●"/>
              <a:defRPr sz="1000">
                <a:solidFill>
                  <a:schemeClr val="dk2"/>
                </a:solidFill>
              </a:defRPr>
            </a:lvl1pPr>
            <a:lvl2pPr indent="-292100" lvl="1" marL="914400">
              <a:spcBef>
                <a:spcPts val="0"/>
              </a:spcBef>
              <a:spcAft>
                <a:spcPts val="0"/>
              </a:spcAft>
              <a:buClr>
                <a:schemeClr val="dk2"/>
              </a:buClr>
              <a:buSzPts val="1000"/>
              <a:buFont typeface="Urbanist"/>
              <a:buChar char="○"/>
              <a:defRPr sz="1000">
                <a:solidFill>
                  <a:schemeClr val="dk2"/>
                </a:solidFill>
              </a:defRPr>
            </a:lvl2pPr>
            <a:lvl3pPr indent="-292100" lvl="2" marL="1371600">
              <a:spcBef>
                <a:spcPts val="0"/>
              </a:spcBef>
              <a:spcAft>
                <a:spcPts val="0"/>
              </a:spcAft>
              <a:buClr>
                <a:schemeClr val="dk2"/>
              </a:buClr>
              <a:buSzPts val="1000"/>
              <a:buFont typeface="Urbanist"/>
              <a:buChar char="■"/>
              <a:defRPr sz="1000">
                <a:solidFill>
                  <a:schemeClr val="dk2"/>
                </a:solidFill>
              </a:defRPr>
            </a:lvl3pPr>
            <a:lvl4pPr indent="-292100" lvl="3" marL="1828800">
              <a:spcBef>
                <a:spcPts val="0"/>
              </a:spcBef>
              <a:spcAft>
                <a:spcPts val="0"/>
              </a:spcAft>
              <a:buClr>
                <a:schemeClr val="dk2"/>
              </a:buClr>
              <a:buSzPts val="1000"/>
              <a:buFont typeface="Urbanist"/>
              <a:buChar char="●"/>
              <a:defRPr sz="1000">
                <a:solidFill>
                  <a:schemeClr val="dk2"/>
                </a:solidFill>
              </a:defRPr>
            </a:lvl4pPr>
            <a:lvl5pPr indent="-292100" lvl="4" marL="2286000">
              <a:spcBef>
                <a:spcPts val="0"/>
              </a:spcBef>
              <a:spcAft>
                <a:spcPts val="0"/>
              </a:spcAft>
              <a:buClr>
                <a:schemeClr val="dk2"/>
              </a:buClr>
              <a:buSzPts val="1000"/>
              <a:buFont typeface="Urbanist"/>
              <a:buChar char="○"/>
              <a:defRPr sz="1000">
                <a:solidFill>
                  <a:schemeClr val="dk2"/>
                </a:solidFill>
              </a:defRPr>
            </a:lvl5pPr>
            <a:lvl6pPr indent="-292100" lvl="5" marL="2743200">
              <a:spcBef>
                <a:spcPts val="0"/>
              </a:spcBef>
              <a:spcAft>
                <a:spcPts val="0"/>
              </a:spcAft>
              <a:buClr>
                <a:schemeClr val="dk2"/>
              </a:buClr>
              <a:buSzPts val="1000"/>
              <a:buFont typeface="Urbanist"/>
              <a:buChar char="■"/>
              <a:defRPr sz="1000">
                <a:solidFill>
                  <a:schemeClr val="dk2"/>
                </a:solidFill>
              </a:defRPr>
            </a:lvl6pPr>
            <a:lvl7pPr indent="-292100" lvl="6" marL="3200400">
              <a:spcBef>
                <a:spcPts val="0"/>
              </a:spcBef>
              <a:spcAft>
                <a:spcPts val="0"/>
              </a:spcAft>
              <a:buClr>
                <a:schemeClr val="dk2"/>
              </a:buClr>
              <a:buSzPts val="1000"/>
              <a:buFont typeface="Urbanist"/>
              <a:buChar char="●"/>
              <a:defRPr sz="1000">
                <a:solidFill>
                  <a:schemeClr val="dk2"/>
                </a:solidFill>
              </a:defRPr>
            </a:lvl7pPr>
            <a:lvl8pPr indent="-292100" lvl="7" marL="3657600">
              <a:spcBef>
                <a:spcPts val="0"/>
              </a:spcBef>
              <a:spcAft>
                <a:spcPts val="0"/>
              </a:spcAft>
              <a:buClr>
                <a:schemeClr val="dk2"/>
              </a:buClr>
              <a:buSzPts val="1000"/>
              <a:buFont typeface="Urbanist"/>
              <a:buChar char="○"/>
              <a:defRPr sz="1000">
                <a:solidFill>
                  <a:schemeClr val="dk2"/>
                </a:solidFill>
              </a:defRPr>
            </a:lvl8pPr>
            <a:lvl9pPr indent="-292100" lvl="8" marL="4114800">
              <a:spcBef>
                <a:spcPts val="0"/>
              </a:spcBef>
              <a:spcAft>
                <a:spcPts val="0"/>
              </a:spcAft>
              <a:buClr>
                <a:schemeClr val="dk2"/>
              </a:buClr>
              <a:buSzPts val="1000"/>
              <a:buFont typeface="Urbanist"/>
              <a:buChar char="■"/>
              <a:defRPr sz="1000">
                <a:solidFill>
                  <a:schemeClr val="dk2"/>
                </a:solidFill>
              </a:defRPr>
            </a:lvl9pPr>
          </a:lstStyle>
          <a:p/>
        </p:txBody>
      </p:sp>
      <p:sp>
        <p:nvSpPr>
          <p:cNvPr id="201" name="Google Shape;201;p16"/>
          <p:cNvSpPr txBox="1"/>
          <p:nvPr>
            <p:ph idx="4" type="body"/>
          </p:nvPr>
        </p:nvSpPr>
        <p:spPr>
          <a:xfrm>
            <a:off x="5871500" y="3553025"/>
            <a:ext cx="2864700" cy="696000"/>
          </a:xfrm>
          <a:prstGeom prst="rect">
            <a:avLst/>
          </a:prstGeom>
          <a:noFill/>
          <a:ln>
            <a:noFill/>
          </a:ln>
        </p:spPr>
        <p:txBody>
          <a:bodyPr anchorCtr="0" anchor="ctr" bIns="91425" lIns="0" spcFirstLastPara="1" rIns="91425" wrap="square" tIns="0">
            <a:noAutofit/>
          </a:bodyPr>
          <a:lstStyle>
            <a:lvl1pPr indent="-317500" lvl="0" marL="457200">
              <a:lnSpc>
                <a:spcPct val="100000"/>
              </a:lnSpc>
              <a:spcBef>
                <a:spcPts val="0"/>
              </a:spcBef>
              <a:spcAft>
                <a:spcPts val="0"/>
              </a:spcAft>
              <a:buClr>
                <a:schemeClr val="accent3"/>
              </a:buClr>
              <a:buSzPts val="1400"/>
              <a:buFont typeface="Urbanist Medium"/>
              <a:buChar char="●"/>
              <a:defRPr>
                <a:solidFill>
                  <a:schemeClr val="accent3"/>
                </a:solidFill>
                <a:latin typeface="Urbanist Medium"/>
                <a:ea typeface="Urbanist Medium"/>
                <a:cs typeface="Urbanist Medium"/>
                <a:sym typeface="Urbanist Medium"/>
              </a:defRPr>
            </a:lvl1pPr>
            <a:lvl2pPr indent="-317500" lvl="1" marL="914400">
              <a:lnSpc>
                <a:spcPct val="100000"/>
              </a:lnSpc>
              <a:spcBef>
                <a:spcPts val="0"/>
              </a:spcBef>
              <a:spcAft>
                <a:spcPts val="0"/>
              </a:spcAft>
              <a:buClr>
                <a:schemeClr val="accent3"/>
              </a:buClr>
              <a:buSzPts val="1400"/>
              <a:buFont typeface="Urbanist Medium"/>
              <a:buChar char="○"/>
              <a:defRPr>
                <a:solidFill>
                  <a:schemeClr val="accent3"/>
                </a:solidFill>
                <a:latin typeface="Urbanist Medium"/>
                <a:ea typeface="Urbanist Medium"/>
                <a:cs typeface="Urbanist Medium"/>
                <a:sym typeface="Urbanist Medium"/>
              </a:defRPr>
            </a:lvl2pPr>
            <a:lvl3pPr indent="-317500" lvl="2" marL="1371600">
              <a:lnSpc>
                <a:spcPct val="100000"/>
              </a:lnSpc>
              <a:spcBef>
                <a:spcPts val="0"/>
              </a:spcBef>
              <a:spcAft>
                <a:spcPts val="0"/>
              </a:spcAft>
              <a:buClr>
                <a:schemeClr val="accent3"/>
              </a:buClr>
              <a:buSzPts val="1400"/>
              <a:buFont typeface="Urbanist Medium"/>
              <a:buChar char="■"/>
              <a:defRPr>
                <a:solidFill>
                  <a:schemeClr val="accent3"/>
                </a:solidFill>
                <a:latin typeface="Urbanist Medium"/>
                <a:ea typeface="Urbanist Medium"/>
                <a:cs typeface="Urbanist Medium"/>
                <a:sym typeface="Urbanist Medium"/>
              </a:defRPr>
            </a:lvl3pPr>
            <a:lvl4pPr indent="-317500" lvl="3" marL="1828800">
              <a:lnSpc>
                <a:spcPct val="100000"/>
              </a:lnSpc>
              <a:spcBef>
                <a:spcPts val="0"/>
              </a:spcBef>
              <a:spcAft>
                <a:spcPts val="0"/>
              </a:spcAft>
              <a:buClr>
                <a:schemeClr val="accent3"/>
              </a:buClr>
              <a:buSzPts val="1400"/>
              <a:buFont typeface="Urbanist Medium"/>
              <a:buChar char="●"/>
              <a:defRPr>
                <a:solidFill>
                  <a:schemeClr val="accent3"/>
                </a:solidFill>
                <a:latin typeface="Urbanist Medium"/>
                <a:ea typeface="Urbanist Medium"/>
                <a:cs typeface="Urbanist Medium"/>
                <a:sym typeface="Urbanist Medium"/>
              </a:defRPr>
            </a:lvl4pPr>
            <a:lvl5pPr indent="-317500" lvl="4" marL="2286000">
              <a:lnSpc>
                <a:spcPct val="100000"/>
              </a:lnSpc>
              <a:spcBef>
                <a:spcPts val="0"/>
              </a:spcBef>
              <a:spcAft>
                <a:spcPts val="0"/>
              </a:spcAft>
              <a:buClr>
                <a:schemeClr val="accent3"/>
              </a:buClr>
              <a:buSzPts val="1400"/>
              <a:buFont typeface="Urbanist Medium"/>
              <a:buChar char="○"/>
              <a:defRPr>
                <a:solidFill>
                  <a:schemeClr val="accent3"/>
                </a:solidFill>
                <a:latin typeface="Urbanist Medium"/>
                <a:ea typeface="Urbanist Medium"/>
                <a:cs typeface="Urbanist Medium"/>
                <a:sym typeface="Urbanist Medium"/>
              </a:defRPr>
            </a:lvl5pPr>
            <a:lvl6pPr indent="-317500" lvl="5" marL="2743200">
              <a:lnSpc>
                <a:spcPct val="100000"/>
              </a:lnSpc>
              <a:spcBef>
                <a:spcPts val="0"/>
              </a:spcBef>
              <a:spcAft>
                <a:spcPts val="0"/>
              </a:spcAft>
              <a:buClr>
                <a:schemeClr val="accent3"/>
              </a:buClr>
              <a:buSzPts val="1400"/>
              <a:buFont typeface="Urbanist Medium"/>
              <a:buChar char="■"/>
              <a:defRPr>
                <a:solidFill>
                  <a:schemeClr val="accent3"/>
                </a:solidFill>
                <a:latin typeface="Urbanist Medium"/>
                <a:ea typeface="Urbanist Medium"/>
                <a:cs typeface="Urbanist Medium"/>
                <a:sym typeface="Urbanist Medium"/>
              </a:defRPr>
            </a:lvl6pPr>
            <a:lvl7pPr indent="-317500" lvl="6" marL="3200400">
              <a:lnSpc>
                <a:spcPct val="100000"/>
              </a:lnSpc>
              <a:spcBef>
                <a:spcPts val="0"/>
              </a:spcBef>
              <a:spcAft>
                <a:spcPts val="0"/>
              </a:spcAft>
              <a:buClr>
                <a:schemeClr val="accent3"/>
              </a:buClr>
              <a:buSzPts val="1400"/>
              <a:buFont typeface="Urbanist Medium"/>
              <a:buChar char="●"/>
              <a:defRPr>
                <a:solidFill>
                  <a:schemeClr val="accent3"/>
                </a:solidFill>
                <a:latin typeface="Urbanist Medium"/>
                <a:ea typeface="Urbanist Medium"/>
                <a:cs typeface="Urbanist Medium"/>
                <a:sym typeface="Urbanist Medium"/>
              </a:defRPr>
            </a:lvl7pPr>
            <a:lvl8pPr indent="-317500" lvl="7" marL="3657600">
              <a:lnSpc>
                <a:spcPct val="100000"/>
              </a:lnSpc>
              <a:spcBef>
                <a:spcPts val="0"/>
              </a:spcBef>
              <a:spcAft>
                <a:spcPts val="0"/>
              </a:spcAft>
              <a:buClr>
                <a:schemeClr val="accent3"/>
              </a:buClr>
              <a:buSzPts val="1400"/>
              <a:buFont typeface="Urbanist Medium"/>
              <a:buChar char="○"/>
              <a:defRPr>
                <a:solidFill>
                  <a:schemeClr val="accent3"/>
                </a:solidFill>
                <a:latin typeface="Urbanist Medium"/>
                <a:ea typeface="Urbanist Medium"/>
                <a:cs typeface="Urbanist Medium"/>
                <a:sym typeface="Urbanist Medium"/>
              </a:defRPr>
            </a:lvl8pPr>
            <a:lvl9pPr indent="-317500" lvl="8" marL="4114800">
              <a:lnSpc>
                <a:spcPct val="100000"/>
              </a:lnSpc>
              <a:spcBef>
                <a:spcPts val="0"/>
              </a:spcBef>
              <a:spcAft>
                <a:spcPts val="0"/>
              </a:spcAft>
              <a:buClr>
                <a:schemeClr val="accent3"/>
              </a:buClr>
              <a:buSzPts val="1400"/>
              <a:buFont typeface="Urbanist Medium"/>
              <a:buChar char="■"/>
              <a:defRPr>
                <a:solidFill>
                  <a:schemeClr val="accent3"/>
                </a:solidFill>
                <a:latin typeface="Urbanist Medium"/>
                <a:ea typeface="Urbanist Medium"/>
                <a:cs typeface="Urbanist Medium"/>
                <a:sym typeface="Urbanist Medium"/>
              </a:defRPr>
            </a:lvl9pPr>
          </a:lstStyle>
          <a:p/>
        </p:txBody>
      </p:sp>
      <p:sp>
        <p:nvSpPr>
          <p:cNvPr id="202" name="Google Shape;202;p16"/>
          <p:cNvSpPr txBox="1"/>
          <p:nvPr>
            <p:ph idx="5" type="subTitle"/>
          </p:nvPr>
        </p:nvSpPr>
        <p:spPr>
          <a:xfrm>
            <a:off x="238800" y="2720113"/>
            <a:ext cx="2824500" cy="1458300"/>
          </a:xfrm>
          <a:prstGeom prst="rect">
            <a:avLst/>
          </a:prstGeom>
          <a:noFill/>
          <a:ln>
            <a:noFill/>
          </a:ln>
        </p:spPr>
        <p:txBody>
          <a:bodyPr anchorCtr="0" anchor="ctr" bIns="91425" lIns="0" spcFirstLastPara="1" rIns="91425" wrap="square" tIns="0">
            <a:noAutofit/>
          </a:bodyPr>
          <a:lstStyle>
            <a:lvl1pPr lvl="0">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2pPr>
            <a:lvl3pPr lvl="2">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3pPr>
            <a:lvl4pPr lvl="3">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4pPr>
            <a:lvl5pPr lvl="4">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5pPr>
            <a:lvl6pPr lvl="5">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6pPr>
            <a:lvl7pPr lvl="6">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7pPr>
            <a:lvl8pPr lvl="7">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8pPr>
            <a:lvl9pPr lvl="8">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9pPr>
          </a:lstStyle>
          <a:p/>
        </p:txBody>
      </p:sp>
      <p:sp>
        <p:nvSpPr>
          <p:cNvPr id="203" name="Google Shape;203;p16"/>
          <p:cNvSpPr txBox="1"/>
          <p:nvPr>
            <p:ph idx="6" type="subTitle"/>
          </p:nvPr>
        </p:nvSpPr>
        <p:spPr>
          <a:xfrm>
            <a:off x="3154650" y="4675975"/>
            <a:ext cx="2835000" cy="466800"/>
          </a:xfrm>
          <a:prstGeom prst="rect">
            <a:avLst/>
          </a:prstGeom>
          <a:noFill/>
          <a:ln>
            <a:noFill/>
          </a:ln>
        </p:spPr>
        <p:txBody>
          <a:bodyPr anchorCtr="0" anchor="ctr" bIns="0" lIns="0" spcFirstLastPara="1" rIns="0" wrap="square" tIns="0">
            <a:noAutofit/>
          </a:bodyPr>
          <a:lstStyle>
            <a:lvl1pPr lvl="0" algn="ct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pic>
        <p:nvPicPr>
          <p:cNvPr id="204" name="Google Shape;204;p16"/>
          <p:cNvPicPr preferRelativeResize="0"/>
          <p:nvPr/>
        </p:nvPicPr>
        <p:blipFill>
          <a:blip r:embed="rId3">
            <a:alphaModFix/>
          </a:blip>
          <a:stretch>
            <a:fillRect/>
          </a:stretch>
        </p:blipFill>
        <p:spPr>
          <a:xfrm>
            <a:off x="228600" y="4837043"/>
            <a:ext cx="567051" cy="144675"/>
          </a:xfrm>
          <a:prstGeom prst="rect">
            <a:avLst/>
          </a:prstGeom>
          <a:noFill/>
          <a:ln>
            <a:noFill/>
          </a:ln>
        </p:spPr>
      </p:pic>
      <p:sp>
        <p:nvSpPr>
          <p:cNvPr id="205" name="Google Shape;205;p16"/>
          <p:cNvSpPr txBox="1"/>
          <p:nvPr>
            <p:ph idx="12" type="sldNum"/>
          </p:nvPr>
        </p:nvSpPr>
        <p:spPr>
          <a:xfrm>
            <a:off x="8348225" y="4666247"/>
            <a:ext cx="567000" cy="466800"/>
          </a:xfrm>
          <a:prstGeom prst="rect">
            <a:avLst/>
          </a:prstGeom>
        </p:spPr>
        <p:txBody>
          <a:bodyPr anchorCtr="0" anchor="ctr" bIns="91425" lIns="91425" spcFirstLastPara="1" rIns="91425" wrap="square" tIns="91425">
            <a:noAutofit/>
          </a:bodyPr>
          <a:lstStyle>
            <a:lvl1pPr lvl="0">
              <a:buNone/>
              <a:defRPr sz="700">
                <a:solidFill>
                  <a:schemeClr val="lt1"/>
                </a:solidFill>
              </a:defRPr>
            </a:lvl1pPr>
            <a:lvl2pPr lvl="1">
              <a:buNone/>
              <a:defRPr sz="700">
                <a:solidFill>
                  <a:schemeClr val="lt1"/>
                </a:solidFill>
              </a:defRPr>
            </a:lvl2pPr>
            <a:lvl3pPr lvl="2">
              <a:buNone/>
              <a:defRPr sz="700">
                <a:solidFill>
                  <a:schemeClr val="lt1"/>
                </a:solidFill>
              </a:defRPr>
            </a:lvl3pPr>
            <a:lvl4pPr lvl="3">
              <a:buNone/>
              <a:defRPr sz="700">
                <a:solidFill>
                  <a:schemeClr val="lt1"/>
                </a:solidFill>
              </a:defRPr>
            </a:lvl4pPr>
            <a:lvl5pPr lvl="4">
              <a:buNone/>
              <a:defRPr sz="700">
                <a:solidFill>
                  <a:schemeClr val="lt1"/>
                </a:solidFill>
              </a:defRPr>
            </a:lvl5pPr>
            <a:lvl6pPr lvl="5">
              <a:buNone/>
              <a:defRPr sz="700">
                <a:solidFill>
                  <a:schemeClr val="lt1"/>
                </a:solidFill>
              </a:defRPr>
            </a:lvl6pPr>
            <a:lvl7pPr lvl="6">
              <a:buNone/>
              <a:defRPr sz="700">
                <a:solidFill>
                  <a:schemeClr val="lt1"/>
                </a:solidFill>
              </a:defRPr>
            </a:lvl7pPr>
            <a:lvl8pPr lvl="7">
              <a:buNone/>
              <a:defRPr sz="700">
                <a:solidFill>
                  <a:schemeClr val="lt1"/>
                </a:solidFill>
              </a:defRPr>
            </a:lvl8pPr>
            <a:lvl9pPr lvl="8">
              <a:buNone/>
              <a:defRPr sz="700">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phics">
  <p:cSld name="CUSTOM_2">
    <p:spTree>
      <p:nvGrpSpPr>
        <p:cNvPr id="206" name="Shape 206"/>
        <p:cNvGrpSpPr/>
        <p:nvPr/>
      </p:nvGrpSpPr>
      <p:grpSpPr>
        <a:xfrm>
          <a:off x="0" y="0"/>
          <a:ext cx="0" cy="0"/>
          <a:chOff x="0" y="0"/>
          <a:chExt cx="0" cy="0"/>
        </a:xfrm>
      </p:grpSpPr>
      <p:pic>
        <p:nvPicPr>
          <p:cNvPr id="207" name="Google Shape;207;p17"/>
          <p:cNvPicPr preferRelativeResize="0"/>
          <p:nvPr/>
        </p:nvPicPr>
        <p:blipFill rotWithShape="1">
          <a:blip r:embed="rId2">
            <a:alphaModFix/>
          </a:blip>
          <a:srcRect b="-9999" l="0" r="0" t="0"/>
          <a:stretch/>
        </p:blipFill>
        <p:spPr>
          <a:xfrm>
            <a:off x="0" y="0"/>
            <a:ext cx="9144003" cy="5143501"/>
          </a:xfrm>
          <a:prstGeom prst="rect">
            <a:avLst/>
          </a:prstGeom>
          <a:noFill/>
          <a:ln>
            <a:noFill/>
          </a:ln>
        </p:spPr>
      </p:pic>
      <p:cxnSp>
        <p:nvCxnSpPr>
          <p:cNvPr id="208" name="Google Shape;208;p17"/>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09" name="Google Shape;209;p17"/>
          <p:cNvSpPr/>
          <p:nvPr/>
        </p:nvSpPr>
        <p:spPr>
          <a:xfrm>
            <a:off x="228600" y="1395962"/>
            <a:ext cx="2101200" cy="3054000"/>
          </a:xfrm>
          <a:prstGeom prst="roundRect">
            <a:avLst>
              <a:gd fmla="val 9631"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10" name="Google Shape;210;p17"/>
          <p:cNvSpPr/>
          <p:nvPr/>
        </p:nvSpPr>
        <p:spPr>
          <a:xfrm>
            <a:off x="2423700" y="1395962"/>
            <a:ext cx="3198600" cy="3054000"/>
          </a:xfrm>
          <a:prstGeom prst="roundRect">
            <a:avLst>
              <a:gd fmla="val 674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11" name="Google Shape;211;p17"/>
          <p:cNvSpPr/>
          <p:nvPr/>
        </p:nvSpPr>
        <p:spPr>
          <a:xfrm>
            <a:off x="5716850" y="1395962"/>
            <a:ext cx="3198600" cy="1758300"/>
          </a:xfrm>
          <a:prstGeom prst="roundRect">
            <a:avLst>
              <a:gd fmla="val 9631"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12" name="Google Shape;212;p17"/>
          <p:cNvSpPr/>
          <p:nvPr/>
        </p:nvSpPr>
        <p:spPr>
          <a:xfrm>
            <a:off x="5716200" y="3231390"/>
            <a:ext cx="3198600" cy="1217400"/>
          </a:xfrm>
          <a:prstGeom prst="roundRect">
            <a:avLst>
              <a:gd fmla="val 1360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13" name="Google Shape;213;p17"/>
          <p:cNvSpPr/>
          <p:nvPr>
            <p:ph idx="2" type="pic"/>
          </p:nvPr>
        </p:nvSpPr>
        <p:spPr>
          <a:xfrm>
            <a:off x="381950" y="993050"/>
            <a:ext cx="850500" cy="850500"/>
          </a:xfrm>
          <a:prstGeom prst="ellipse">
            <a:avLst/>
          </a:prstGeom>
          <a:noFill/>
          <a:ln cap="flat" cmpd="sng" w="9525">
            <a:solidFill>
              <a:schemeClr val="accent3"/>
            </a:solidFill>
            <a:prstDash val="solid"/>
            <a:round/>
            <a:headEnd len="sm" w="sm" type="none"/>
            <a:tailEnd len="sm" w="sm" type="none"/>
          </a:ln>
        </p:spPr>
      </p:sp>
      <p:sp>
        <p:nvSpPr>
          <p:cNvPr id="214" name="Google Shape;214;p17"/>
          <p:cNvSpPr txBox="1"/>
          <p:nvPr>
            <p:ph idx="1" type="subTitle"/>
          </p:nvPr>
        </p:nvSpPr>
        <p:spPr>
          <a:xfrm>
            <a:off x="381950" y="2062875"/>
            <a:ext cx="1786500" cy="236400"/>
          </a:xfrm>
          <a:prstGeom prst="rect">
            <a:avLst/>
          </a:prstGeom>
          <a:noFill/>
          <a:ln>
            <a:noFill/>
          </a:ln>
        </p:spPr>
        <p:txBody>
          <a:bodyPr anchorCtr="0" anchor="ctr" bIns="0" lIns="0" spcFirstLastPara="1" rIns="0" wrap="square" tIns="0">
            <a:noAutofit/>
          </a:bodyPr>
          <a:lstStyle>
            <a:lvl1pPr lvl="0">
              <a:spcBef>
                <a:spcPts val="0"/>
              </a:spcBef>
              <a:spcAft>
                <a:spcPts val="0"/>
              </a:spcAft>
              <a:buClr>
                <a:schemeClr val="dk1"/>
              </a:buClr>
              <a:buSzPts val="1200"/>
              <a:buFont typeface="Urbanist"/>
              <a:buNone/>
              <a:defRPr b="1" sz="1200">
                <a:solidFill>
                  <a:schemeClr val="dk1"/>
                </a:solidFill>
              </a:defRPr>
            </a:lvl1pPr>
            <a:lvl2pPr lvl="1">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2pPr>
            <a:lvl3pPr lvl="2">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3pPr>
            <a:lvl4pPr lvl="3">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4pPr>
            <a:lvl5pPr lvl="4">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5pPr>
            <a:lvl6pPr lvl="5">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6pPr>
            <a:lvl7pPr lvl="6">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7pPr>
            <a:lvl8pPr lvl="7">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8pPr>
            <a:lvl9pPr lvl="8">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9pPr>
          </a:lstStyle>
          <a:p/>
        </p:txBody>
      </p:sp>
      <p:sp>
        <p:nvSpPr>
          <p:cNvPr id="215" name="Google Shape;215;p17"/>
          <p:cNvSpPr txBox="1"/>
          <p:nvPr>
            <p:ph idx="3" type="subTitle"/>
          </p:nvPr>
        </p:nvSpPr>
        <p:spPr>
          <a:xfrm>
            <a:off x="2580250" y="1528150"/>
            <a:ext cx="2911500" cy="228600"/>
          </a:xfrm>
          <a:prstGeom prst="rect">
            <a:avLst/>
          </a:prstGeom>
          <a:noFill/>
          <a:ln>
            <a:noFill/>
          </a:ln>
        </p:spPr>
        <p:txBody>
          <a:bodyPr anchorCtr="0" anchor="ctr"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216" name="Google Shape;216;p17"/>
          <p:cNvSpPr txBox="1"/>
          <p:nvPr>
            <p:ph idx="4" type="body"/>
          </p:nvPr>
        </p:nvSpPr>
        <p:spPr>
          <a:xfrm>
            <a:off x="2580250" y="1791652"/>
            <a:ext cx="2911500" cy="610500"/>
          </a:xfrm>
          <a:prstGeom prst="rect">
            <a:avLst/>
          </a:prstGeom>
          <a:noFill/>
          <a:ln>
            <a:noFill/>
          </a:ln>
        </p:spPr>
        <p:txBody>
          <a:bodyPr anchorCtr="0" anchor="ctr" bIns="0" lIns="0" spcFirstLastPara="1" rIns="0" wrap="square" tIns="0">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0"/>
              </a:spcBef>
              <a:spcAft>
                <a:spcPts val="0"/>
              </a:spcAft>
              <a:buSzPts val="1000"/>
              <a:buChar char="○"/>
              <a:defRPr sz="1000"/>
            </a:lvl2pPr>
            <a:lvl3pPr indent="-292100" lvl="2" marL="1371600">
              <a:lnSpc>
                <a:spcPct val="100000"/>
              </a:lnSpc>
              <a:spcBef>
                <a:spcPts val="0"/>
              </a:spcBef>
              <a:spcAft>
                <a:spcPts val="0"/>
              </a:spcAft>
              <a:buSzPts val="1000"/>
              <a:buChar char="■"/>
              <a:defRPr sz="1000"/>
            </a:lvl3pPr>
            <a:lvl4pPr indent="-292100" lvl="3" marL="1828800">
              <a:lnSpc>
                <a:spcPct val="100000"/>
              </a:lnSpc>
              <a:spcBef>
                <a:spcPts val="0"/>
              </a:spcBef>
              <a:spcAft>
                <a:spcPts val="0"/>
              </a:spcAft>
              <a:buSzPts val="1000"/>
              <a:buChar char="●"/>
              <a:defRPr sz="1000"/>
            </a:lvl4pPr>
            <a:lvl5pPr indent="-292100" lvl="4" marL="2286000">
              <a:lnSpc>
                <a:spcPct val="100000"/>
              </a:lnSpc>
              <a:spcBef>
                <a:spcPts val="0"/>
              </a:spcBef>
              <a:spcAft>
                <a:spcPts val="0"/>
              </a:spcAft>
              <a:buSzPts val="1000"/>
              <a:buChar char="○"/>
              <a:defRPr sz="1000"/>
            </a:lvl5pPr>
            <a:lvl6pPr indent="-292100" lvl="5" marL="2743200">
              <a:lnSpc>
                <a:spcPct val="100000"/>
              </a:lnSpc>
              <a:spcBef>
                <a:spcPts val="0"/>
              </a:spcBef>
              <a:spcAft>
                <a:spcPts val="0"/>
              </a:spcAft>
              <a:buSzPts val="1000"/>
              <a:buChar char="■"/>
              <a:defRPr sz="1000"/>
            </a:lvl6pPr>
            <a:lvl7pPr indent="-292100" lvl="6" marL="3200400">
              <a:lnSpc>
                <a:spcPct val="100000"/>
              </a:lnSpc>
              <a:spcBef>
                <a:spcPts val="0"/>
              </a:spcBef>
              <a:spcAft>
                <a:spcPts val="0"/>
              </a:spcAft>
              <a:buSzPts val="1000"/>
              <a:buChar char="●"/>
              <a:defRPr sz="1000"/>
            </a:lvl7pPr>
            <a:lvl8pPr indent="-292100" lvl="7" marL="3657600">
              <a:lnSpc>
                <a:spcPct val="100000"/>
              </a:lnSpc>
              <a:spcBef>
                <a:spcPts val="0"/>
              </a:spcBef>
              <a:spcAft>
                <a:spcPts val="0"/>
              </a:spcAft>
              <a:buSzPts val="1000"/>
              <a:buChar char="○"/>
              <a:defRPr sz="1000"/>
            </a:lvl8pPr>
            <a:lvl9pPr indent="-292100" lvl="8" marL="4114800">
              <a:lnSpc>
                <a:spcPct val="100000"/>
              </a:lnSpc>
              <a:spcBef>
                <a:spcPts val="0"/>
              </a:spcBef>
              <a:spcAft>
                <a:spcPts val="0"/>
              </a:spcAft>
              <a:buSzPts val="1000"/>
              <a:buChar char="■"/>
              <a:defRPr sz="1000"/>
            </a:lvl9pPr>
          </a:lstStyle>
          <a:p/>
        </p:txBody>
      </p:sp>
      <p:cxnSp>
        <p:nvCxnSpPr>
          <p:cNvPr id="217" name="Google Shape;217;p17"/>
          <p:cNvCxnSpPr/>
          <p:nvPr/>
        </p:nvCxnSpPr>
        <p:spPr>
          <a:xfrm>
            <a:off x="2423700" y="2531312"/>
            <a:ext cx="3194400" cy="0"/>
          </a:xfrm>
          <a:prstGeom prst="straightConnector1">
            <a:avLst/>
          </a:prstGeom>
          <a:noFill/>
          <a:ln cap="flat" cmpd="sng" w="9525">
            <a:solidFill>
              <a:schemeClr val="dk1"/>
            </a:solidFill>
            <a:prstDash val="solid"/>
            <a:round/>
            <a:headEnd len="med" w="med" type="none"/>
            <a:tailEnd len="med" w="med" type="none"/>
          </a:ln>
        </p:spPr>
      </p:cxnSp>
      <p:cxnSp>
        <p:nvCxnSpPr>
          <p:cNvPr id="218" name="Google Shape;218;p17"/>
          <p:cNvCxnSpPr/>
          <p:nvPr/>
        </p:nvCxnSpPr>
        <p:spPr>
          <a:xfrm>
            <a:off x="2423700" y="3583537"/>
            <a:ext cx="3194400" cy="0"/>
          </a:xfrm>
          <a:prstGeom prst="straightConnector1">
            <a:avLst/>
          </a:prstGeom>
          <a:noFill/>
          <a:ln cap="flat" cmpd="sng" w="9525">
            <a:solidFill>
              <a:schemeClr val="dk1"/>
            </a:solidFill>
            <a:prstDash val="solid"/>
            <a:round/>
            <a:headEnd len="med" w="med" type="none"/>
            <a:tailEnd len="med" w="med" type="none"/>
          </a:ln>
        </p:spPr>
      </p:cxnSp>
      <p:sp>
        <p:nvSpPr>
          <p:cNvPr id="219" name="Google Shape;219;p17"/>
          <p:cNvSpPr txBox="1"/>
          <p:nvPr>
            <p:ph idx="5" type="subTitle"/>
          </p:nvPr>
        </p:nvSpPr>
        <p:spPr>
          <a:xfrm>
            <a:off x="2580250" y="2660457"/>
            <a:ext cx="2911500" cy="228600"/>
          </a:xfrm>
          <a:prstGeom prst="rect">
            <a:avLst/>
          </a:prstGeom>
          <a:noFill/>
          <a:ln>
            <a:noFill/>
          </a:ln>
        </p:spPr>
        <p:txBody>
          <a:bodyPr anchorCtr="0" anchor="ctr"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220" name="Google Shape;220;p17"/>
          <p:cNvSpPr txBox="1"/>
          <p:nvPr>
            <p:ph idx="6" type="body"/>
          </p:nvPr>
        </p:nvSpPr>
        <p:spPr>
          <a:xfrm>
            <a:off x="2580250" y="2931046"/>
            <a:ext cx="2911500" cy="610500"/>
          </a:xfrm>
          <a:prstGeom prst="rect">
            <a:avLst/>
          </a:prstGeom>
          <a:noFill/>
          <a:ln>
            <a:noFill/>
          </a:ln>
        </p:spPr>
        <p:txBody>
          <a:bodyPr anchorCtr="0" anchor="ctr"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221" name="Google Shape;221;p17"/>
          <p:cNvSpPr/>
          <p:nvPr/>
        </p:nvSpPr>
        <p:spPr>
          <a:xfrm flipH="1">
            <a:off x="2600988" y="3992942"/>
            <a:ext cx="681000" cy="2736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None/>
            </a:pPr>
            <a:r>
              <a:t/>
            </a:r>
            <a:endParaRPr b="1" sz="800">
              <a:solidFill>
                <a:schemeClr val="dk1"/>
              </a:solidFill>
              <a:latin typeface="Urbanist"/>
              <a:ea typeface="Urbanist"/>
              <a:cs typeface="Urbanist"/>
              <a:sym typeface="Urbanist"/>
            </a:endParaRPr>
          </a:p>
        </p:txBody>
      </p:sp>
      <p:sp>
        <p:nvSpPr>
          <p:cNvPr id="222" name="Google Shape;222;p17"/>
          <p:cNvSpPr/>
          <p:nvPr/>
        </p:nvSpPr>
        <p:spPr>
          <a:xfrm flipH="1">
            <a:off x="3654625" y="3992942"/>
            <a:ext cx="681000" cy="2736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None/>
            </a:pPr>
            <a:r>
              <a:t/>
            </a:r>
            <a:endParaRPr b="1" sz="800">
              <a:solidFill>
                <a:schemeClr val="dk1"/>
              </a:solidFill>
              <a:latin typeface="Urbanist"/>
              <a:ea typeface="Urbanist"/>
              <a:cs typeface="Urbanist"/>
              <a:sym typeface="Urbanist"/>
            </a:endParaRPr>
          </a:p>
        </p:txBody>
      </p:sp>
      <p:sp>
        <p:nvSpPr>
          <p:cNvPr id="223" name="Google Shape;223;p17"/>
          <p:cNvSpPr/>
          <p:nvPr/>
        </p:nvSpPr>
        <p:spPr>
          <a:xfrm flipH="1">
            <a:off x="4602650" y="3992942"/>
            <a:ext cx="681000" cy="2736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None/>
            </a:pPr>
            <a:r>
              <a:t/>
            </a:r>
            <a:endParaRPr b="1" sz="800">
              <a:solidFill>
                <a:schemeClr val="dk1"/>
              </a:solidFill>
              <a:latin typeface="Urbanist"/>
              <a:ea typeface="Urbanist"/>
              <a:cs typeface="Urbanist"/>
              <a:sym typeface="Urbanist"/>
            </a:endParaRPr>
          </a:p>
        </p:txBody>
      </p:sp>
      <p:sp>
        <p:nvSpPr>
          <p:cNvPr id="224" name="Google Shape;224;p17"/>
          <p:cNvSpPr txBox="1"/>
          <p:nvPr>
            <p:ph idx="7" type="subTitle"/>
          </p:nvPr>
        </p:nvSpPr>
        <p:spPr>
          <a:xfrm>
            <a:off x="2567250" y="3671882"/>
            <a:ext cx="2911500" cy="228600"/>
          </a:xfrm>
          <a:prstGeom prst="rect">
            <a:avLst/>
          </a:prstGeom>
          <a:noFill/>
          <a:ln>
            <a:noFill/>
          </a:ln>
        </p:spPr>
        <p:txBody>
          <a:bodyPr anchorCtr="0" anchor="ctr"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225" name="Google Shape;225;p17"/>
          <p:cNvSpPr txBox="1"/>
          <p:nvPr>
            <p:ph idx="8" type="subTitle"/>
          </p:nvPr>
        </p:nvSpPr>
        <p:spPr>
          <a:xfrm>
            <a:off x="5877425" y="1528157"/>
            <a:ext cx="2911500" cy="228600"/>
          </a:xfrm>
          <a:prstGeom prst="rect">
            <a:avLst/>
          </a:prstGeom>
          <a:noFill/>
          <a:ln>
            <a:noFill/>
          </a:ln>
        </p:spPr>
        <p:txBody>
          <a:bodyPr anchorCtr="0" anchor="ctr"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2pPr>
            <a:lvl3pPr lvl="2">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3pPr>
            <a:lvl4pPr lvl="3">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4pPr>
            <a:lvl5pPr lvl="4">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5pPr>
            <a:lvl6pPr lvl="5">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6pPr>
            <a:lvl7pPr lvl="6">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7pPr>
            <a:lvl8pPr lvl="7">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8pPr>
            <a:lvl9pPr lvl="8">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9pPr>
          </a:lstStyle>
          <a:p/>
        </p:txBody>
      </p:sp>
      <p:sp>
        <p:nvSpPr>
          <p:cNvPr id="226" name="Google Shape;226;p17"/>
          <p:cNvSpPr txBox="1"/>
          <p:nvPr>
            <p:ph idx="9" type="subTitle"/>
          </p:nvPr>
        </p:nvSpPr>
        <p:spPr>
          <a:xfrm>
            <a:off x="5877425" y="1781107"/>
            <a:ext cx="2911500" cy="228600"/>
          </a:xfrm>
          <a:prstGeom prst="rect">
            <a:avLst/>
          </a:prstGeom>
          <a:noFill/>
          <a:ln>
            <a:noFill/>
          </a:ln>
        </p:spPr>
        <p:txBody>
          <a:bodyPr anchorCtr="0" anchor="ctr" bIns="0" lIns="0" spcFirstLastPara="1" rIns="0" wrap="square" tIns="0">
            <a:noAutofit/>
          </a:bodyPr>
          <a:lstStyle>
            <a:lvl1pPr lvl="0">
              <a:spcBef>
                <a:spcPts val="0"/>
              </a:spcBef>
              <a:spcAft>
                <a:spcPts val="0"/>
              </a:spcAft>
              <a:buClr>
                <a:schemeClr val="accent3"/>
              </a:buClr>
              <a:buSzPts val="800"/>
              <a:buFont typeface="Urbanist"/>
              <a:buNone/>
              <a:defRPr b="1" sz="800">
                <a:solidFill>
                  <a:schemeClr val="accent3"/>
                </a:solidFill>
              </a:defRPr>
            </a:lvl1pPr>
            <a:lvl2pPr lvl="1">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2pPr>
            <a:lvl3pPr lvl="2">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3pPr>
            <a:lvl4pPr lvl="3">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4pPr>
            <a:lvl5pPr lvl="4">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5pPr>
            <a:lvl6pPr lvl="5">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6pPr>
            <a:lvl7pPr lvl="6">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7pPr>
            <a:lvl8pPr lvl="7">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8pPr>
            <a:lvl9pPr lvl="8">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9pPr>
          </a:lstStyle>
          <a:p/>
        </p:txBody>
      </p:sp>
      <p:sp>
        <p:nvSpPr>
          <p:cNvPr id="227" name="Google Shape;227;p17"/>
          <p:cNvSpPr txBox="1"/>
          <p:nvPr>
            <p:ph idx="13" type="subTitle"/>
          </p:nvPr>
        </p:nvSpPr>
        <p:spPr>
          <a:xfrm>
            <a:off x="5877425" y="2219182"/>
            <a:ext cx="2911500" cy="228600"/>
          </a:xfrm>
          <a:prstGeom prst="rect">
            <a:avLst/>
          </a:prstGeom>
          <a:noFill/>
          <a:ln>
            <a:noFill/>
          </a:ln>
        </p:spPr>
        <p:txBody>
          <a:bodyPr anchorCtr="0" anchor="ctr" bIns="0" lIns="0" spcFirstLastPara="1" rIns="0" wrap="square" tIns="0">
            <a:noAutofit/>
          </a:bodyPr>
          <a:lstStyle>
            <a:lvl1pPr lvl="0">
              <a:spcBef>
                <a:spcPts val="0"/>
              </a:spcBef>
              <a:spcAft>
                <a:spcPts val="0"/>
              </a:spcAft>
              <a:buClr>
                <a:schemeClr val="accent3"/>
              </a:buClr>
              <a:buSzPts val="800"/>
              <a:buFont typeface="Urbanist"/>
              <a:buNone/>
              <a:defRPr b="1" sz="800">
                <a:solidFill>
                  <a:schemeClr val="accent3"/>
                </a:solidFill>
              </a:defRPr>
            </a:lvl1pPr>
            <a:lvl2pPr lvl="1">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2pPr>
            <a:lvl3pPr lvl="2">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3pPr>
            <a:lvl4pPr lvl="3">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4pPr>
            <a:lvl5pPr lvl="4">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5pPr>
            <a:lvl6pPr lvl="5">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6pPr>
            <a:lvl7pPr lvl="6">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7pPr>
            <a:lvl8pPr lvl="7">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8pPr>
            <a:lvl9pPr lvl="8">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9pPr>
          </a:lstStyle>
          <a:p/>
        </p:txBody>
      </p:sp>
      <p:sp>
        <p:nvSpPr>
          <p:cNvPr id="228" name="Google Shape;228;p17"/>
          <p:cNvSpPr txBox="1"/>
          <p:nvPr>
            <p:ph idx="14" type="subTitle"/>
          </p:nvPr>
        </p:nvSpPr>
        <p:spPr>
          <a:xfrm>
            <a:off x="5877425" y="2657257"/>
            <a:ext cx="2911500" cy="228600"/>
          </a:xfrm>
          <a:prstGeom prst="rect">
            <a:avLst/>
          </a:prstGeom>
          <a:noFill/>
          <a:ln>
            <a:noFill/>
          </a:ln>
        </p:spPr>
        <p:txBody>
          <a:bodyPr anchorCtr="0" anchor="ctr" bIns="0" lIns="0" spcFirstLastPara="1" rIns="0" wrap="square" tIns="0">
            <a:noAutofit/>
          </a:bodyPr>
          <a:lstStyle>
            <a:lvl1pPr lvl="0">
              <a:spcBef>
                <a:spcPts val="0"/>
              </a:spcBef>
              <a:spcAft>
                <a:spcPts val="0"/>
              </a:spcAft>
              <a:buClr>
                <a:schemeClr val="accent3"/>
              </a:buClr>
              <a:buSzPts val="800"/>
              <a:buFont typeface="Urbanist"/>
              <a:buNone/>
              <a:defRPr b="1" sz="800">
                <a:solidFill>
                  <a:schemeClr val="accent3"/>
                </a:solidFill>
              </a:defRPr>
            </a:lvl1pPr>
            <a:lvl2pPr lvl="1">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2pPr>
            <a:lvl3pPr lvl="2">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3pPr>
            <a:lvl4pPr lvl="3">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4pPr>
            <a:lvl5pPr lvl="4">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5pPr>
            <a:lvl6pPr lvl="5">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6pPr>
            <a:lvl7pPr lvl="6">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7pPr>
            <a:lvl8pPr lvl="7">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8pPr>
            <a:lvl9pPr lvl="8">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9pPr>
          </a:lstStyle>
          <a:p/>
        </p:txBody>
      </p:sp>
      <p:sp>
        <p:nvSpPr>
          <p:cNvPr id="229" name="Google Shape;229;p17"/>
          <p:cNvSpPr txBox="1"/>
          <p:nvPr>
            <p:ph idx="15" type="subTitle"/>
          </p:nvPr>
        </p:nvSpPr>
        <p:spPr>
          <a:xfrm>
            <a:off x="5877425" y="3354932"/>
            <a:ext cx="2911500" cy="228600"/>
          </a:xfrm>
          <a:prstGeom prst="rect">
            <a:avLst/>
          </a:prstGeom>
          <a:noFill/>
          <a:ln>
            <a:noFill/>
          </a:ln>
        </p:spPr>
        <p:txBody>
          <a:bodyPr anchorCtr="0" anchor="ctr"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2pPr>
            <a:lvl3pPr lvl="2">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3pPr>
            <a:lvl4pPr lvl="3">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4pPr>
            <a:lvl5pPr lvl="4">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5pPr>
            <a:lvl6pPr lvl="5">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6pPr>
            <a:lvl7pPr lvl="6">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7pPr>
            <a:lvl8pPr lvl="7">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8pPr>
            <a:lvl9pPr lvl="8">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9pPr>
          </a:lstStyle>
          <a:p/>
        </p:txBody>
      </p:sp>
      <p:sp>
        <p:nvSpPr>
          <p:cNvPr id="230" name="Google Shape;230;p17"/>
          <p:cNvSpPr txBox="1"/>
          <p:nvPr>
            <p:ph idx="16" type="subTitle"/>
          </p:nvPr>
        </p:nvSpPr>
        <p:spPr>
          <a:xfrm>
            <a:off x="228600" y="228600"/>
            <a:ext cx="2920800" cy="228600"/>
          </a:xfrm>
          <a:prstGeom prst="rect">
            <a:avLst/>
          </a:prstGeom>
          <a:noFill/>
          <a:ln>
            <a:noFill/>
          </a:ln>
        </p:spPr>
        <p:txBody>
          <a:bodyPr anchorCtr="0" anchor="ctr"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sp>
        <p:nvSpPr>
          <p:cNvPr id="231" name="Google Shape;231;p17"/>
          <p:cNvSpPr txBox="1"/>
          <p:nvPr>
            <p:ph idx="17" type="subTitle"/>
          </p:nvPr>
        </p:nvSpPr>
        <p:spPr>
          <a:xfrm>
            <a:off x="3154650" y="4675975"/>
            <a:ext cx="2835000" cy="466800"/>
          </a:xfrm>
          <a:prstGeom prst="rect">
            <a:avLst/>
          </a:prstGeom>
          <a:noFill/>
          <a:ln>
            <a:noFill/>
          </a:ln>
        </p:spPr>
        <p:txBody>
          <a:bodyPr anchorCtr="0" anchor="ctr" bIns="0" lIns="0" spcFirstLastPara="1" rIns="0" wrap="square" tIns="0">
            <a:noAutofit/>
          </a:bodyPr>
          <a:lstStyle>
            <a:lvl1pPr lvl="0" algn="ct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pic>
        <p:nvPicPr>
          <p:cNvPr id="232" name="Google Shape;232;p17"/>
          <p:cNvPicPr preferRelativeResize="0"/>
          <p:nvPr/>
        </p:nvPicPr>
        <p:blipFill>
          <a:blip r:embed="rId3">
            <a:alphaModFix/>
          </a:blip>
          <a:stretch>
            <a:fillRect/>
          </a:stretch>
        </p:blipFill>
        <p:spPr>
          <a:xfrm>
            <a:off x="228600" y="4837043"/>
            <a:ext cx="567051" cy="144675"/>
          </a:xfrm>
          <a:prstGeom prst="rect">
            <a:avLst/>
          </a:prstGeom>
          <a:noFill/>
          <a:ln>
            <a:noFill/>
          </a:ln>
        </p:spPr>
      </p:pic>
      <p:sp>
        <p:nvSpPr>
          <p:cNvPr id="233" name="Google Shape;233;p17"/>
          <p:cNvSpPr txBox="1"/>
          <p:nvPr>
            <p:ph idx="12" type="sldNum"/>
          </p:nvPr>
        </p:nvSpPr>
        <p:spPr>
          <a:xfrm>
            <a:off x="8348225" y="4666247"/>
            <a:ext cx="567000" cy="466800"/>
          </a:xfrm>
          <a:prstGeom prst="rect">
            <a:avLst/>
          </a:prstGeom>
        </p:spPr>
        <p:txBody>
          <a:bodyPr anchorCtr="0" anchor="ctr" bIns="91425" lIns="91425" spcFirstLastPara="1" rIns="91425" wrap="square" tIns="91425">
            <a:noAutofit/>
          </a:bodyPr>
          <a:lstStyle>
            <a:lvl1pPr lvl="0">
              <a:buNone/>
              <a:defRPr sz="700">
                <a:solidFill>
                  <a:schemeClr val="lt1"/>
                </a:solidFill>
              </a:defRPr>
            </a:lvl1pPr>
            <a:lvl2pPr lvl="1">
              <a:buNone/>
              <a:defRPr sz="700">
                <a:solidFill>
                  <a:schemeClr val="lt1"/>
                </a:solidFill>
              </a:defRPr>
            </a:lvl2pPr>
            <a:lvl3pPr lvl="2">
              <a:buNone/>
              <a:defRPr sz="700">
                <a:solidFill>
                  <a:schemeClr val="lt1"/>
                </a:solidFill>
              </a:defRPr>
            </a:lvl3pPr>
            <a:lvl4pPr lvl="3">
              <a:buNone/>
              <a:defRPr sz="700">
                <a:solidFill>
                  <a:schemeClr val="lt1"/>
                </a:solidFill>
              </a:defRPr>
            </a:lvl4pPr>
            <a:lvl5pPr lvl="4">
              <a:buNone/>
              <a:defRPr sz="700">
                <a:solidFill>
                  <a:schemeClr val="lt1"/>
                </a:solidFill>
              </a:defRPr>
            </a:lvl5pPr>
            <a:lvl6pPr lvl="5">
              <a:buNone/>
              <a:defRPr sz="700">
                <a:solidFill>
                  <a:schemeClr val="lt1"/>
                </a:solidFill>
              </a:defRPr>
            </a:lvl6pPr>
            <a:lvl7pPr lvl="6">
              <a:buNone/>
              <a:defRPr sz="700">
                <a:solidFill>
                  <a:schemeClr val="lt1"/>
                </a:solidFill>
              </a:defRPr>
            </a:lvl7pPr>
            <a:lvl8pPr lvl="7">
              <a:buNone/>
              <a:defRPr sz="700">
                <a:solidFill>
                  <a:schemeClr val="lt1"/>
                </a:solidFill>
              </a:defRPr>
            </a:lvl8pPr>
            <a:lvl9pPr lvl="8">
              <a:buNone/>
              <a:defRPr sz="700">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ilestones">
  <p:cSld name="CUSTOM_4">
    <p:spTree>
      <p:nvGrpSpPr>
        <p:cNvPr id="234" name="Shape 234"/>
        <p:cNvGrpSpPr/>
        <p:nvPr/>
      </p:nvGrpSpPr>
      <p:grpSpPr>
        <a:xfrm>
          <a:off x="0" y="0"/>
          <a:ext cx="0" cy="0"/>
          <a:chOff x="0" y="0"/>
          <a:chExt cx="0" cy="0"/>
        </a:xfrm>
      </p:grpSpPr>
      <p:pic>
        <p:nvPicPr>
          <p:cNvPr id="235" name="Google Shape;235;p18"/>
          <p:cNvPicPr preferRelativeResize="0"/>
          <p:nvPr/>
        </p:nvPicPr>
        <p:blipFill rotWithShape="1">
          <a:blip r:embed="rId2">
            <a:alphaModFix/>
          </a:blip>
          <a:srcRect b="-9999" l="0" r="0" t="0"/>
          <a:stretch/>
        </p:blipFill>
        <p:spPr>
          <a:xfrm>
            <a:off x="0" y="0"/>
            <a:ext cx="9144003" cy="5143501"/>
          </a:xfrm>
          <a:prstGeom prst="rect">
            <a:avLst/>
          </a:prstGeom>
          <a:noFill/>
          <a:ln>
            <a:noFill/>
          </a:ln>
        </p:spPr>
      </p:pic>
      <p:sp>
        <p:nvSpPr>
          <p:cNvPr id="236" name="Google Shape;236;p18"/>
          <p:cNvSpPr txBox="1"/>
          <p:nvPr>
            <p:ph idx="1" type="subTitle"/>
          </p:nvPr>
        </p:nvSpPr>
        <p:spPr>
          <a:xfrm>
            <a:off x="3829950" y="2667925"/>
            <a:ext cx="1339800" cy="144300"/>
          </a:xfrm>
          <a:prstGeom prst="rect">
            <a:avLst/>
          </a:prstGeom>
          <a:noFill/>
          <a:ln>
            <a:noFill/>
          </a:ln>
        </p:spPr>
        <p:txBody>
          <a:bodyPr anchorCtr="0" anchor="ctr" bIns="91425" lIns="0" spcFirstLastPara="1" rIns="91425" wrap="square" tIns="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p:txBody>
      </p:sp>
      <p:sp>
        <p:nvSpPr>
          <p:cNvPr id="237" name="Google Shape;237;p18"/>
          <p:cNvSpPr txBox="1"/>
          <p:nvPr>
            <p:ph idx="2" type="subTitle"/>
          </p:nvPr>
        </p:nvSpPr>
        <p:spPr>
          <a:xfrm>
            <a:off x="2077400" y="4218350"/>
            <a:ext cx="1377600" cy="1443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2pPr>
            <a:lvl3pPr lvl="2"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3pPr>
            <a:lvl4pPr lvl="3"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4pPr>
            <a:lvl5pPr lvl="4"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5pPr>
            <a:lvl6pPr lvl="5"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6pPr>
            <a:lvl7pPr lvl="6"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7pPr>
            <a:lvl8pPr lvl="7"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8pPr>
            <a:lvl9pPr lvl="8"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9pPr>
          </a:lstStyle>
          <a:p/>
        </p:txBody>
      </p:sp>
      <p:sp>
        <p:nvSpPr>
          <p:cNvPr id="238" name="Google Shape;238;p18"/>
          <p:cNvSpPr txBox="1"/>
          <p:nvPr>
            <p:ph type="title"/>
          </p:nvPr>
        </p:nvSpPr>
        <p:spPr>
          <a:xfrm>
            <a:off x="228600" y="613525"/>
            <a:ext cx="6841500" cy="753000"/>
          </a:xfrm>
          <a:prstGeom prst="rect">
            <a:avLst/>
          </a:prstGeom>
          <a:noFill/>
          <a:ln>
            <a:noFill/>
          </a:ln>
        </p:spPr>
        <p:txBody>
          <a:bodyPr anchorCtr="0" anchor="ctr"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sp>
        <p:nvSpPr>
          <p:cNvPr id="239" name="Google Shape;239;p18"/>
          <p:cNvSpPr txBox="1"/>
          <p:nvPr>
            <p:ph idx="3" type="subTitle"/>
          </p:nvPr>
        </p:nvSpPr>
        <p:spPr>
          <a:xfrm>
            <a:off x="277500" y="4218350"/>
            <a:ext cx="1377600" cy="1443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Clr>
                <a:schemeClr val="lt1"/>
              </a:buClr>
              <a:buSzPts val="1000"/>
              <a:buFont typeface="Urbanist"/>
              <a:buNone/>
              <a:defRPr sz="1000">
                <a:solidFill>
                  <a:schemeClr val="lt1"/>
                </a:solidFill>
              </a:defRPr>
            </a:lvl1pPr>
            <a:lvl2pPr lvl="1"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2pPr>
            <a:lvl3pPr lvl="2"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3pPr>
            <a:lvl4pPr lvl="3"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4pPr>
            <a:lvl5pPr lvl="4"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5pPr>
            <a:lvl6pPr lvl="5"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6pPr>
            <a:lvl7pPr lvl="6"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7pPr>
            <a:lvl8pPr lvl="7"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8pPr>
            <a:lvl9pPr lvl="8"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9pPr>
          </a:lstStyle>
          <a:p/>
        </p:txBody>
      </p:sp>
      <p:sp>
        <p:nvSpPr>
          <p:cNvPr id="240" name="Google Shape;240;p18"/>
          <p:cNvSpPr txBox="1"/>
          <p:nvPr>
            <p:ph idx="4" type="subTitle"/>
          </p:nvPr>
        </p:nvSpPr>
        <p:spPr>
          <a:xfrm>
            <a:off x="3877300" y="4218350"/>
            <a:ext cx="1377600" cy="1443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2pPr>
            <a:lvl3pPr lvl="2"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3pPr>
            <a:lvl4pPr lvl="3"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4pPr>
            <a:lvl5pPr lvl="4"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5pPr>
            <a:lvl6pPr lvl="5"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6pPr>
            <a:lvl7pPr lvl="6"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7pPr>
            <a:lvl8pPr lvl="7"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8pPr>
            <a:lvl9pPr lvl="8"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9pPr>
          </a:lstStyle>
          <a:p/>
        </p:txBody>
      </p:sp>
      <p:sp>
        <p:nvSpPr>
          <p:cNvPr id="241" name="Google Shape;241;p18"/>
          <p:cNvSpPr txBox="1"/>
          <p:nvPr>
            <p:ph idx="5" type="subTitle"/>
          </p:nvPr>
        </p:nvSpPr>
        <p:spPr>
          <a:xfrm>
            <a:off x="5677200" y="4218350"/>
            <a:ext cx="1377600" cy="1443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2pPr>
            <a:lvl3pPr lvl="2"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3pPr>
            <a:lvl4pPr lvl="3"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4pPr>
            <a:lvl5pPr lvl="4"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5pPr>
            <a:lvl6pPr lvl="5"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6pPr>
            <a:lvl7pPr lvl="6"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7pPr>
            <a:lvl8pPr lvl="7"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8pPr>
            <a:lvl9pPr lvl="8"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9pPr>
          </a:lstStyle>
          <a:p/>
        </p:txBody>
      </p:sp>
      <p:sp>
        <p:nvSpPr>
          <p:cNvPr id="242" name="Google Shape;242;p18"/>
          <p:cNvSpPr txBox="1"/>
          <p:nvPr>
            <p:ph idx="6" type="subTitle"/>
          </p:nvPr>
        </p:nvSpPr>
        <p:spPr>
          <a:xfrm>
            <a:off x="7477100" y="4218350"/>
            <a:ext cx="1377600" cy="1443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2pPr>
            <a:lvl3pPr lvl="2"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3pPr>
            <a:lvl4pPr lvl="3"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4pPr>
            <a:lvl5pPr lvl="4"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5pPr>
            <a:lvl6pPr lvl="5"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6pPr>
            <a:lvl7pPr lvl="6"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7pPr>
            <a:lvl8pPr lvl="7"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8pPr>
            <a:lvl9pPr lvl="8"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9pPr>
          </a:lstStyle>
          <a:p/>
        </p:txBody>
      </p:sp>
      <p:sp>
        <p:nvSpPr>
          <p:cNvPr id="243" name="Google Shape;243;p18"/>
          <p:cNvSpPr txBox="1"/>
          <p:nvPr>
            <p:ph idx="7" type="subTitle"/>
          </p:nvPr>
        </p:nvSpPr>
        <p:spPr>
          <a:xfrm>
            <a:off x="238800" y="2667925"/>
            <a:ext cx="1339800" cy="144300"/>
          </a:xfrm>
          <a:prstGeom prst="rect">
            <a:avLst/>
          </a:prstGeom>
          <a:noFill/>
          <a:ln>
            <a:noFill/>
          </a:ln>
        </p:spPr>
        <p:txBody>
          <a:bodyPr anchorCtr="0" anchor="ctr" bIns="91425" lIns="0" spcFirstLastPara="1" rIns="91425" wrap="square" tIns="0">
            <a:noAutofit/>
          </a:bodyPr>
          <a:lstStyle>
            <a:lvl1pPr lvl="0">
              <a:spcBef>
                <a:spcPts val="0"/>
              </a:spcBef>
              <a:spcAft>
                <a:spcPts val="0"/>
              </a:spcAft>
              <a:buClr>
                <a:schemeClr val="accent3"/>
              </a:buClr>
              <a:buSzPts val="1200"/>
              <a:buFont typeface="Urbanist"/>
              <a:buNone/>
              <a:defRPr b="1" sz="1200">
                <a:solidFill>
                  <a:schemeClr val="accent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4" name="Google Shape;244;p18"/>
          <p:cNvSpPr txBox="1"/>
          <p:nvPr>
            <p:ph idx="8" type="subTitle"/>
          </p:nvPr>
        </p:nvSpPr>
        <p:spPr>
          <a:xfrm>
            <a:off x="2034375" y="2667925"/>
            <a:ext cx="1339800" cy="144300"/>
          </a:xfrm>
          <a:prstGeom prst="rect">
            <a:avLst/>
          </a:prstGeom>
          <a:noFill/>
          <a:ln>
            <a:noFill/>
          </a:ln>
        </p:spPr>
        <p:txBody>
          <a:bodyPr anchorCtr="0" anchor="ctr" bIns="91425" lIns="0" spcFirstLastPara="1" rIns="91425" wrap="square" tIns="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p:txBody>
      </p:sp>
      <p:sp>
        <p:nvSpPr>
          <p:cNvPr id="245" name="Google Shape;245;p18"/>
          <p:cNvSpPr txBox="1"/>
          <p:nvPr>
            <p:ph idx="9" type="subTitle"/>
          </p:nvPr>
        </p:nvSpPr>
        <p:spPr>
          <a:xfrm>
            <a:off x="5645375" y="2667925"/>
            <a:ext cx="1339800" cy="144300"/>
          </a:xfrm>
          <a:prstGeom prst="rect">
            <a:avLst/>
          </a:prstGeom>
          <a:noFill/>
          <a:ln>
            <a:noFill/>
          </a:ln>
        </p:spPr>
        <p:txBody>
          <a:bodyPr anchorCtr="0" anchor="ctr" bIns="91425" lIns="0" spcFirstLastPara="1" rIns="91425" wrap="square" tIns="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p:txBody>
      </p:sp>
      <p:sp>
        <p:nvSpPr>
          <p:cNvPr id="246" name="Google Shape;246;p18"/>
          <p:cNvSpPr txBox="1"/>
          <p:nvPr>
            <p:ph idx="13" type="subTitle"/>
          </p:nvPr>
        </p:nvSpPr>
        <p:spPr>
          <a:xfrm>
            <a:off x="7460789" y="2667925"/>
            <a:ext cx="1339800" cy="144300"/>
          </a:xfrm>
          <a:prstGeom prst="rect">
            <a:avLst/>
          </a:prstGeom>
          <a:noFill/>
          <a:ln>
            <a:noFill/>
          </a:ln>
        </p:spPr>
        <p:txBody>
          <a:bodyPr anchorCtr="0" anchor="ctr" bIns="91425" lIns="0" spcFirstLastPara="1" rIns="91425" wrap="square" tIns="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p:txBody>
      </p:sp>
      <p:sp>
        <p:nvSpPr>
          <p:cNvPr id="247" name="Google Shape;247;p18"/>
          <p:cNvSpPr txBox="1"/>
          <p:nvPr>
            <p:ph idx="14" type="subTitle"/>
          </p:nvPr>
        </p:nvSpPr>
        <p:spPr>
          <a:xfrm>
            <a:off x="372900" y="2029450"/>
            <a:ext cx="314100" cy="338700"/>
          </a:xfrm>
          <a:prstGeom prst="rect">
            <a:avLst/>
          </a:prstGeom>
          <a:noFill/>
          <a:ln>
            <a:noFill/>
          </a:ln>
        </p:spPr>
        <p:txBody>
          <a:bodyPr anchorCtr="0" anchor="ctr" bIns="0" lIns="0" spcFirstLastPara="1" rIns="0" wrap="square" tIns="0">
            <a:noAutofit/>
          </a:bodyPr>
          <a:lstStyle>
            <a:lvl1pPr lvl="0" algn="ctr">
              <a:spcBef>
                <a:spcPts val="0"/>
              </a:spcBef>
              <a:spcAft>
                <a:spcPts val="0"/>
              </a:spcAft>
              <a:buClr>
                <a:schemeClr val="dk1"/>
              </a:buClr>
              <a:buSzPts val="1600"/>
              <a:buFont typeface="Urbanist"/>
              <a:buNone/>
              <a:defRPr b="1">
                <a:solidFill>
                  <a:schemeClr val="dk1"/>
                </a:solidFill>
              </a:defRPr>
            </a:lvl1pPr>
            <a:lvl2pPr lvl="1" algn="ctr">
              <a:spcBef>
                <a:spcPts val="0"/>
              </a:spcBef>
              <a:spcAft>
                <a:spcPts val="0"/>
              </a:spcAft>
              <a:buSzPts val="1600"/>
              <a:buNone/>
              <a:defRPr sz="1600"/>
            </a:lvl2pPr>
            <a:lvl3pPr lvl="2" algn="ctr">
              <a:spcBef>
                <a:spcPts val="0"/>
              </a:spcBef>
              <a:spcAft>
                <a:spcPts val="0"/>
              </a:spcAft>
              <a:buSzPts val="1600"/>
              <a:buNone/>
              <a:defRPr sz="1600"/>
            </a:lvl3pPr>
            <a:lvl4pPr lvl="3" algn="ctr">
              <a:spcBef>
                <a:spcPts val="0"/>
              </a:spcBef>
              <a:spcAft>
                <a:spcPts val="0"/>
              </a:spcAft>
              <a:buSzPts val="1600"/>
              <a:buNone/>
              <a:defRPr sz="1600"/>
            </a:lvl4pPr>
            <a:lvl5pPr lvl="4" algn="ctr">
              <a:spcBef>
                <a:spcPts val="0"/>
              </a:spcBef>
              <a:spcAft>
                <a:spcPts val="0"/>
              </a:spcAft>
              <a:buSzPts val="1600"/>
              <a:buNone/>
              <a:defRPr sz="1600"/>
            </a:lvl5pPr>
            <a:lvl6pPr lvl="5" algn="ctr">
              <a:spcBef>
                <a:spcPts val="0"/>
              </a:spcBef>
              <a:spcAft>
                <a:spcPts val="0"/>
              </a:spcAft>
              <a:buSzPts val="1600"/>
              <a:buNone/>
              <a:defRPr sz="1600"/>
            </a:lvl6pPr>
            <a:lvl7pPr lvl="6" algn="ctr">
              <a:spcBef>
                <a:spcPts val="0"/>
              </a:spcBef>
              <a:spcAft>
                <a:spcPts val="0"/>
              </a:spcAft>
              <a:buSzPts val="1600"/>
              <a:buNone/>
              <a:defRPr sz="1600"/>
            </a:lvl7pPr>
            <a:lvl8pPr lvl="7" algn="ctr">
              <a:spcBef>
                <a:spcPts val="0"/>
              </a:spcBef>
              <a:spcAft>
                <a:spcPts val="0"/>
              </a:spcAft>
              <a:buSzPts val="1600"/>
              <a:buNone/>
              <a:defRPr sz="1600"/>
            </a:lvl8pPr>
            <a:lvl9pPr lvl="8" algn="ctr">
              <a:spcBef>
                <a:spcPts val="0"/>
              </a:spcBef>
              <a:spcAft>
                <a:spcPts val="0"/>
              </a:spcAft>
              <a:buSzPts val="1600"/>
              <a:buNone/>
              <a:defRPr sz="1600"/>
            </a:lvl9pPr>
          </a:lstStyle>
          <a:p/>
        </p:txBody>
      </p:sp>
      <p:sp>
        <p:nvSpPr>
          <p:cNvPr id="248" name="Google Shape;248;p18"/>
          <p:cNvSpPr txBox="1"/>
          <p:nvPr>
            <p:ph idx="15" type="subTitle"/>
          </p:nvPr>
        </p:nvSpPr>
        <p:spPr>
          <a:xfrm>
            <a:off x="2178663" y="2027390"/>
            <a:ext cx="314100" cy="338700"/>
          </a:xfrm>
          <a:prstGeom prst="rect">
            <a:avLst/>
          </a:prstGeom>
          <a:noFill/>
          <a:ln>
            <a:noFill/>
          </a:ln>
        </p:spPr>
        <p:txBody>
          <a:bodyPr anchorCtr="0" anchor="ctr" bIns="0" lIns="0" spcFirstLastPara="1" rIns="0" wrap="square" tIns="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b="1" sz="1600">
                <a:solidFill>
                  <a:schemeClr val="accent3"/>
                </a:solidFill>
              </a:defRPr>
            </a:lvl2pPr>
            <a:lvl3pPr lvl="2" algn="ctr">
              <a:spcBef>
                <a:spcPts val="0"/>
              </a:spcBef>
              <a:spcAft>
                <a:spcPts val="0"/>
              </a:spcAft>
              <a:buClr>
                <a:schemeClr val="accent3"/>
              </a:buClr>
              <a:buSzPts val="1600"/>
              <a:buNone/>
              <a:defRPr b="1" sz="1600">
                <a:solidFill>
                  <a:schemeClr val="accent3"/>
                </a:solidFill>
              </a:defRPr>
            </a:lvl3pPr>
            <a:lvl4pPr lvl="3" algn="ctr">
              <a:spcBef>
                <a:spcPts val="0"/>
              </a:spcBef>
              <a:spcAft>
                <a:spcPts val="0"/>
              </a:spcAft>
              <a:buClr>
                <a:schemeClr val="accent3"/>
              </a:buClr>
              <a:buSzPts val="1600"/>
              <a:buNone/>
              <a:defRPr b="1" sz="1600">
                <a:solidFill>
                  <a:schemeClr val="accent3"/>
                </a:solidFill>
              </a:defRPr>
            </a:lvl4pPr>
            <a:lvl5pPr lvl="4" algn="ctr">
              <a:spcBef>
                <a:spcPts val="0"/>
              </a:spcBef>
              <a:spcAft>
                <a:spcPts val="0"/>
              </a:spcAft>
              <a:buClr>
                <a:schemeClr val="accent3"/>
              </a:buClr>
              <a:buSzPts val="1600"/>
              <a:buNone/>
              <a:defRPr b="1" sz="1600">
                <a:solidFill>
                  <a:schemeClr val="accent3"/>
                </a:solidFill>
              </a:defRPr>
            </a:lvl5pPr>
            <a:lvl6pPr lvl="5" algn="ctr">
              <a:spcBef>
                <a:spcPts val="0"/>
              </a:spcBef>
              <a:spcAft>
                <a:spcPts val="0"/>
              </a:spcAft>
              <a:buClr>
                <a:schemeClr val="accent3"/>
              </a:buClr>
              <a:buSzPts val="1600"/>
              <a:buNone/>
              <a:defRPr b="1" sz="1600">
                <a:solidFill>
                  <a:schemeClr val="accent3"/>
                </a:solidFill>
              </a:defRPr>
            </a:lvl6pPr>
            <a:lvl7pPr lvl="6" algn="ctr">
              <a:spcBef>
                <a:spcPts val="0"/>
              </a:spcBef>
              <a:spcAft>
                <a:spcPts val="0"/>
              </a:spcAft>
              <a:buClr>
                <a:schemeClr val="accent3"/>
              </a:buClr>
              <a:buSzPts val="1600"/>
              <a:buNone/>
              <a:defRPr b="1" sz="1600">
                <a:solidFill>
                  <a:schemeClr val="accent3"/>
                </a:solidFill>
              </a:defRPr>
            </a:lvl7pPr>
            <a:lvl8pPr lvl="7" algn="ctr">
              <a:spcBef>
                <a:spcPts val="0"/>
              </a:spcBef>
              <a:spcAft>
                <a:spcPts val="0"/>
              </a:spcAft>
              <a:buClr>
                <a:schemeClr val="accent3"/>
              </a:buClr>
              <a:buSzPts val="1600"/>
              <a:buNone/>
              <a:defRPr b="1" sz="1600">
                <a:solidFill>
                  <a:schemeClr val="accent3"/>
                </a:solidFill>
              </a:defRPr>
            </a:lvl8pPr>
            <a:lvl9pPr lvl="8" algn="ctr">
              <a:spcBef>
                <a:spcPts val="0"/>
              </a:spcBef>
              <a:spcAft>
                <a:spcPts val="0"/>
              </a:spcAft>
              <a:buClr>
                <a:schemeClr val="accent3"/>
              </a:buClr>
              <a:buSzPts val="1600"/>
              <a:buNone/>
              <a:defRPr b="1" sz="1600">
                <a:solidFill>
                  <a:schemeClr val="accent3"/>
                </a:solidFill>
              </a:defRPr>
            </a:lvl9pPr>
          </a:lstStyle>
          <a:p/>
        </p:txBody>
      </p:sp>
      <p:sp>
        <p:nvSpPr>
          <p:cNvPr id="249" name="Google Shape;249;p18"/>
          <p:cNvSpPr txBox="1"/>
          <p:nvPr>
            <p:ph idx="16" type="subTitle"/>
          </p:nvPr>
        </p:nvSpPr>
        <p:spPr>
          <a:xfrm>
            <a:off x="3974250" y="2027390"/>
            <a:ext cx="314100" cy="338700"/>
          </a:xfrm>
          <a:prstGeom prst="rect">
            <a:avLst/>
          </a:prstGeom>
          <a:noFill/>
          <a:ln>
            <a:noFill/>
          </a:ln>
        </p:spPr>
        <p:txBody>
          <a:bodyPr anchorCtr="0" anchor="ctr" bIns="0" lIns="0" spcFirstLastPara="1" rIns="0" wrap="square" tIns="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b="1" sz="1600">
                <a:solidFill>
                  <a:schemeClr val="accent3"/>
                </a:solidFill>
              </a:defRPr>
            </a:lvl2pPr>
            <a:lvl3pPr lvl="2" algn="ctr">
              <a:spcBef>
                <a:spcPts val="0"/>
              </a:spcBef>
              <a:spcAft>
                <a:spcPts val="0"/>
              </a:spcAft>
              <a:buClr>
                <a:schemeClr val="accent3"/>
              </a:buClr>
              <a:buSzPts val="1600"/>
              <a:buNone/>
              <a:defRPr b="1" sz="1600">
                <a:solidFill>
                  <a:schemeClr val="accent3"/>
                </a:solidFill>
              </a:defRPr>
            </a:lvl3pPr>
            <a:lvl4pPr lvl="3" algn="ctr">
              <a:spcBef>
                <a:spcPts val="0"/>
              </a:spcBef>
              <a:spcAft>
                <a:spcPts val="0"/>
              </a:spcAft>
              <a:buClr>
                <a:schemeClr val="accent3"/>
              </a:buClr>
              <a:buSzPts val="1600"/>
              <a:buNone/>
              <a:defRPr b="1" sz="1600">
                <a:solidFill>
                  <a:schemeClr val="accent3"/>
                </a:solidFill>
              </a:defRPr>
            </a:lvl4pPr>
            <a:lvl5pPr lvl="4" algn="ctr">
              <a:spcBef>
                <a:spcPts val="0"/>
              </a:spcBef>
              <a:spcAft>
                <a:spcPts val="0"/>
              </a:spcAft>
              <a:buClr>
                <a:schemeClr val="accent3"/>
              </a:buClr>
              <a:buSzPts val="1600"/>
              <a:buNone/>
              <a:defRPr b="1" sz="1600">
                <a:solidFill>
                  <a:schemeClr val="accent3"/>
                </a:solidFill>
              </a:defRPr>
            </a:lvl5pPr>
            <a:lvl6pPr lvl="5" algn="ctr">
              <a:spcBef>
                <a:spcPts val="0"/>
              </a:spcBef>
              <a:spcAft>
                <a:spcPts val="0"/>
              </a:spcAft>
              <a:buClr>
                <a:schemeClr val="accent3"/>
              </a:buClr>
              <a:buSzPts val="1600"/>
              <a:buNone/>
              <a:defRPr b="1" sz="1600">
                <a:solidFill>
                  <a:schemeClr val="accent3"/>
                </a:solidFill>
              </a:defRPr>
            </a:lvl6pPr>
            <a:lvl7pPr lvl="6" algn="ctr">
              <a:spcBef>
                <a:spcPts val="0"/>
              </a:spcBef>
              <a:spcAft>
                <a:spcPts val="0"/>
              </a:spcAft>
              <a:buClr>
                <a:schemeClr val="accent3"/>
              </a:buClr>
              <a:buSzPts val="1600"/>
              <a:buNone/>
              <a:defRPr b="1" sz="1600">
                <a:solidFill>
                  <a:schemeClr val="accent3"/>
                </a:solidFill>
              </a:defRPr>
            </a:lvl7pPr>
            <a:lvl8pPr lvl="7" algn="ctr">
              <a:spcBef>
                <a:spcPts val="0"/>
              </a:spcBef>
              <a:spcAft>
                <a:spcPts val="0"/>
              </a:spcAft>
              <a:buClr>
                <a:schemeClr val="accent3"/>
              </a:buClr>
              <a:buSzPts val="1600"/>
              <a:buNone/>
              <a:defRPr b="1" sz="1600">
                <a:solidFill>
                  <a:schemeClr val="accent3"/>
                </a:solidFill>
              </a:defRPr>
            </a:lvl8pPr>
            <a:lvl9pPr lvl="8" algn="ctr">
              <a:spcBef>
                <a:spcPts val="0"/>
              </a:spcBef>
              <a:spcAft>
                <a:spcPts val="0"/>
              </a:spcAft>
              <a:buClr>
                <a:schemeClr val="accent3"/>
              </a:buClr>
              <a:buSzPts val="1600"/>
              <a:buNone/>
              <a:defRPr b="1" sz="1600">
                <a:solidFill>
                  <a:schemeClr val="accent3"/>
                </a:solidFill>
              </a:defRPr>
            </a:lvl9pPr>
          </a:lstStyle>
          <a:p/>
        </p:txBody>
      </p:sp>
      <p:sp>
        <p:nvSpPr>
          <p:cNvPr id="250" name="Google Shape;250;p18"/>
          <p:cNvSpPr txBox="1"/>
          <p:nvPr>
            <p:ph idx="17" type="subTitle"/>
          </p:nvPr>
        </p:nvSpPr>
        <p:spPr>
          <a:xfrm>
            <a:off x="5789675" y="2027390"/>
            <a:ext cx="314100" cy="338700"/>
          </a:xfrm>
          <a:prstGeom prst="rect">
            <a:avLst/>
          </a:prstGeom>
          <a:noFill/>
          <a:ln>
            <a:noFill/>
          </a:ln>
        </p:spPr>
        <p:txBody>
          <a:bodyPr anchorCtr="0" anchor="ctr" bIns="0" lIns="0" spcFirstLastPara="1" rIns="0" wrap="square" tIns="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b="1" sz="1600">
                <a:solidFill>
                  <a:schemeClr val="accent3"/>
                </a:solidFill>
              </a:defRPr>
            </a:lvl2pPr>
            <a:lvl3pPr lvl="2" algn="ctr">
              <a:spcBef>
                <a:spcPts val="0"/>
              </a:spcBef>
              <a:spcAft>
                <a:spcPts val="0"/>
              </a:spcAft>
              <a:buClr>
                <a:schemeClr val="accent3"/>
              </a:buClr>
              <a:buSzPts val="1600"/>
              <a:buNone/>
              <a:defRPr b="1" sz="1600">
                <a:solidFill>
                  <a:schemeClr val="accent3"/>
                </a:solidFill>
              </a:defRPr>
            </a:lvl3pPr>
            <a:lvl4pPr lvl="3" algn="ctr">
              <a:spcBef>
                <a:spcPts val="0"/>
              </a:spcBef>
              <a:spcAft>
                <a:spcPts val="0"/>
              </a:spcAft>
              <a:buClr>
                <a:schemeClr val="accent3"/>
              </a:buClr>
              <a:buSzPts val="1600"/>
              <a:buNone/>
              <a:defRPr b="1" sz="1600">
                <a:solidFill>
                  <a:schemeClr val="accent3"/>
                </a:solidFill>
              </a:defRPr>
            </a:lvl4pPr>
            <a:lvl5pPr lvl="4" algn="ctr">
              <a:spcBef>
                <a:spcPts val="0"/>
              </a:spcBef>
              <a:spcAft>
                <a:spcPts val="0"/>
              </a:spcAft>
              <a:buClr>
                <a:schemeClr val="accent3"/>
              </a:buClr>
              <a:buSzPts val="1600"/>
              <a:buNone/>
              <a:defRPr b="1" sz="1600">
                <a:solidFill>
                  <a:schemeClr val="accent3"/>
                </a:solidFill>
              </a:defRPr>
            </a:lvl5pPr>
            <a:lvl6pPr lvl="5" algn="ctr">
              <a:spcBef>
                <a:spcPts val="0"/>
              </a:spcBef>
              <a:spcAft>
                <a:spcPts val="0"/>
              </a:spcAft>
              <a:buClr>
                <a:schemeClr val="accent3"/>
              </a:buClr>
              <a:buSzPts val="1600"/>
              <a:buNone/>
              <a:defRPr b="1" sz="1600">
                <a:solidFill>
                  <a:schemeClr val="accent3"/>
                </a:solidFill>
              </a:defRPr>
            </a:lvl6pPr>
            <a:lvl7pPr lvl="6" algn="ctr">
              <a:spcBef>
                <a:spcPts val="0"/>
              </a:spcBef>
              <a:spcAft>
                <a:spcPts val="0"/>
              </a:spcAft>
              <a:buClr>
                <a:schemeClr val="accent3"/>
              </a:buClr>
              <a:buSzPts val="1600"/>
              <a:buNone/>
              <a:defRPr b="1" sz="1600">
                <a:solidFill>
                  <a:schemeClr val="accent3"/>
                </a:solidFill>
              </a:defRPr>
            </a:lvl7pPr>
            <a:lvl8pPr lvl="7" algn="ctr">
              <a:spcBef>
                <a:spcPts val="0"/>
              </a:spcBef>
              <a:spcAft>
                <a:spcPts val="0"/>
              </a:spcAft>
              <a:buClr>
                <a:schemeClr val="accent3"/>
              </a:buClr>
              <a:buSzPts val="1600"/>
              <a:buNone/>
              <a:defRPr b="1" sz="1600">
                <a:solidFill>
                  <a:schemeClr val="accent3"/>
                </a:solidFill>
              </a:defRPr>
            </a:lvl8pPr>
            <a:lvl9pPr lvl="8" algn="ctr">
              <a:spcBef>
                <a:spcPts val="0"/>
              </a:spcBef>
              <a:spcAft>
                <a:spcPts val="0"/>
              </a:spcAft>
              <a:buClr>
                <a:schemeClr val="accent3"/>
              </a:buClr>
              <a:buSzPts val="1600"/>
              <a:buNone/>
              <a:defRPr b="1" sz="1600">
                <a:solidFill>
                  <a:schemeClr val="accent3"/>
                </a:solidFill>
              </a:defRPr>
            </a:lvl9pPr>
          </a:lstStyle>
          <a:p/>
        </p:txBody>
      </p:sp>
      <p:sp>
        <p:nvSpPr>
          <p:cNvPr id="251" name="Google Shape;251;p18"/>
          <p:cNvSpPr txBox="1"/>
          <p:nvPr>
            <p:ph idx="18" type="subTitle"/>
          </p:nvPr>
        </p:nvSpPr>
        <p:spPr>
          <a:xfrm>
            <a:off x="7605089" y="2027390"/>
            <a:ext cx="314100" cy="338700"/>
          </a:xfrm>
          <a:prstGeom prst="rect">
            <a:avLst/>
          </a:prstGeom>
          <a:noFill/>
          <a:ln>
            <a:noFill/>
          </a:ln>
        </p:spPr>
        <p:txBody>
          <a:bodyPr anchorCtr="0" anchor="ctr" bIns="0" lIns="0" spcFirstLastPara="1" rIns="0" wrap="square" tIns="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b="1" sz="1600">
                <a:solidFill>
                  <a:schemeClr val="accent3"/>
                </a:solidFill>
              </a:defRPr>
            </a:lvl2pPr>
            <a:lvl3pPr lvl="2" algn="ctr">
              <a:spcBef>
                <a:spcPts val="0"/>
              </a:spcBef>
              <a:spcAft>
                <a:spcPts val="0"/>
              </a:spcAft>
              <a:buClr>
                <a:schemeClr val="accent3"/>
              </a:buClr>
              <a:buSzPts val="1600"/>
              <a:buNone/>
              <a:defRPr b="1" sz="1600">
                <a:solidFill>
                  <a:schemeClr val="accent3"/>
                </a:solidFill>
              </a:defRPr>
            </a:lvl3pPr>
            <a:lvl4pPr lvl="3" algn="ctr">
              <a:spcBef>
                <a:spcPts val="0"/>
              </a:spcBef>
              <a:spcAft>
                <a:spcPts val="0"/>
              </a:spcAft>
              <a:buClr>
                <a:schemeClr val="accent3"/>
              </a:buClr>
              <a:buSzPts val="1600"/>
              <a:buNone/>
              <a:defRPr b="1" sz="1600">
                <a:solidFill>
                  <a:schemeClr val="accent3"/>
                </a:solidFill>
              </a:defRPr>
            </a:lvl4pPr>
            <a:lvl5pPr lvl="4" algn="ctr">
              <a:spcBef>
                <a:spcPts val="0"/>
              </a:spcBef>
              <a:spcAft>
                <a:spcPts val="0"/>
              </a:spcAft>
              <a:buClr>
                <a:schemeClr val="accent3"/>
              </a:buClr>
              <a:buSzPts val="1600"/>
              <a:buNone/>
              <a:defRPr b="1" sz="1600">
                <a:solidFill>
                  <a:schemeClr val="accent3"/>
                </a:solidFill>
              </a:defRPr>
            </a:lvl5pPr>
            <a:lvl6pPr lvl="5" algn="ctr">
              <a:spcBef>
                <a:spcPts val="0"/>
              </a:spcBef>
              <a:spcAft>
                <a:spcPts val="0"/>
              </a:spcAft>
              <a:buClr>
                <a:schemeClr val="accent3"/>
              </a:buClr>
              <a:buSzPts val="1600"/>
              <a:buNone/>
              <a:defRPr b="1" sz="1600">
                <a:solidFill>
                  <a:schemeClr val="accent3"/>
                </a:solidFill>
              </a:defRPr>
            </a:lvl6pPr>
            <a:lvl7pPr lvl="6" algn="ctr">
              <a:spcBef>
                <a:spcPts val="0"/>
              </a:spcBef>
              <a:spcAft>
                <a:spcPts val="0"/>
              </a:spcAft>
              <a:buClr>
                <a:schemeClr val="accent3"/>
              </a:buClr>
              <a:buSzPts val="1600"/>
              <a:buNone/>
              <a:defRPr b="1" sz="1600">
                <a:solidFill>
                  <a:schemeClr val="accent3"/>
                </a:solidFill>
              </a:defRPr>
            </a:lvl7pPr>
            <a:lvl8pPr lvl="7" algn="ctr">
              <a:spcBef>
                <a:spcPts val="0"/>
              </a:spcBef>
              <a:spcAft>
                <a:spcPts val="0"/>
              </a:spcAft>
              <a:buClr>
                <a:schemeClr val="accent3"/>
              </a:buClr>
              <a:buSzPts val="1600"/>
              <a:buNone/>
              <a:defRPr b="1" sz="1600">
                <a:solidFill>
                  <a:schemeClr val="accent3"/>
                </a:solidFill>
              </a:defRPr>
            </a:lvl8pPr>
            <a:lvl9pPr lvl="8" algn="ctr">
              <a:spcBef>
                <a:spcPts val="0"/>
              </a:spcBef>
              <a:spcAft>
                <a:spcPts val="0"/>
              </a:spcAft>
              <a:buClr>
                <a:schemeClr val="accent3"/>
              </a:buClr>
              <a:buSzPts val="1600"/>
              <a:buNone/>
              <a:defRPr b="1" sz="1600">
                <a:solidFill>
                  <a:schemeClr val="accent3"/>
                </a:solidFill>
              </a:defRPr>
            </a:lvl9pPr>
          </a:lstStyle>
          <a:p/>
        </p:txBody>
      </p:sp>
      <p:sp>
        <p:nvSpPr>
          <p:cNvPr id="252" name="Google Shape;252;p18"/>
          <p:cNvSpPr txBox="1"/>
          <p:nvPr>
            <p:ph idx="12" type="sldNum"/>
          </p:nvPr>
        </p:nvSpPr>
        <p:spPr>
          <a:xfrm>
            <a:off x="8556784" y="4749851"/>
            <a:ext cx="548700" cy="393600"/>
          </a:xfrm>
          <a:prstGeom prst="rect">
            <a:avLst/>
          </a:prstGeom>
        </p:spPr>
        <p:txBody>
          <a:bodyPr anchorCtr="0" anchor="ctr" bIns="91425" lIns="91425" spcFirstLastPara="1" rIns="91425" wrap="square" tIns="91425">
            <a:noAutofit/>
          </a:bodyPr>
          <a:lstStyle>
            <a:lvl1pPr lvl="0">
              <a:buNone/>
              <a:defRPr>
                <a:solidFill>
                  <a:srgbClr val="000000"/>
                </a:solidFill>
              </a:defRPr>
            </a:lvl1pPr>
            <a:lvl2pPr lvl="1">
              <a:buNone/>
              <a:defRPr>
                <a:solidFill>
                  <a:srgbClr val="000000"/>
                </a:solidFill>
              </a:defRPr>
            </a:lvl2pPr>
            <a:lvl3pPr lvl="2">
              <a:buNone/>
              <a:defRPr>
                <a:solidFill>
                  <a:srgbClr val="000000"/>
                </a:solidFill>
              </a:defRPr>
            </a:lvl3pPr>
            <a:lvl4pPr lvl="3">
              <a:buNone/>
              <a:defRPr>
                <a:solidFill>
                  <a:srgbClr val="000000"/>
                </a:solidFill>
              </a:defRPr>
            </a:lvl4pPr>
            <a:lvl5pPr lvl="4">
              <a:buNone/>
              <a:defRPr>
                <a:solidFill>
                  <a:srgbClr val="000000"/>
                </a:solidFill>
              </a:defRPr>
            </a:lvl5pPr>
            <a:lvl6pPr lvl="5">
              <a:buNone/>
              <a:defRPr>
                <a:solidFill>
                  <a:srgbClr val="000000"/>
                </a:solidFill>
              </a:defRPr>
            </a:lvl6pPr>
            <a:lvl7pPr lvl="6">
              <a:buNone/>
              <a:defRPr>
                <a:solidFill>
                  <a:srgbClr val="000000"/>
                </a:solidFill>
              </a:defRPr>
            </a:lvl7pPr>
            <a:lvl8pPr lvl="7">
              <a:buNone/>
              <a:defRPr>
                <a:solidFill>
                  <a:srgbClr val="000000"/>
                </a:solidFill>
              </a:defRPr>
            </a:lvl8pPr>
            <a:lvl9pPr lvl="8">
              <a:buNone/>
              <a:defRPr>
                <a:solidFill>
                  <a:srgbClr val="000000"/>
                </a:solidFill>
              </a:defRPr>
            </a:lvl9pPr>
          </a:lstStyle>
          <a:p>
            <a:pPr indent="0" lvl="0" marL="0" rtl="0" algn="r">
              <a:spcBef>
                <a:spcPts val="0"/>
              </a:spcBef>
              <a:spcAft>
                <a:spcPts val="0"/>
              </a:spcAft>
              <a:buNone/>
            </a:pPr>
            <a:fld id="{00000000-1234-1234-1234-123412341234}" type="slidenum">
              <a:rPr lang="en"/>
              <a:t>‹#›</a:t>
            </a:fld>
            <a:endParaRPr/>
          </a:p>
        </p:txBody>
      </p:sp>
      <p:sp>
        <p:nvSpPr>
          <p:cNvPr id="253" name="Google Shape;253;p18"/>
          <p:cNvSpPr txBox="1"/>
          <p:nvPr>
            <p:ph idx="19" type="subTitle"/>
          </p:nvPr>
        </p:nvSpPr>
        <p:spPr>
          <a:xfrm>
            <a:off x="3154650" y="4675975"/>
            <a:ext cx="2835000" cy="466800"/>
          </a:xfrm>
          <a:prstGeom prst="rect">
            <a:avLst/>
          </a:prstGeom>
          <a:noFill/>
          <a:ln>
            <a:noFill/>
          </a:ln>
        </p:spPr>
        <p:txBody>
          <a:bodyPr anchorCtr="0" anchor="ctr" bIns="0" lIns="0" spcFirstLastPara="1" rIns="0" wrap="square" tIns="0">
            <a:noAutofit/>
          </a:bodyPr>
          <a:lstStyle>
            <a:lvl1pPr lvl="0" algn="ct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pic>
        <p:nvPicPr>
          <p:cNvPr id="254" name="Google Shape;254;p18"/>
          <p:cNvPicPr preferRelativeResize="0"/>
          <p:nvPr/>
        </p:nvPicPr>
        <p:blipFill>
          <a:blip r:embed="rId3">
            <a:alphaModFix/>
          </a:blip>
          <a:stretch>
            <a:fillRect/>
          </a:stretch>
        </p:blipFill>
        <p:spPr>
          <a:xfrm>
            <a:off x="228600" y="4837043"/>
            <a:ext cx="567051" cy="144675"/>
          </a:xfrm>
          <a:prstGeom prst="rect">
            <a:avLst/>
          </a:prstGeom>
          <a:noFill/>
          <a:ln>
            <a:noFill/>
          </a:ln>
        </p:spPr>
      </p:pic>
      <p:sp>
        <p:nvSpPr>
          <p:cNvPr id="255" name="Google Shape;255;p18"/>
          <p:cNvSpPr txBox="1"/>
          <p:nvPr>
            <p:ph idx="20" type="sldNum"/>
          </p:nvPr>
        </p:nvSpPr>
        <p:spPr>
          <a:xfrm>
            <a:off x="8348225" y="4666247"/>
            <a:ext cx="567000" cy="466800"/>
          </a:xfrm>
          <a:prstGeom prst="rect">
            <a:avLst/>
          </a:prstGeom>
        </p:spPr>
        <p:txBody>
          <a:bodyPr anchorCtr="0" anchor="ctr" bIns="91425" lIns="91425" spcFirstLastPara="1" rIns="91425" wrap="square" tIns="91425">
            <a:noAutofit/>
          </a:bodyPr>
          <a:lstStyle>
            <a:lvl1pPr lvl="0">
              <a:buNone/>
              <a:defRPr sz="700">
                <a:solidFill>
                  <a:schemeClr val="lt1"/>
                </a:solidFill>
              </a:defRPr>
            </a:lvl1pPr>
            <a:lvl2pPr lvl="1">
              <a:buNone/>
              <a:defRPr sz="700">
                <a:solidFill>
                  <a:schemeClr val="lt1"/>
                </a:solidFill>
              </a:defRPr>
            </a:lvl2pPr>
            <a:lvl3pPr lvl="2">
              <a:buNone/>
              <a:defRPr sz="700">
                <a:solidFill>
                  <a:schemeClr val="lt1"/>
                </a:solidFill>
              </a:defRPr>
            </a:lvl3pPr>
            <a:lvl4pPr lvl="3">
              <a:buNone/>
              <a:defRPr sz="700">
                <a:solidFill>
                  <a:schemeClr val="lt1"/>
                </a:solidFill>
              </a:defRPr>
            </a:lvl4pPr>
            <a:lvl5pPr lvl="4">
              <a:buNone/>
              <a:defRPr sz="700">
                <a:solidFill>
                  <a:schemeClr val="lt1"/>
                </a:solidFill>
              </a:defRPr>
            </a:lvl5pPr>
            <a:lvl6pPr lvl="5">
              <a:buNone/>
              <a:defRPr sz="700">
                <a:solidFill>
                  <a:schemeClr val="lt1"/>
                </a:solidFill>
              </a:defRPr>
            </a:lvl6pPr>
            <a:lvl7pPr lvl="6">
              <a:buNone/>
              <a:defRPr sz="700">
                <a:solidFill>
                  <a:schemeClr val="lt1"/>
                </a:solidFill>
              </a:defRPr>
            </a:lvl7pPr>
            <a:lvl8pPr lvl="7">
              <a:buNone/>
              <a:defRPr sz="700">
                <a:solidFill>
                  <a:schemeClr val="lt1"/>
                </a:solidFill>
              </a:defRPr>
            </a:lvl8pPr>
            <a:lvl9pPr lvl="8">
              <a:buNone/>
              <a:defRPr sz="700">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trics ">
  <p:cSld name="CUSTOM_5">
    <p:spTree>
      <p:nvGrpSpPr>
        <p:cNvPr id="256" name="Shape 256"/>
        <p:cNvGrpSpPr/>
        <p:nvPr/>
      </p:nvGrpSpPr>
      <p:grpSpPr>
        <a:xfrm>
          <a:off x="0" y="0"/>
          <a:ext cx="0" cy="0"/>
          <a:chOff x="0" y="0"/>
          <a:chExt cx="0" cy="0"/>
        </a:xfrm>
      </p:grpSpPr>
      <p:pic>
        <p:nvPicPr>
          <p:cNvPr id="257" name="Google Shape;257;p19"/>
          <p:cNvPicPr preferRelativeResize="0"/>
          <p:nvPr/>
        </p:nvPicPr>
        <p:blipFill rotWithShape="1">
          <a:blip r:embed="rId2">
            <a:alphaModFix/>
          </a:blip>
          <a:srcRect b="-9999" l="0" r="0" t="0"/>
          <a:stretch/>
        </p:blipFill>
        <p:spPr>
          <a:xfrm>
            <a:off x="0" y="0"/>
            <a:ext cx="9144003" cy="5143501"/>
          </a:xfrm>
          <a:prstGeom prst="rect">
            <a:avLst/>
          </a:prstGeom>
          <a:noFill/>
          <a:ln>
            <a:noFill/>
          </a:ln>
        </p:spPr>
      </p:pic>
      <p:sp>
        <p:nvSpPr>
          <p:cNvPr id="258" name="Google Shape;258;p19"/>
          <p:cNvSpPr txBox="1"/>
          <p:nvPr>
            <p:ph idx="1" type="subTitle"/>
          </p:nvPr>
        </p:nvSpPr>
        <p:spPr>
          <a:xfrm>
            <a:off x="6314800" y="458325"/>
            <a:ext cx="2294700" cy="330000"/>
          </a:xfrm>
          <a:prstGeom prst="rect">
            <a:avLst/>
          </a:prstGeom>
          <a:noFill/>
          <a:ln>
            <a:noFill/>
          </a:ln>
        </p:spPr>
        <p:txBody>
          <a:bodyPr anchorCtr="0" anchor="ctr" bIns="91425" lIns="0" spcFirstLastPara="1" rIns="91425" wrap="square" tIns="0">
            <a:noAutofit/>
          </a:bodyPr>
          <a:lstStyle>
            <a:lvl1pPr lvl="0">
              <a:spcBef>
                <a:spcPts val="0"/>
              </a:spcBef>
              <a:spcAft>
                <a:spcPts val="0"/>
              </a:spcAft>
              <a:buClr>
                <a:schemeClr val="lt1"/>
              </a:buClr>
              <a:buSzPts val="1400"/>
              <a:buFont typeface="Urbanist"/>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9" name="Google Shape;259;p19"/>
          <p:cNvSpPr txBox="1"/>
          <p:nvPr>
            <p:ph type="title"/>
          </p:nvPr>
        </p:nvSpPr>
        <p:spPr>
          <a:xfrm>
            <a:off x="237650" y="746900"/>
            <a:ext cx="2834700" cy="2590800"/>
          </a:xfrm>
          <a:prstGeom prst="rect">
            <a:avLst/>
          </a:prstGeom>
          <a:noFill/>
          <a:ln>
            <a:noFill/>
          </a:ln>
        </p:spPr>
        <p:txBody>
          <a:bodyPr anchorCtr="0" anchor="ctr" bIns="91425" lIns="0" spcFirstLastPara="1" rIns="91425" wrap="square" tIns="0">
            <a:noAutofit/>
          </a:bodyPr>
          <a:lstStyle>
            <a:lvl1pPr lvl="0">
              <a:spcBef>
                <a:spcPts val="0"/>
              </a:spcBef>
              <a:spcAft>
                <a:spcPts val="0"/>
              </a:spcAft>
              <a:buClr>
                <a:schemeClr val="lt1"/>
              </a:buClr>
              <a:buSzPts val="3000"/>
              <a:buFont typeface="Urbanist"/>
              <a:buNone/>
              <a:defRPr>
                <a:latin typeface="Urbanist"/>
                <a:ea typeface="Urbanist"/>
                <a:cs typeface="Urbanist"/>
                <a:sym typeface="Urbanist"/>
              </a:defRPr>
            </a:lvl1pPr>
            <a:lvl2pPr lvl="1">
              <a:spcBef>
                <a:spcPts val="0"/>
              </a:spcBef>
              <a:spcAft>
                <a:spcPts val="0"/>
              </a:spcAft>
              <a:buClr>
                <a:schemeClr val="lt1"/>
              </a:buClr>
              <a:buSzPts val="3000"/>
              <a:buFont typeface="Urbanist"/>
              <a:buNone/>
              <a:defRPr/>
            </a:lvl2pPr>
            <a:lvl3pPr lvl="2">
              <a:spcBef>
                <a:spcPts val="0"/>
              </a:spcBef>
              <a:spcAft>
                <a:spcPts val="0"/>
              </a:spcAft>
              <a:buClr>
                <a:schemeClr val="lt1"/>
              </a:buClr>
              <a:buSzPts val="3000"/>
              <a:buFont typeface="Urbanist"/>
              <a:buNone/>
              <a:defRPr/>
            </a:lvl3pPr>
            <a:lvl4pPr lvl="3">
              <a:spcBef>
                <a:spcPts val="0"/>
              </a:spcBef>
              <a:spcAft>
                <a:spcPts val="0"/>
              </a:spcAft>
              <a:buClr>
                <a:schemeClr val="lt1"/>
              </a:buClr>
              <a:buSzPts val="3000"/>
              <a:buFont typeface="Urbanist"/>
              <a:buNone/>
              <a:defRPr/>
            </a:lvl4pPr>
            <a:lvl5pPr lvl="4">
              <a:spcBef>
                <a:spcPts val="0"/>
              </a:spcBef>
              <a:spcAft>
                <a:spcPts val="0"/>
              </a:spcAft>
              <a:buClr>
                <a:schemeClr val="lt1"/>
              </a:buClr>
              <a:buSzPts val="3000"/>
              <a:buFont typeface="Urbanist"/>
              <a:buNone/>
              <a:defRPr/>
            </a:lvl5pPr>
            <a:lvl6pPr lvl="5">
              <a:spcBef>
                <a:spcPts val="0"/>
              </a:spcBef>
              <a:spcAft>
                <a:spcPts val="0"/>
              </a:spcAft>
              <a:buClr>
                <a:schemeClr val="lt1"/>
              </a:buClr>
              <a:buSzPts val="3000"/>
              <a:buFont typeface="Urbanist"/>
              <a:buNone/>
              <a:defRPr/>
            </a:lvl6pPr>
            <a:lvl7pPr lvl="6">
              <a:spcBef>
                <a:spcPts val="0"/>
              </a:spcBef>
              <a:spcAft>
                <a:spcPts val="0"/>
              </a:spcAft>
              <a:buClr>
                <a:schemeClr val="lt1"/>
              </a:buClr>
              <a:buSzPts val="3000"/>
              <a:buFont typeface="Urbanist"/>
              <a:buNone/>
              <a:defRPr/>
            </a:lvl7pPr>
            <a:lvl8pPr lvl="7">
              <a:spcBef>
                <a:spcPts val="0"/>
              </a:spcBef>
              <a:spcAft>
                <a:spcPts val="0"/>
              </a:spcAft>
              <a:buClr>
                <a:schemeClr val="lt1"/>
              </a:buClr>
              <a:buSzPts val="3000"/>
              <a:buFont typeface="Urbanist"/>
              <a:buNone/>
              <a:defRPr/>
            </a:lvl8pPr>
            <a:lvl9pPr lvl="8">
              <a:spcBef>
                <a:spcPts val="0"/>
              </a:spcBef>
              <a:spcAft>
                <a:spcPts val="0"/>
              </a:spcAft>
              <a:buClr>
                <a:schemeClr val="lt1"/>
              </a:buClr>
              <a:buSzPts val="3000"/>
              <a:buFont typeface="Urbanist"/>
              <a:buNone/>
              <a:defRPr/>
            </a:lvl9pPr>
          </a:lstStyle>
          <a:p/>
        </p:txBody>
      </p:sp>
      <p:sp>
        <p:nvSpPr>
          <p:cNvPr id="260" name="Google Shape;260;p19"/>
          <p:cNvSpPr txBox="1"/>
          <p:nvPr>
            <p:ph idx="2" type="subTitle"/>
          </p:nvPr>
        </p:nvSpPr>
        <p:spPr>
          <a:xfrm>
            <a:off x="229175" y="229175"/>
            <a:ext cx="2834700" cy="330000"/>
          </a:xfrm>
          <a:prstGeom prst="rect">
            <a:avLst/>
          </a:prstGeom>
          <a:noFill/>
          <a:ln>
            <a:noFill/>
          </a:ln>
        </p:spPr>
        <p:txBody>
          <a:bodyPr anchorCtr="0" anchor="ctr" bIns="91425" lIns="0" spcFirstLastPara="1" rIns="91425" wrap="square" tIns="0">
            <a:noAutofit/>
          </a:bodyPr>
          <a:lstStyle>
            <a:lvl1pPr lvl="0">
              <a:spcBef>
                <a:spcPts val="0"/>
              </a:spcBef>
              <a:spcAft>
                <a:spcPts val="0"/>
              </a:spcAft>
              <a:buClr>
                <a:schemeClr val="lt1"/>
              </a:buClr>
              <a:buSzPts val="1200"/>
              <a:buFont typeface="Urbanist"/>
              <a:buNone/>
              <a:defRPr sz="1200"/>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261" name="Google Shape;261;p19"/>
          <p:cNvSpPr txBox="1"/>
          <p:nvPr>
            <p:ph idx="3" type="subTitle"/>
          </p:nvPr>
        </p:nvSpPr>
        <p:spPr>
          <a:xfrm>
            <a:off x="3437500" y="882725"/>
            <a:ext cx="2294700" cy="500700"/>
          </a:xfrm>
          <a:prstGeom prst="rect">
            <a:avLst/>
          </a:prstGeom>
          <a:noFill/>
          <a:ln>
            <a:noFill/>
          </a:ln>
        </p:spPr>
        <p:txBody>
          <a:bodyPr anchorCtr="0" anchor="ctr" bIns="91425" lIns="0" spcFirstLastPara="1" rIns="91425" wrap="square" tIns="0">
            <a:noAutofit/>
          </a:bodyPr>
          <a:lstStyle>
            <a:lvl1pPr lvl="0">
              <a:spcBef>
                <a:spcPts val="0"/>
              </a:spcBef>
              <a:spcAft>
                <a:spcPts val="0"/>
              </a:spcAft>
              <a:buClr>
                <a:schemeClr val="lt1"/>
              </a:buClr>
              <a:buSzPts val="1200"/>
              <a:buFont typeface="Urbanist"/>
              <a:buNone/>
              <a:defRPr sz="12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262" name="Google Shape;262;p19"/>
          <p:cNvSpPr txBox="1"/>
          <p:nvPr>
            <p:ph idx="4" type="subTitle"/>
          </p:nvPr>
        </p:nvSpPr>
        <p:spPr>
          <a:xfrm>
            <a:off x="3611850" y="2707575"/>
            <a:ext cx="2120400" cy="168300"/>
          </a:xfrm>
          <a:prstGeom prst="rect">
            <a:avLst/>
          </a:prstGeom>
          <a:noFill/>
          <a:ln>
            <a:noFill/>
          </a:ln>
        </p:spPr>
        <p:txBody>
          <a:bodyPr anchorCtr="0" anchor="ctr" bIns="91425" lIns="0" spcFirstLastPara="1" rIns="91425" wrap="square" tIns="0">
            <a:noAutofit/>
          </a:bodyPr>
          <a:lstStyle>
            <a:lvl1pPr lvl="0">
              <a:spcBef>
                <a:spcPts val="0"/>
              </a:spcBef>
              <a:spcAft>
                <a:spcPts val="0"/>
              </a:spcAft>
              <a:buClr>
                <a:schemeClr val="lt1"/>
              </a:buClr>
              <a:buSzPts val="1000"/>
              <a:buFont typeface="Urbanist"/>
              <a:buNone/>
              <a:defRPr sz="10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263" name="Google Shape;263;p19"/>
          <p:cNvSpPr txBox="1"/>
          <p:nvPr>
            <p:ph idx="5" type="subTitle"/>
          </p:nvPr>
        </p:nvSpPr>
        <p:spPr>
          <a:xfrm>
            <a:off x="3611850" y="4076800"/>
            <a:ext cx="2120400" cy="168300"/>
          </a:xfrm>
          <a:prstGeom prst="rect">
            <a:avLst/>
          </a:prstGeom>
          <a:noFill/>
          <a:ln>
            <a:noFill/>
          </a:ln>
        </p:spPr>
        <p:txBody>
          <a:bodyPr anchorCtr="0" anchor="ctr" bIns="91425" lIns="0" spcFirstLastPara="1" rIns="91425" wrap="square" tIns="0">
            <a:noAutofit/>
          </a:bodyPr>
          <a:lstStyle>
            <a:lvl1pPr lvl="0">
              <a:spcBef>
                <a:spcPts val="0"/>
              </a:spcBef>
              <a:spcAft>
                <a:spcPts val="0"/>
              </a:spcAft>
              <a:buClr>
                <a:schemeClr val="lt1"/>
              </a:buClr>
              <a:buSzPts val="1000"/>
              <a:buFont typeface="Urbanist"/>
              <a:buNone/>
              <a:defRPr sz="10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264" name="Google Shape;264;p19"/>
          <p:cNvSpPr txBox="1"/>
          <p:nvPr>
            <p:ph idx="6" type="subTitle"/>
          </p:nvPr>
        </p:nvSpPr>
        <p:spPr>
          <a:xfrm>
            <a:off x="6258900" y="3267725"/>
            <a:ext cx="2478300" cy="500700"/>
          </a:xfrm>
          <a:prstGeom prst="rect">
            <a:avLst/>
          </a:prstGeom>
          <a:noFill/>
          <a:ln>
            <a:noFill/>
          </a:ln>
        </p:spPr>
        <p:txBody>
          <a:bodyPr anchorCtr="0" anchor="ctr" bIns="91425" lIns="0" spcFirstLastPara="1" rIns="91425" wrap="square" tIns="0">
            <a:noAutofit/>
          </a:bodyPr>
          <a:lstStyle>
            <a:lvl1pPr lvl="0">
              <a:spcBef>
                <a:spcPts val="0"/>
              </a:spcBef>
              <a:spcAft>
                <a:spcPts val="0"/>
              </a:spcAft>
              <a:buClr>
                <a:schemeClr val="lt1"/>
              </a:buClr>
              <a:buSzPts val="1200"/>
              <a:buFont typeface="Urbanist"/>
              <a:buNone/>
              <a:defRPr sz="12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265" name="Google Shape;265;p19"/>
          <p:cNvSpPr txBox="1"/>
          <p:nvPr>
            <p:ph idx="7" type="subTitle"/>
          </p:nvPr>
        </p:nvSpPr>
        <p:spPr>
          <a:xfrm>
            <a:off x="6258900" y="3955225"/>
            <a:ext cx="2478300" cy="330000"/>
          </a:xfrm>
          <a:prstGeom prst="rect">
            <a:avLst/>
          </a:prstGeom>
          <a:noFill/>
          <a:ln>
            <a:noFill/>
          </a:ln>
        </p:spPr>
        <p:txBody>
          <a:bodyPr anchorCtr="0" anchor="ctr" bIns="91425" lIns="0" spcFirstLastPara="1" rIns="91425" wrap="square" tIns="0">
            <a:noAutofit/>
          </a:bodyPr>
          <a:lstStyle>
            <a:lvl1pPr lvl="0">
              <a:spcBef>
                <a:spcPts val="0"/>
              </a:spcBef>
              <a:spcAft>
                <a:spcPts val="0"/>
              </a:spcAft>
              <a:buClr>
                <a:schemeClr val="accent3"/>
              </a:buClr>
              <a:buSzPts val="1400"/>
              <a:buFont typeface="Urbanist"/>
              <a:buNone/>
              <a:defRPr b="1" u="sng">
                <a:solidFill>
                  <a:schemeClr val="accent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6" name="Google Shape;266;p19"/>
          <p:cNvSpPr txBox="1"/>
          <p:nvPr>
            <p:ph idx="12" type="sldNum"/>
          </p:nvPr>
        </p:nvSpPr>
        <p:spPr>
          <a:xfrm>
            <a:off x="8556784" y="4749851"/>
            <a:ext cx="548700" cy="393600"/>
          </a:xfrm>
          <a:prstGeom prst="rect">
            <a:avLst/>
          </a:prstGeom>
        </p:spPr>
        <p:txBody>
          <a:bodyPr anchorCtr="0" anchor="ctr" bIns="91425" lIns="91425" spcFirstLastPara="1" rIns="91425" wrap="square" tIns="91425">
            <a:noAutofit/>
          </a:bodyPr>
          <a:lstStyle>
            <a:lvl1pPr lvl="0">
              <a:buNone/>
              <a:defRPr>
                <a:solidFill>
                  <a:srgbClr val="000000"/>
                </a:solidFill>
              </a:defRPr>
            </a:lvl1pPr>
            <a:lvl2pPr lvl="1">
              <a:buNone/>
              <a:defRPr>
                <a:solidFill>
                  <a:srgbClr val="000000"/>
                </a:solidFill>
              </a:defRPr>
            </a:lvl2pPr>
            <a:lvl3pPr lvl="2">
              <a:buNone/>
              <a:defRPr>
                <a:solidFill>
                  <a:srgbClr val="000000"/>
                </a:solidFill>
              </a:defRPr>
            </a:lvl3pPr>
            <a:lvl4pPr lvl="3">
              <a:buNone/>
              <a:defRPr>
                <a:solidFill>
                  <a:srgbClr val="000000"/>
                </a:solidFill>
              </a:defRPr>
            </a:lvl4pPr>
            <a:lvl5pPr lvl="4">
              <a:buNone/>
              <a:defRPr>
                <a:solidFill>
                  <a:srgbClr val="000000"/>
                </a:solidFill>
              </a:defRPr>
            </a:lvl5pPr>
            <a:lvl6pPr lvl="5">
              <a:buNone/>
              <a:defRPr>
                <a:solidFill>
                  <a:srgbClr val="000000"/>
                </a:solidFill>
              </a:defRPr>
            </a:lvl6pPr>
            <a:lvl7pPr lvl="6">
              <a:buNone/>
              <a:defRPr>
                <a:solidFill>
                  <a:srgbClr val="000000"/>
                </a:solidFill>
              </a:defRPr>
            </a:lvl7pPr>
            <a:lvl8pPr lvl="7">
              <a:buNone/>
              <a:defRPr>
                <a:solidFill>
                  <a:srgbClr val="000000"/>
                </a:solidFill>
              </a:defRPr>
            </a:lvl8pPr>
            <a:lvl9pPr lvl="8">
              <a:buNone/>
              <a:defRPr>
                <a:solidFill>
                  <a:srgbClr val="000000"/>
                </a:solidFill>
              </a:defRPr>
            </a:lvl9pPr>
          </a:lstStyle>
          <a:p>
            <a:pPr indent="0" lvl="0" marL="0" rtl="0" algn="r">
              <a:spcBef>
                <a:spcPts val="0"/>
              </a:spcBef>
              <a:spcAft>
                <a:spcPts val="0"/>
              </a:spcAft>
              <a:buNone/>
            </a:pPr>
            <a:fld id="{00000000-1234-1234-1234-123412341234}" type="slidenum">
              <a:rPr lang="en"/>
              <a:t>‹#›</a:t>
            </a:fld>
            <a:endParaRPr/>
          </a:p>
        </p:txBody>
      </p:sp>
      <p:sp>
        <p:nvSpPr>
          <p:cNvPr id="267" name="Google Shape;267;p19"/>
          <p:cNvSpPr txBox="1"/>
          <p:nvPr>
            <p:ph idx="8" type="subTitle"/>
          </p:nvPr>
        </p:nvSpPr>
        <p:spPr>
          <a:xfrm>
            <a:off x="3154650" y="4675975"/>
            <a:ext cx="2835000" cy="466800"/>
          </a:xfrm>
          <a:prstGeom prst="rect">
            <a:avLst/>
          </a:prstGeom>
          <a:noFill/>
          <a:ln>
            <a:noFill/>
          </a:ln>
        </p:spPr>
        <p:txBody>
          <a:bodyPr anchorCtr="0" anchor="ctr" bIns="0" lIns="0" spcFirstLastPara="1" rIns="0" wrap="square" tIns="0">
            <a:noAutofit/>
          </a:bodyPr>
          <a:lstStyle>
            <a:lvl1pPr lvl="0" algn="ct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pic>
        <p:nvPicPr>
          <p:cNvPr id="268" name="Google Shape;268;p19"/>
          <p:cNvPicPr preferRelativeResize="0"/>
          <p:nvPr/>
        </p:nvPicPr>
        <p:blipFill>
          <a:blip r:embed="rId3">
            <a:alphaModFix/>
          </a:blip>
          <a:stretch>
            <a:fillRect/>
          </a:stretch>
        </p:blipFill>
        <p:spPr>
          <a:xfrm>
            <a:off x="228600" y="4837043"/>
            <a:ext cx="567051" cy="144675"/>
          </a:xfrm>
          <a:prstGeom prst="rect">
            <a:avLst/>
          </a:prstGeom>
          <a:noFill/>
          <a:ln>
            <a:noFill/>
          </a:ln>
        </p:spPr>
      </p:pic>
      <p:sp>
        <p:nvSpPr>
          <p:cNvPr id="269" name="Google Shape;269;p19"/>
          <p:cNvSpPr txBox="1"/>
          <p:nvPr>
            <p:ph idx="9" type="sldNum"/>
          </p:nvPr>
        </p:nvSpPr>
        <p:spPr>
          <a:xfrm>
            <a:off x="8348225" y="4666247"/>
            <a:ext cx="567000" cy="466800"/>
          </a:xfrm>
          <a:prstGeom prst="rect">
            <a:avLst/>
          </a:prstGeom>
        </p:spPr>
        <p:txBody>
          <a:bodyPr anchorCtr="0" anchor="ctr" bIns="91425" lIns="91425" spcFirstLastPara="1" rIns="91425" wrap="square" tIns="91425">
            <a:noAutofit/>
          </a:bodyPr>
          <a:lstStyle>
            <a:lvl1pPr lvl="0">
              <a:buNone/>
              <a:defRPr sz="700">
                <a:solidFill>
                  <a:schemeClr val="lt1"/>
                </a:solidFill>
              </a:defRPr>
            </a:lvl1pPr>
            <a:lvl2pPr lvl="1">
              <a:buNone/>
              <a:defRPr sz="700">
                <a:solidFill>
                  <a:schemeClr val="lt1"/>
                </a:solidFill>
              </a:defRPr>
            </a:lvl2pPr>
            <a:lvl3pPr lvl="2">
              <a:buNone/>
              <a:defRPr sz="700">
                <a:solidFill>
                  <a:schemeClr val="lt1"/>
                </a:solidFill>
              </a:defRPr>
            </a:lvl3pPr>
            <a:lvl4pPr lvl="3">
              <a:buNone/>
              <a:defRPr sz="700">
                <a:solidFill>
                  <a:schemeClr val="lt1"/>
                </a:solidFill>
              </a:defRPr>
            </a:lvl4pPr>
            <a:lvl5pPr lvl="4">
              <a:buNone/>
              <a:defRPr sz="700">
                <a:solidFill>
                  <a:schemeClr val="lt1"/>
                </a:solidFill>
              </a:defRPr>
            </a:lvl5pPr>
            <a:lvl6pPr lvl="5">
              <a:buNone/>
              <a:defRPr sz="700">
                <a:solidFill>
                  <a:schemeClr val="lt1"/>
                </a:solidFill>
              </a:defRPr>
            </a:lvl6pPr>
            <a:lvl7pPr lvl="6">
              <a:buNone/>
              <a:defRPr sz="700">
                <a:solidFill>
                  <a:schemeClr val="lt1"/>
                </a:solidFill>
              </a:defRPr>
            </a:lvl7pPr>
            <a:lvl8pPr lvl="7">
              <a:buNone/>
              <a:defRPr sz="700">
                <a:solidFill>
                  <a:schemeClr val="lt1"/>
                </a:solidFill>
              </a:defRPr>
            </a:lvl8pPr>
            <a:lvl9pPr lvl="8">
              <a:buNone/>
              <a:defRPr sz="700">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70" name="Shape 270"/>
        <p:cNvGrpSpPr/>
        <p:nvPr/>
      </p:nvGrpSpPr>
      <p:grpSpPr>
        <a:xfrm>
          <a:off x="0" y="0"/>
          <a:ext cx="0" cy="0"/>
          <a:chOff x="0" y="0"/>
          <a:chExt cx="0" cy="0"/>
        </a:xfrm>
      </p:grpSpPr>
      <p:pic>
        <p:nvPicPr>
          <p:cNvPr id="271" name="Google Shape;271;p20"/>
          <p:cNvPicPr preferRelativeResize="0"/>
          <p:nvPr/>
        </p:nvPicPr>
        <p:blipFill rotWithShape="1">
          <a:blip r:embed="rId2">
            <a:alphaModFix/>
          </a:blip>
          <a:srcRect b="-9999" l="0" r="0" t="0"/>
          <a:stretch/>
        </p:blipFill>
        <p:spPr>
          <a:xfrm>
            <a:off x="0" y="0"/>
            <a:ext cx="9144003" cy="5143501"/>
          </a:xfrm>
          <a:prstGeom prst="rect">
            <a:avLst/>
          </a:prstGeom>
          <a:noFill/>
          <a:ln>
            <a:noFill/>
          </a:ln>
        </p:spPr>
      </p:pic>
      <p:sp>
        <p:nvSpPr>
          <p:cNvPr id="272" name="Google Shape;272;p20"/>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Clr>
                <a:srgbClr val="D4FF00"/>
              </a:buClr>
              <a:buSzPts val="5200"/>
              <a:buFont typeface="Urbanist Medium"/>
              <a:buChar char="●"/>
              <a:defRPr sz="5200">
                <a:solidFill>
                  <a:srgbClr val="D4FF00"/>
                </a:solidFill>
                <a:latin typeface="Urbanist Medium"/>
                <a:ea typeface="Urbanist Medium"/>
                <a:cs typeface="Urbanist Medium"/>
                <a:sym typeface="Urbanist Medium"/>
              </a:defRPr>
            </a:lvl1pPr>
            <a:lvl2pPr lvl="1" algn="ctr">
              <a:spcBef>
                <a:spcPts val="0"/>
              </a:spcBef>
              <a:spcAft>
                <a:spcPts val="0"/>
              </a:spcAft>
              <a:buClr>
                <a:srgbClr val="D4FF00"/>
              </a:buClr>
              <a:buSzPts val="5200"/>
              <a:buFont typeface="Urbanist Medium"/>
              <a:buChar char="○"/>
              <a:defRPr sz="5200">
                <a:solidFill>
                  <a:srgbClr val="D4FF00"/>
                </a:solidFill>
                <a:latin typeface="Urbanist Medium"/>
                <a:ea typeface="Urbanist Medium"/>
                <a:cs typeface="Urbanist Medium"/>
                <a:sym typeface="Urbanist Medium"/>
              </a:defRPr>
            </a:lvl2pPr>
            <a:lvl3pPr lvl="2" algn="ctr">
              <a:spcBef>
                <a:spcPts val="0"/>
              </a:spcBef>
              <a:spcAft>
                <a:spcPts val="0"/>
              </a:spcAft>
              <a:buClr>
                <a:srgbClr val="D4FF00"/>
              </a:buClr>
              <a:buSzPts val="5200"/>
              <a:buFont typeface="Urbanist Medium"/>
              <a:buChar char="■"/>
              <a:defRPr sz="5200">
                <a:solidFill>
                  <a:srgbClr val="D4FF00"/>
                </a:solidFill>
                <a:latin typeface="Urbanist Medium"/>
                <a:ea typeface="Urbanist Medium"/>
                <a:cs typeface="Urbanist Medium"/>
                <a:sym typeface="Urbanist Medium"/>
              </a:defRPr>
            </a:lvl3pPr>
            <a:lvl4pPr lvl="3" algn="ctr">
              <a:spcBef>
                <a:spcPts val="0"/>
              </a:spcBef>
              <a:spcAft>
                <a:spcPts val="0"/>
              </a:spcAft>
              <a:buClr>
                <a:srgbClr val="D4FF00"/>
              </a:buClr>
              <a:buSzPts val="5200"/>
              <a:buFont typeface="Urbanist Medium"/>
              <a:buChar char="●"/>
              <a:defRPr sz="5200">
                <a:solidFill>
                  <a:srgbClr val="D4FF00"/>
                </a:solidFill>
                <a:latin typeface="Urbanist Medium"/>
                <a:ea typeface="Urbanist Medium"/>
                <a:cs typeface="Urbanist Medium"/>
                <a:sym typeface="Urbanist Medium"/>
              </a:defRPr>
            </a:lvl4pPr>
            <a:lvl5pPr lvl="4" algn="ctr">
              <a:spcBef>
                <a:spcPts val="0"/>
              </a:spcBef>
              <a:spcAft>
                <a:spcPts val="0"/>
              </a:spcAft>
              <a:buClr>
                <a:srgbClr val="D4FF00"/>
              </a:buClr>
              <a:buSzPts val="5200"/>
              <a:buFont typeface="Urbanist Medium"/>
              <a:buChar char="○"/>
              <a:defRPr sz="5200">
                <a:solidFill>
                  <a:srgbClr val="D4FF00"/>
                </a:solidFill>
                <a:latin typeface="Urbanist Medium"/>
                <a:ea typeface="Urbanist Medium"/>
                <a:cs typeface="Urbanist Medium"/>
                <a:sym typeface="Urbanist Medium"/>
              </a:defRPr>
            </a:lvl5pPr>
            <a:lvl6pPr lvl="5" algn="ctr">
              <a:spcBef>
                <a:spcPts val="0"/>
              </a:spcBef>
              <a:spcAft>
                <a:spcPts val="0"/>
              </a:spcAft>
              <a:buClr>
                <a:srgbClr val="D4FF00"/>
              </a:buClr>
              <a:buSzPts val="5200"/>
              <a:buFont typeface="Urbanist Medium"/>
              <a:buChar char="■"/>
              <a:defRPr sz="5200">
                <a:solidFill>
                  <a:srgbClr val="D4FF00"/>
                </a:solidFill>
                <a:latin typeface="Urbanist Medium"/>
                <a:ea typeface="Urbanist Medium"/>
                <a:cs typeface="Urbanist Medium"/>
                <a:sym typeface="Urbanist Medium"/>
              </a:defRPr>
            </a:lvl6pPr>
            <a:lvl7pPr lvl="6" algn="ctr">
              <a:spcBef>
                <a:spcPts val="0"/>
              </a:spcBef>
              <a:spcAft>
                <a:spcPts val="0"/>
              </a:spcAft>
              <a:buClr>
                <a:srgbClr val="D4FF00"/>
              </a:buClr>
              <a:buSzPts val="5200"/>
              <a:buFont typeface="Urbanist Medium"/>
              <a:buChar char="●"/>
              <a:defRPr sz="5200">
                <a:solidFill>
                  <a:srgbClr val="D4FF00"/>
                </a:solidFill>
                <a:latin typeface="Urbanist Medium"/>
                <a:ea typeface="Urbanist Medium"/>
                <a:cs typeface="Urbanist Medium"/>
                <a:sym typeface="Urbanist Medium"/>
              </a:defRPr>
            </a:lvl7pPr>
            <a:lvl8pPr lvl="7" algn="ctr">
              <a:spcBef>
                <a:spcPts val="0"/>
              </a:spcBef>
              <a:spcAft>
                <a:spcPts val="0"/>
              </a:spcAft>
              <a:buClr>
                <a:srgbClr val="D4FF00"/>
              </a:buClr>
              <a:buSzPts val="5200"/>
              <a:buFont typeface="Urbanist Medium"/>
              <a:buChar char="○"/>
              <a:defRPr sz="5200">
                <a:solidFill>
                  <a:srgbClr val="D4FF00"/>
                </a:solidFill>
                <a:latin typeface="Urbanist Medium"/>
                <a:ea typeface="Urbanist Medium"/>
                <a:cs typeface="Urbanist Medium"/>
                <a:sym typeface="Urbanist Medium"/>
              </a:defRPr>
            </a:lvl8pPr>
            <a:lvl9pPr lvl="8" algn="ctr">
              <a:spcBef>
                <a:spcPts val="0"/>
              </a:spcBef>
              <a:spcAft>
                <a:spcPts val="0"/>
              </a:spcAft>
              <a:buClr>
                <a:srgbClr val="D4FF00"/>
              </a:buClr>
              <a:buSzPts val="5200"/>
              <a:buFont typeface="Urbanist Medium"/>
              <a:buChar char="■"/>
              <a:defRPr sz="5200">
                <a:solidFill>
                  <a:srgbClr val="D4FF00"/>
                </a:solidFill>
                <a:latin typeface="Urbanist Medium"/>
                <a:ea typeface="Urbanist Medium"/>
                <a:cs typeface="Urbanist Medium"/>
                <a:sym typeface="Urbanist Medium"/>
              </a:defRPr>
            </a:lvl9pPr>
          </a:lstStyle>
          <a:p/>
        </p:txBody>
      </p:sp>
      <p:sp>
        <p:nvSpPr>
          <p:cNvPr id="273" name="Google Shape;273;p20"/>
          <p:cNvSpPr txBox="1"/>
          <p:nvPr>
            <p:ph idx="1" type="subTitle"/>
          </p:nvPr>
        </p:nvSpPr>
        <p:spPr>
          <a:xfrm>
            <a:off x="311700" y="2834125"/>
            <a:ext cx="8520600" cy="7926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Clr>
                <a:srgbClr val="D4FF00"/>
              </a:buClr>
              <a:buSzPts val="2800"/>
              <a:buFont typeface="Urbanist Medium"/>
              <a:buNone/>
              <a:defRPr sz="2800">
                <a:solidFill>
                  <a:srgbClr val="D4FF00"/>
                </a:solidFill>
                <a:latin typeface="Urbanist Medium"/>
                <a:ea typeface="Urbanist Medium"/>
                <a:cs typeface="Urbanist Medium"/>
                <a:sym typeface="Urbanist Medium"/>
              </a:defRPr>
            </a:lvl1pPr>
            <a:lvl2pPr lvl="1" algn="ctr">
              <a:spcBef>
                <a:spcPts val="0"/>
              </a:spcBef>
              <a:spcAft>
                <a:spcPts val="0"/>
              </a:spcAft>
              <a:buClr>
                <a:srgbClr val="D4FF00"/>
              </a:buClr>
              <a:buSzPts val="2800"/>
              <a:buFont typeface="Urbanist Medium"/>
              <a:buNone/>
              <a:defRPr sz="2800">
                <a:solidFill>
                  <a:srgbClr val="D4FF00"/>
                </a:solidFill>
                <a:latin typeface="Urbanist Medium"/>
                <a:ea typeface="Urbanist Medium"/>
                <a:cs typeface="Urbanist Medium"/>
                <a:sym typeface="Urbanist Medium"/>
              </a:defRPr>
            </a:lvl2pPr>
            <a:lvl3pPr lvl="2" algn="ctr">
              <a:spcBef>
                <a:spcPts val="0"/>
              </a:spcBef>
              <a:spcAft>
                <a:spcPts val="0"/>
              </a:spcAft>
              <a:buClr>
                <a:srgbClr val="D4FF00"/>
              </a:buClr>
              <a:buSzPts val="2800"/>
              <a:buFont typeface="Urbanist Medium"/>
              <a:buNone/>
              <a:defRPr sz="2800">
                <a:solidFill>
                  <a:srgbClr val="D4FF00"/>
                </a:solidFill>
                <a:latin typeface="Urbanist Medium"/>
                <a:ea typeface="Urbanist Medium"/>
                <a:cs typeface="Urbanist Medium"/>
                <a:sym typeface="Urbanist Medium"/>
              </a:defRPr>
            </a:lvl3pPr>
            <a:lvl4pPr lvl="3" algn="ctr">
              <a:spcBef>
                <a:spcPts val="0"/>
              </a:spcBef>
              <a:spcAft>
                <a:spcPts val="0"/>
              </a:spcAft>
              <a:buClr>
                <a:srgbClr val="D4FF00"/>
              </a:buClr>
              <a:buSzPts val="2800"/>
              <a:buFont typeface="Urbanist Medium"/>
              <a:buNone/>
              <a:defRPr sz="2800">
                <a:solidFill>
                  <a:srgbClr val="D4FF00"/>
                </a:solidFill>
                <a:latin typeface="Urbanist Medium"/>
                <a:ea typeface="Urbanist Medium"/>
                <a:cs typeface="Urbanist Medium"/>
                <a:sym typeface="Urbanist Medium"/>
              </a:defRPr>
            </a:lvl4pPr>
            <a:lvl5pPr lvl="4" algn="ctr">
              <a:spcBef>
                <a:spcPts val="0"/>
              </a:spcBef>
              <a:spcAft>
                <a:spcPts val="0"/>
              </a:spcAft>
              <a:buClr>
                <a:srgbClr val="D4FF00"/>
              </a:buClr>
              <a:buSzPts val="2800"/>
              <a:buFont typeface="Urbanist Medium"/>
              <a:buNone/>
              <a:defRPr sz="2800">
                <a:solidFill>
                  <a:srgbClr val="D4FF00"/>
                </a:solidFill>
                <a:latin typeface="Urbanist Medium"/>
                <a:ea typeface="Urbanist Medium"/>
                <a:cs typeface="Urbanist Medium"/>
                <a:sym typeface="Urbanist Medium"/>
              </a:defRPr>
            </a:lvl5pPr>
            <a:lvl6pPr lvl="5" algn="ctr">
              <a:spcBef>
                <a:spcPts val="0"/>
              </a:spcBef>
              <a:spcAft>
                <a:spcPts val="0"/>
              </a:spcAft>
              <a:buClr>
                <a:srgbClr val="D4FF00"/>
              </a:buClr>
              <a:buSzPts val="2800"/>
              <a:buFont typeface="Urbanist Medium"/>
              <a:buNone/>
              <a:defRPr sz="2800">
                <a:solidFill>
                  <a:srgbClr val="D4FF00"/>
                </a:solidFill>
                <a:latin typeface="Urbanist Medium"/>
                <a:ea typeface="Urbanist Medium"/>
                <a:cs typeface="Urbanist Medium"/>
                <a:sym typeface="Urbanist Medium"/>
              </a:defRPr>
            </a:lvl6pPr>
            <a:lvl7pPr lvl="6" algn="ctr">
              <a:spcBef>
                <a:spcPts val="0"/>
              </a:spcBef>
              <a:spcAft>
                <a:spcPts val="0"/>
              </a:spcAft>
              <a:buClr>
                <a:srgbClr val="D4FF00"/>
              </a:buClr>
              <a:buSzPts val="2800"/>
              <a:buFont typeface="Urbanist Medium"/>
              <a:buNone/>
              <a:defRPr sz="2800">
                <a:solidFill>
                  <a:srgbClr val="D4FF00"/>
                </a:solidFill>
                <a:latin typeface="Urbanist Medium"/>
                <a:ea typeface="Urbanist Medium"/>
                <a:cs typeface="Urbanist Medium"/>
                <a:sym typeface="Urbanist Medium"/>
              </a:defRPr>
            </a:lvl7pPr>
            <a:lvl8pPr lvl="7" algn="ctr">
              <a:spcBef>
                <a:spcPts val="0"/>
              </a:spcBef>
              <a:spcAft>
                <a:spcPts val="0"/>
              </a:spcAft>
              <a:buClr>
                <a:srgbClr val="D4FF00"/>
              </a:buClr>
              <a:buSzPts val="2800"/>
              <a:buFont typeface="Urbanist Medium"/>
              <a:buNone/>
              <a:defRPr sz="2800">
                <a:solidFill>
                  <a:srgbClr val="D4FF00"/>
                </a:solidFill>
                <a:latin typeface="Urbanist Medium"/>
                <a:ea typeface="Urbanist Medium"/>
                <a:cs typeface="Urbanist Medium"/>
                <a:sym typeface="Urbanist Medium"/>
              </a:defRPr>
            </a:lvl8pPr>
            <a:lvl9pPr lvl="8" algn="ctr">
              <a:spcBef>
                <a:spcPts val="0"/>
              </a:spcBef>
              <a:spcAft>
                <a:spcPts val="0"/>
              </a:spcAft>
              <a:buClr>
                <a:srgbClr val="D4FF00"/>
              </a:buClr>
              <a:buSzPts val="2800"/>
              <a:buFont typeface="Urbanist Medium"/>
              <a:buNone/>
              <a:defRPr sz="2800">
                <a:solidFill>
                  <a:srgbClr val="D4FF00"/>
                </a:solidFill>
                <a:latin typeface="Urbanist Medium"/>
                <a:ea typeface="Urbanist Medium"/>
                <a:cs typeface="Urbanist Medium"/>
                <a:sym typeface="Urbanist Medium"/>
              </a:defRPr>
            </a:lvl9pPr>
          </a:lstStyle>
          <a:p/>
        </p:txBody>
      </p:sp>
      <p:sp>
        <p:nvSpPr>
          <p:cNvPr id="274" name="Google Shape;274;p20"/>
          <p:cNvSpPr txBox="1"/>
          <p:nvPr>
            <p:ph idx="12" type="sldNum"/>
          </p:nvPr>
        </p:nvSpPr>
        <p:spPr>
          <a:xfrm>
            <a:off x="8556784" y="4749851"/>
            <a:ext cx="548700" cy="393600"/>
          </a:xfrm>
          <a:prstGeom prst="rect">
            <a:avLst/>
          </a:prstGeom>
        </p:spPr>
        <p:txBody>
          <a:bodyPr anchorCtr="0" anchor="ctr" bIns="91425" lIns="91425" spcFirstLastPara="1" rIns="91425" wrap="square" tIns="91425">
            <a:noAutofit/>
          </a:bodyPr>
          <a:lstStyle>
            <a:lvl1pPr lvl="0">
              <a:buNone/>
              <a:defRPr>
                <a:solidFill>
                  <a:srgbClr val="000000"/>
                </a:solidFill>
              </a:defRPr>
            </a:lvl1pPr>
            <a:lvl2pPr lvl="1">
              <a:buNone/>
              <a:defRPr>
                <a:solidFill>
                  <a:srgbClr val="000000"/>
                </a:solidFill>
              </a:defRPr>
            </a:lvl2pPr>
            <a:lvl3pPr lvl="2">
              <a:buNone/>
              <a:defRPr>
                <a:solidFill>
                  <a:srgbClr val="000000"/>
                </a:solidFill>
              </a:defRPr>
            </a:lvl3pPr>
            <a:lvl4pPr lvl="3">
              <a:buNone/>
              <a:defRPr>
                <a:solidFill>
                  <a:srgbClr val="000000"/>
                </a:solidFill>
              </a:defRPr>
            </a:lvl4pPr>
            <a:lvl5pPr lvl="4">
              <a:buNone/>
              <a:defRPr>
                <a:solidFill>
                  <a:srgbClr val="000000"/>
                </a:solidFill>
              </a:defRPr>
            </a:lvl5pPr>
            <a:lvl6pPr lvl="5">
              <a:buNone/>
              <a:defRPr>
                <a:solidFill>
                  <a:srgbClr val="000000"/>
                </a:solidFill>
              </a:defRPr>
            </a:lvl6pPr>
            <a:lvl7pPr lvl="6">
              <a:buNone/>
              <a:defRPr>
                <a:solidFill>
                  <a:srgbClr val="000000"/>
                </a:solidFill>
              </a:defRPr>
            </a:lvl7pPr>
            <a:lvl8pPr lvl="7">
              <a:buNone/>
              <a:defRPr>
                <a:solidFill>
                  <a:srgbClr val="000000"/>
                </a:solidFill>
              </a:defRPr>
            </a:lvl8pPr>
            <a:lvl9pPr lvl="8">
              <a:buNone/>
              <a:defRPr>
                <a:solidFill>
                  <a:srgbClr val="000000"/>
                </a:solidFill>
              </a:defRPr>
            </a:lvl9pPr>
          </a:lstStyle>
          <a:p>
            <a:pPr indent="0" lvl="0" marL="0" rtl="0" algn="r">
              <a:spcBef>
                <a:spcPts val="0"/>
              </a:spcBef>
              <a:spcAft>
                <a:spcPts val="0"/>
              </a:spcAft>
              <a:buNone/>
            </a:pPr>
            <a:fld id="{00000000-1234-1234-1234-123412341234}" type="slidenum">
              <a:rPr lang="en"/>
              <a:t>‹#›</a:t>
            </a:fld>
            <a:endParaRPr/>
          </a:p>
        </p:txBody>
      </p:sp>
      <p:sp>
        <p:nvSpPr>
          <p:cNvPr id="275" name="Google Shape;275;p20"/>
          <p:cNvSpPr txBox="1"/>
          <p:nvPr>
            <p:ph idx="2" type="subTitle"/>
          </p:nvPr>
        </p:nvSpPr>
        <p:spPr>
          <a:xfrm>
            <a:off x="3154650" y="4675975"/>
            <a:ext cx="2835000" cy="466800"/>
          </a:xfrm>
          <a:prstGeom prst="rect">
            <a:avLst/>
          </a:prstGeom>
          <a:noFill/>
          <a:ln>
            <a:noFill/>
          </a:ln>
        </p:spPr>
        <p:txBody>
          <a:bodyPr anchorCtr="0" anchor="ctr" bIns="0" lIns="0" spcFirstLastPara="1" rIns="0" wrap="square" tIns="0">
            <a:noAutofit/>
          </a:bodyPr>
          <a:lstStyle>
            <a:lvl1pPr lvl="0" algn="ct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pic>
        <p:nvPicPr>
          <p:cNvPr id="276" name="Google Shape;276;p20"/>
          <p:cNvPicPr preferRelativeResize="0"/>
          <p:nvPr/>
        </p:nvPicPr>
        <p:blipFill>
          <a:blip r:embed="rId3">
            <a:alphaModFix/>
          </a:blip>
          <a:stretch>
            <a:fillRect/>
          </a:stretch>
        </p:blipFill>
        <p:spPr>
          <a:xfrm>
            <a:off x="228600" y="4837043"/>
            <a:ext cx="567051" cy="144675"/>
          </a:xfrm>
          <a:prstGeom prst="rect">
            <a:avLst/>
          </a:prstGeom>
          <a:noFill/>
          <a:ln>
            <a:noFill/>
          </a:ln>
        </p:spPr>
      </p:pic>
      <p:sp>
        <p:nvSpPr>
          <p:cNvPr id="277" name="Google Shape;277;p20"/>
          <p:cNvSpPr txBox="1"/>
          <p:nvPr>
            <p:ph idx="3" type="sldNum"/>
          </p:nvPr>
        </p:nvSpPr>
        <p:spPr>
          <a:xfrm>
            <a:off x="8348225" y="4666247"/>
            <a:ext cx="567000" cy="466800"/>
          </a:xfrm>
          <a:prstGeom prst="rect">
            <a:avLst/>
          </a:prstGeom>
        </p:spPr>
        <p:txBody>
          <a:bodyPr anchorCtr="0" anchor="ctr" bIns="91425" lIns="91425" spcFirstLastPara="1" rIns="91425" wrap="square" tIns="91425">
            <a:noAutofit/>
          </a:bodyPr>
          <a:lstStyle>
            <a:lvl1pPr lvl="0">
              <a:buNone/>
              <a:defRPr sz="700">
                <a:solidFill>
                  <a:schemeClr val="lt1"/>
                </a:solidFill>
              </a:defRPr>
            </a:lvl1pPr>
            <a:lvl2pPr lvl="1">
              <a:buNone/>
              <a:defRPr sz="700">
                <a:solidFill>
                  <a:schemeClr val="lt1"/>
                </a:solidFill>
              </a:defRPr>
            </a:lvl2pPr>
            <a:lvl3pPr lvl="2">
              <a:buNone/>
              <a:defRPr sz="700">
                <a:solidFill>
                  <a:schemeClr val="lt1"/>
                </a:solidFill>
              </a:defRPr>
            </a:lvl3pPr>
            <a:lvl4pPr lvl="3">
              <a:buNone/>
              <a:defRPr sz="700">
                <a:solidFill>
                  <a:schemeClr val="lt1"/>
                </a:solidFill>
              </a:defRPr>
            </a:lvl4pPr>
            <a:lvl5pPr lvl="4">
              <a:buNone/>
              <a:defRPr sz="700">
                <a:solidFill>
                  <a:schemeClr val="lt1"/>
                </a:solidFill>
              </a:defRPr>
            </a:lvl5pPr>
            <a:lvl6pPr lvl="5">
              <a:buNone/>
              <a:defRPr sz="700">
                <a:solidFill>
                  <a:schemeClr val="lt1"/>
                </a:solidFill>
              </a:defRPr>
            </a:lvl6pPr>
            <a:lvl7pPr lvl="6">
              <a:buNone/>
              <a:defRPr sz="700">
                <a:solidFill>
                  <a:schemeClr val="lt1"/>
                </a:solidFill>
              </a:defRPr>
            </a:lvl7pPr>
            <a:lvl8pPr lvl="7">
              <a:buNone/>
              <a:defRPr sz="700">
                <a:solidFill>
                  <a:schemeClr val="lt1"/>
                </a:solidFill>
              </a:defRPr>
            </a:lvl8pPr>
            <a:lvl9pPr lvl="8">
              <a:buNone/>
              <a:defRPr sz="700">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278" name="Shape 278"/>
        <p:cNvGrpSpPr/>
        <p:nvPr/>
      </p:nvGrpSpPr>
      <p:grpSpPr>
        <a:xfrm>
          <a:off x="0" y="0"/>
          <a:ext cx="0" cy="0"/>
          <a:chOff x="0" y="0"/>
          <a:chExt cx="0" cy="0"/>
        </a:xfrm>
      </p:grpSpPr>
      <p:pic>
        <p:nvPicPr>
          <p:cNvPr id="279" name="Google Shape;279;p21"/>
          <p:cNvPicPr preferRelativeResize="0"/>
          <p:nvPr/>
        </p:nvPicPr>
        <p:blipFill rotWithShape="1">
          <a:blip r:embed="rId2">
            <a:alphaModFix/>
          </a:blip>
          <a:srcRect b="-9999" l="0" r="0" t="0"/>
          <a:stretch/>
        </p:blipFill>
        <p:spPr>
          <a:xfrm>
            <a:off x="0" y="0"/>
            <a:ext cx="9144003" cy="5143501"/>
          </a:xfrm>
          <a:prstGeom prst="rect">
            <a:avLst/>
          </a:prstGeom>
          <a:noFill/>
          <a:ln>
            <a:noFill/>
          </a:ln>
        </p:spPr>
      </p:pic>
      <p:sp>
        <p:nvSpPr>
          <p:cNvPr id="280" name="Google Shape;280;p21"/>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Clr>
                <a:schemeClr val="lt1"/>
              </a:buClr>
              <a:buSzPts val="3600"/>
              <a:buFont typeface="Urbanist Medium"/>
              <a:buChar char="●"/>
              <a:defRPr sz="3600">
                <a:solidFill>
                  <a:schemeClr val="lt1"/>
                </a:solidFill>
                <a:latin typeface="Urbanist Medium"/>
                <a:ea typeface="Urbanist Medium"/>
                <a:cs typeface="Urbanist Medium"/>
                <a:sym typeface="Urbanist Medium"/>
              </a:defRPr>
            </a:lvl1pPr>
            <a:lvl2pPr lvl="1" algn="ctr">
              <a:spcBef>
                <a:spcPts val="0"/>
              </a:spcBef>
              <a:spcAft>
                <a:spcPts val="0"/>
              </a:spcAft>
              <a:buSzPts val="3600"/>
              <a:buChar char="○"/>
              <a:defRPr sz="3600"/>
            </a:lvl2pPr>
            <a:lvl3pPr lvl="2" algn="ctr">
              <a:spcBef>
                <a:spcPts val="0"/>
              </a:spcBef>
              <a:spcAft>
                <a:spcPts val="0"/>
              </a:spcAft>
              <a:buSzPts val="3600"/>
              <a:buChar char="■"/>
              <a:defRPr sz="3600"/>
            </a:lvl3pPr>
            <a:lvl4pPr lvl="3" algn="ctr">
              <a:spcBef>
                <a:spcPts val="0"/>
              </a:spcBef>
              <a:spcAft>
                <a:spcPts val="0"/>
              </a:spcAft>
              <a:buSzPts val="3600"/>
              <a:buChar char="●"/>
              <a:defRPr sz="3600"/>
            </a:lvl4pPr>
            <a:lvl5pPr lvl="4" algn="ctr">
              <a:spcBef>
                <a:spcPts val="0"/>
              </a:spcBef>
              <a:spcAft>
                <a:spcPts val="0"/>
              </a:spcAft>
              <a:buSzPts val="3600"/>
              <a:buChar char="○"/>
              <a:defRPr sz="3600"/>
            </a:lvl5pPr>
            <a:lvl6pPr lvl="5" algn="ctr">
              <a:spcBef>
                <a:spcPts val="0"/>
              </a:spcBef>
              <a:spcAft>
                <a:spcPts val="0"/>
              </a:spcAft>
              <a:buSzPts val="3600"/>
              <a:buChar char="■"/>
              <a:defRPr sz="3600"/>
            </a:lvl6pPr>
            <a:lvl7pPr lvl="6" algn="ctr">
              <a:spcBef>
                <a:spcPts val="0"/>
              </a:spcBef>
              <a:spcAft>
                <a:spcPts val="0"/>
              </a:spcAft>
              <a:buSzPts val="3600"/>
              <a:buChar char="●"/>
              <a:defRPr sz="3600"/>
            </a:lvl7pPr>
            <a:lvl8pPr lvl="7" algn="ctr">
              <a:spcBef>
                <a:spcPts val="0"/>
              </a:spcBef>
              <a:spcAft>
                <a:spcPts val="0"/>
              </a:spcAft>
              <a:buSzPts val="3600"/>
              <a:buChar char="○"/>
              <a:defRPr sz="3600"/>
            </a:lvl8pPr>
            <a:lvl9pPr lvl="8" algn="ctr">
              <a:spcBef>
                <a:spcPts val="0"/>
              </a:spcBef>
              <a:spcAft>
                <a:spcPts val="0"/>
              </a:spcAft>
              <a:buSzPts val="3600"/>
              <a:buChar char="■"/>
              <a:defRPr sz="3600"/>
            </a:lvl9pPr>
          </a:lstStyle>
          <a:p/>
        </p:txBody>
      </p:sp>
      <p:sp>
        <p:nvSpPr>
          <p:cNvPr id="281" name="Google Shape;281;p21"/>
          <p:cNvSpPr txBox="1"/>
          <p:nvPr>
            <p:ph idx="1" type="subTitle"/>
          </p:nvPr>
        </p:nvSpPr>
        <p:spPr>
          <a:xfrm>
            <a:off x="3154650" y="4675975"/>
            <a:ext cx="2835000" cy="466800"/>
          </a:xfrm>
          <a:prstGeom prst="rect">
            <a:avLst/>
          </a:prstGeom>
          <a:noFill/>
          <a:ln>
            <a:noFill/>
          </a:ln>
        </p:spPr>
        <p:txBody>
          <a:bodyPr anchorCtr="0" anchor="ctr" bIns="0" lIns="0" spcFirstLastPara="1" rIns="0" wrap="square" tIns="0">
            <a:noAutofit/>
          </a:bodyPr>
          <a:lstStyle>
            <a:lvl1pPr lvl="0" algn="ct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pic>
        <p:nvPicPr>
          <p:cNvPr id="282" name="Google Shape;282;p21"/>
          <p:cNvPicPr preferRelativeResize="0"/>
          <p:nvPr/>
        </p:nvPicPr>
        <p:blipFill>
          <a:blip r:embed="rId3">
            <a:alphaModFix/>
          </a:blip>
          <a:stretch>
            <a:fillRect/>
          </a:stretch>
        </p:blipFill>
        <p:spPr>
          <a:xfrm>
            <a:off x="228600" y="4837043"/>
            <a:ext cx="567051" cy="144675"/>
          </a:xfrm>
          <a:prstGeom prst="rect">
            <a:avLst/>
          </a:prstGeom>
          <a:noFill/>
          <a:ln>
            <a:noFill/>
          </a:ln>
        </p:spPr>
      </p:pic>
      <p:sp>
        <p:nvSpPr>
          <p:cNvPr id="283" name="Google Shape;283;p21"/>
          <p:cNvSpPr txBox="1"/>
          <p:nvPr>
            <p:ph idx="12" type="sldNum"/>
          </p:nvPr>
        </p:nvSpPr>
        <p:spPr>
          <a:xfrm>
            <a:off x="8348225" y="4666247"/>
            <a:ext cx="567000" cy="466800"/>
          </a:xfrm>
          <a:prstGeom prst="rect">
            <a:avLst/>
          </a:prstGeom>
        </p:spPr>
        <p:txBody>
          <a:bodyPr anchorCtr="0" anchor="ctr" bIns="91425" lIns="91425" spcFirstLastPara="1" rIns="91425" wrap="square" tIns="91425">
            <a:noAutofit/>
          </a:bodyPr>
          <a:lstStyle>
            <a:lvl1pPr lvl="0">
              <a:buNone/>
              <a:defRPr sz="700">
                <a:solidFill>
                  <a:schemeClr val="lt1"/>
                </a:solidFill>
              </a:defRPr>
            </a:lvl1pPr>
            <a:lvl2pPr lvl="1">
              <a:buNone/>
              <a:defRPr sz="700">
                <a:solidFill>
                  <a:schemeClr val="lt1"/>
                </a:solidFill>
              </a:defRPr>
            </a:lvl2pPr>
            <a:lvl3pPr lvl="2">
              <a:buNone/>
              <a:defRPr sz="700">
                <a:solidFill>
                  <a:schemeClr val="lt1"/>
                </a:solidFill>
              </a:defRPr>
            </a:lvl3pPr>
            <a:lvl4pPr lvl="3">
              <a:buNone/>
              <a:defRPr sz="700">
                <a:solidFill>
                  <a:schemeClr val="lt1"/>
                </a:solidFill>
              </a:defRPr>
            </a:lvl4pPr>
            <a:lvl5pPr lvl="4">
              <a:buNone/>
              <a:defRPr sz="700">
                <a:solidFill>
                  <a:schemeClr val="lt1"/>
                </a:solidFill>
              </a:defRPr>
            </a:lvl5pPr>
            <a:lvl6pPr lvl="5">
              <a:buNone/>
              <a:defRPr sz="700">
                <a:solidFill>
                  <a:schemeClr val="lt1"/>
                </a:solidFill>
              </a:defRPr>
            </a:lvl6pPr>
            <a:lvl7pPr lvl="6">
              <a:buNone/>
              <a:defRPr sz="700">
                <a:solidFill>
                  <a:schemeClr val="lt1"/>
                </a:solidFill>
              </a:defRPr>
            </a:lvl7pPr>
            <a:lvl8pPr lvl="7">
              <a:buNone/>
              <a:defRPr sz="700">
                <a:solidFill>
                  <a:schemeClr val="lt1"/>
                </a:solidFill>
              </a:defRPr>
            </a:lvl8pPr>
            <a:lvl9pPr lvl="8">
              <a:buNone/>
              <a:defRPr sz="700">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284" name="Shape 284"/>
        <p:cNvGrpSpPr/>
        <p:nvPr/>
      </p:nvGrpSpPr>
      <p:grpSpPr>
        <a:xfrm>
          <a:off x="0" y="0"/>
          <a:ext cx="0" cy="0"/>
          <a:chOff x="0" y="0"/>
          <a:chExt cx="0" cy="0"/>
        </a:xfrm>
      </p:grpSpPr>
      <p:pic>
        <p:nvPicPr>
          <p:cNvPr id="285" name="Google Shape;285;p22"/>
          <p:cNvPicPr preferRelativeResize="0"/>
          <p:nvPr/>
        </p:nvPicPr>
        <p:blipFill rotWithShape="1">
          <a:blip r:embed="rId2">
            <a:alphaModFix/>
          </a:blip>
          <a:srcRect b="-9999" l="0" r="0" t="0"/>
          <a:stretch/>
        </p:blipFill>
        <p:spPr>
          <a:xfrm>
            <a:off x="0" y="0"/>
            <a:ext cx="9144003" cy="5143501"/>
          </a:xfrm>
          <a:prstGeom prst="rect">
            <a:avLst/>
          </a:prstGeom>
          <a:noFill/>
          <a:ln>
            <a:noFill/>
          </a:ln>
        </p:spPr>
      </p:pic>
      <p:sp>
        <p:nvSpPr>
          <p:cNvPr id="286" name="Google Shape;286;p22"/>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Clr>
                <a:schemeClr val="lt1"/>
              </a:buClr>
              <a:buSzPts val="1400"/>
              <a:buFont typeface="Urbanist Medium"/>
              <a:buChar char="●"/>
              <a:defRPr>
                <a:solidFill>
                  <a:schemeClr val="lt1"/>
                </a:solidFill>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Medium"/>
              <a:buChar char="○"/>
              <a:defRPr>
                <a:solidFill>
                  <a:schemeClr val="lt1"/>
                </a:solidFill>
                <a:latin typeface="Urbanist Medium"/>
                <a:ea typeface="Urbanist Medium"/>
                <a:cs typeface="Urbanist Medium"/>
                <a:sym typeface="Urbanist Medium"/>
              </a:defRPr>
            </a:lvl2pPr>
            <a:lvl3pPr lvl="2">
              <a:spcBef>
                <a:spcPts val="0"/>
              </a:spcBef>
              <a:spcAft>
                <a:spcPts val="0"/>
              </a:spcAft>
              <a:buClr>
                <a:schemeClr val="lt1"/>
              </a:buClr>
              <a:buSzPts val="1400"/>
              <a:buFont typeface="Urbanist Medium"/>
              <a:buChar char="■"/>
              <a:defRPr>
                <a:solidFill>
                  <a:schemeClr val="lt1"/>
                </a:solidFill>
                <a:latin typeface="Urbanist Medium"/>
                <a:ea typeface="Urbanist Medium"/>
                <a:cs typeface="Urbanist Medium"/>
                <a:sym typeface="Urbanist Medium"/>
              </a:defRPr>
            </a:lvl3pPr>
            <a:lvl4pPr lvl="3">
              <a:spcBef>
                <a:spcPts val="0"/>
              </a:spcBef>
              <a:spcAft>
                <a:spcPts val="0"/>
              </a:spcAft>
              <a:buClr>
                <a:schemeClr val="lt1"/>
              </a:buClr>
              <a:buSzPts val="1400"/>
              <a:buFont typeface="Urbanist Medium"/>
              <a:buChar char="●"/>
              <a:defRPr>
                <a:solidFill>
                  <a:schemeClr val="lt1"/>
                </a:solidFill>
                <a:latin typeface="Urbanist Medium"/>
                <a:ea typeface="Urbanist Medium"/>
                <a:cs typeface="Urbanist Medium"/>
                <a:sym typeface="Urbanist Medium"/>
              </a:defRPr>
            </a:lvl4pPr>
            <a:lvl5pPr lvl="4">
              <a:spcBef>
                <a:spcPts val="0"/>
              </a:spcBef>
              <a:spcAft>
                <a:spcPts val="0"/>
              </a:spcAft>
              <a:buClr>
                <a:schemeClr val="lt1"/>
              </a:buClr>
              <a:buSzPts val="1400"/>
              <a:buFont typeface="Urbanist Medium"/>
              <a:buChar char="○"/>
              <a:defRPr>
                <a:solidFill>
                  <a:schemeClr val="lt1"/>
                </a:solidFill>
                <a:latin typeface="Urbanist Medium"/>
                <a:ea typeface="Urbanist Medium"/>
                <a:cs typeface="Urbanist Medium"/>
                <a:sym typeface="Urbanist Medium"/>
              </a:defRPr>
            </a:lvl5pPr>
            <a:lvl6pPr lvl="5">
              <a:spcBef>
                <a:spcPts val="0"/>
              </a:spcBef>
              <a:spcAft>
                <a:spcPts val="0"/>
              </a:spcAft>
              <a:buClr>
                <a:schemeClr val="lt1"/>
              </a:buClr>
              <a:buSzPts val="1400"/>
              <a:buFont typeface="Urbanist Medium"/>
              <a:buChar char="■"/>
              <a:defRPr>
                <a:solidFill>
                  <a:schemeClr val="lt1"/>
                </a:solidFill>
                <a:latin typeface="Urbanist Medium"/>
                <a:ea typeface="Urbanist Medium"/>
                <a:cs typeface="Urbanist Medium"/>
                <a:sym typeface="Urbanist Medium"/>
              </a:defRPr>
            </a:lvl6pPr>
            <a:lvl7pPr lvl="6">
              <a:spcBef>
                <a:spcPts val="0"/>
              </a:spcBef>
              <a:spcAft>
                <a:spcPts val="0"/>
              </a:spcAft>
              <a:buClr>
                <a:schemeClr val="lt1"/>
              </a:buClr>
              <a:buSzPts val="1400"/>
              <a:buFont typeface="Urbanist Medium"/>
              <a:buChar char="●"/>
              <a:defRPr>
                <a:solidFill>
                  <a:schemeClr val="lt1"/>
                </a:solidFill>
                <a:latin typeface="Urbanist Medium"/>
                <a:ea typeface="Urbanist Medium"/>
                <a:cs typeface="Urbanist Medium"/>
                <a:sym typeface="Urbanist Medium"/>
              </a:defRPr>
            </a:lvl7pPr>
            <a:lvl8pPr lvl="7">
              <a:spcBef>
                <a:spcPts val="0"/>
              </a:spcBef>
              <a:spcAft>
                <a:spcPts val="0"/>
              </a:spcAft>
              <a:buClr>
                <a:schemeClr val="lt1"/>
              </a:buClr>
              <a:buSzPts val="1400"/>
              <a:buFont typeface="Urbanist Medium"/>
              <a:buChar char="○"/>
              <a:defRPr>
                <a:solidFill>
                  <a:schemeClr val="lt1"/>
                </a:solidFill>
                <a:latin typeface="Urbanist Medium"/>
                <a:ea typeface="Urbanist Medium"/>
                <a:cs typeface="Urbanist Medium"/>
                <a:sym typeface="Urbanist Medium"/>
              </a:defRPr>
            </a:lvl8pPr>
            <a:lvl9pPr lvl="8">
              <a:spcBef>
                <a:spcPts val="0"/>
              </a:spcBef>
              <a:spcAft>
                <a:spcPts val="0"/>
              </a:spcAft>
              <a:buClr>
                <a:schemeClr val="lt1"/>
              </a:buClr>
              <a:buSzPts val="1400"/>
              <a:buFont typeface="Urbanist Medium"/>
              <a:buChar char="■"/>
              <a:defRPr>
                <a:solidFill>
                  <a:schemeClr val="lt1"/>
                </a:solidFill>
                <a:latin typeface="Urbanist Medium"/>
                <a:ea typeface="Urbanist Medium"/>
                <a:cs typeface="Urbanist Medium"/>
                <a:sym typeface="Urbanist Medium"/>
              </a:defRPr>
            </a:lvl9pPr>
          </a:lstStyle>
          <a:p/>
        </p:txBody>
      </p:sp>
      <p:sp>
        <p:nvSpPr>
          <p:cNvPr id="287" name="Google Shape;287;p22"/>
          <p:cNvSpPr txBox="1"/>
          <p:nvPr>
            <p:ph idx="1" type="body"/>
          </p:nvPr>
        </p:nvSpPr>
        <p:spPr>
          <a:xfrm>
            <a:off x="311700" y="1152475"/>
            <a:ext cx="8520600" cy="3416400"/>
          </a:xfrm>
          <a:prstGeom prst="rect">
            <a:avLst/>
          </a:prstGeom>
          <a:noFill/>
          <a:ln>
            <a:noFill/>
          </a:ln>
        </p:spPr>
        <p:txBody>
          <a:bodyPr anchorCtr="0" anchor="ctr" bIns="91425" lIns="91425" spcFirstLastPara="1" rIns="91425" wrap="square" tIns="91425">
            <a:noAutofit/>
          </a:bodyPr>
          <a:lstStyle>
            <a:lvl1pPr indent="-317500" lvl="0" marL="457200">
              <a:spcBef>
                <a:spcPts val="0"/>
              </a:spcBef>
              <a:spcAft>
                <a:spcPts val="0"/>
              </a:spcAft>
              <a:buClr>
                <a:schemeClr val="lt1"/>
              </a:buClr>
              <a:buSzPts val="1400"/>
              <a:buFont typeface="Urbanist Medium"/>
              <a:buChar char="●"/>
              <a:defRPr>
                <a:solidFill>
                  <a:schemeClr val="lt1"/>
                </a:solidFill>
                <a:latin typeface="Urbanist Medium"/>
                <a:ea typeface="Urbanist Medium"/>
                <a:cs typeface="Urbanist Medium"/>
                <a:sym typeface="Urbanist Medium"/>
              </a:defRPr>
            </a:lvl1pPr>
            <a:lvl2pPr indent="-317500" lvl="1" marL="914400">
              <a:spcBef>
                <a:spcPts val="0"/>
              </a:spcBef>
              <a:spcAft>
                <a:spcPts val="0"/>
              </a:spcAft>
              <a:buClr>
                <a:schemeClr val="lt1"/>
              </a:buClr>
              <a:buSzPts val="1400"/>
              <a:buFont typeface="Urbanist Medium"/>
              <a:buChar char="○"/>
              <a:defRPr>
                <a:solidFill>
                  <a:schemeClr val="lt1"/>
                </a:solidFill>
                <a:latin typeface="Urbanist Medium"/>
                <a:ea typeface="Urbanist Medium"/>
                <a:cs typeface="Urbanist Medium"/>
                <a:sym typeface="Urbanist Medium"/>
              </a:defRPr>
            </a:lvl2pPr>
            <a:lvl3pPr indent="-317500" lvl="2" marL="1371600">
              <a:spcBef>
                <a:spcPts val="0"/>
              </a:spcBef>
              <a:spcAft>
                <a:spcPts val="0"/>
              </a:spcAft>
              <a:buClr>
                <a:schemeClr val="lt1"/>
              </a:buClr>
              <a:buSzPts val="1400"/>
              <a:buFont typeface="Urbanist Medium"/>
              <a:buChar char="■"/>
              <a:defRPr>
                <a:solidFill>
                  <a:schemeClr val="lt1"/>
                </a:solidFill>
                <a:latin typeface="Urbanist Medium"/>
                <a:ea typeface="Urbanist Medium"/>
                <a:cs typeface="Urbanist Medium"/>
                <a:sym typeface="Urbanist Medium"/>
              </a:defRPr>
            </a:lvl3pPr>
            <a:lvl4pPr indent="-317500" lvl="3" marL="1828800">
              <a:spcBef>
                <a:spcPts val="0"/>
              </a:spcBef>
              <a:spcAft>
                <a:spcPts val="0"/>
              </a:spcAft>
              <a:buClr>
                <a:schemeClr val="lt1"/>
              </a:buClr>
              <a:buSzPts val="1400"/>
              <a:buFont typeface="Urbanist Medium"/>
              <a:buChar char="●"/>
              <a:defRPr>
                <a:solidFill>
                  <a:schemeClr val="lt1"/>
                </a:solidFill>
                <a:latin typeface="Urbanist Medium"/>
                <a:ea typeface="Urbanist Medium"/>
                <a:cs typeface="Urbanist Medium"/>
                <a:sym typeface="Urbanist Medium"/>
              </a:defRPr>
            </a:lvl4pPr>
            <a:lvl5pPr indent="-317500" lvl="4" marL="2286000">
              <a:spcBef>
                <a:spcPts val="0"/>
              </a:spcBef>
              <a:spcAft>
                <a:spcPts val="0"/>
              </a:spcAft>
              <a:buClr>
                <a:schemeClr val="lt1"/>
              </a:buClr>
              <a:buSzPts val="1400"/>
              <a:buFont typeface="Urbanist Medium"/>
              <a:buChar char="○"/>
              <a:defRPr>
                <a:solidFill>
                  <a:schemeClr val="lt1"/>
                </a:solidFill>
                <a:latin typeface="Urbanist Medium"/>
                <a:ea typeface="Urbanist Medium"/>
                <a:cs typeface="Urbanist Medium"/>
                <a:sym typeface="Urbanist Medium"/>
              </a:defRPr>
            </a:lvl5pPr>
            <a:lvl6pPr indent="-317500" lvl="5" marL="2743200">
              <a:spcBef>
                <a:spcPts val="0"/>
              </a:spcBef>
              <a:spcAft>
                <a:spcPts val="0"/>
              </a:spcAft>
              <a:buClr>
                <a:schemeClr val="lt1"/>
              </a:buClr>
              <a:buSzPts val="1400"/>
              <a:buFont typeface="Urbanist Medium"/>
              <a:buChar char="■"/>
              <a:defRPr>
                <a:solidFill>
                  <a:schemeClr val="lt1"/>
                </a:solidFill>
                <a:latin typeface="Urbanist Medium"/>
                <a:ea typeface="Urbanist Medium"/>
                <a:cs typeface="Urbanist Medium"/>
                <a:sym typeface="Urbanist Medium"/>
              </a:defRPr>
            </a:lvl6pPr>
            <a:lvl7pPr indent="-317500" lvl="6" marL="3200400">
              <a:spcBef>
                <a:spcPts val="0"/>
              </a:spcBef>
              <a:spcAft>
                <a:spcPts val="0"/>
              </a:spcAft>
              <a:buClr>
                <a:schemeClr val="lt1"/>
              </a:buClr>
              <a:buSzPts val="1400"/>
              <a:buFont typeface="Urbanist Medium"/>
              <a:buChar char="●"/>
              <a:defRPr>
                <a:solidFill>
                  <a:schemeClr val="lt1"/>
                </a:solidFill>
                <a:latin typeface="Urbanist Medium"/>
                <a:ea typeface="Urbanist Medium"/>
                <a:cs typeface="Urbanist Medium"/>
                <a:sym typeface="Urbanist Medium"/>
              </a:defRPr>
            </a:lvl7pPr>
            <a:lvl8pPr indent="-317500" lvl="7" marL="3657600">
              <a:spcBef>
                <a:spcPts val="0"/>
              </a:spcBef>
              <a:spcAft>
                <a:spcPts val="0"/>
              </a:spcAft>
              <a:buClr>
                <a:schemeClr val="lt1"/>
              </a:buClr>
              <a:buSzPts val="1400"/>
              <a:buFont typeface="Urbanist Medium"/>
              <a:buChar char="○"/>
              <a:defRPr>
                <a:solidFill>
                  <a:schemeClr val="lt1"/>
                </a:solidFill>
                <a:latin typeface="Urbanist Medium"/>
                <a:ea typeface="Urbanist Medium"/>
                <a:cs typeface="Urbanist Medium"/>
                <a:sym typeface="Urbanist Medium"/>
              </a:defRPr>
            </a:lvl8pPr>
            <a:lvl9pPr indent="-317500" lvl="8" marL="4114800">
              <a:spcBef>
                <a:spcPts val="0"/>
              </a:spcBef>
              <a:spcAft>
                <a:spcPts val="0"/>
              </a:spcAft>
              <a:buClr>
                <a:schemeClr val="lt1"/>
              </a:buClr>
              <a:buSzPts val="1400"/>
              <a:buFont typeface="Urbanist Medium"/>
              <a:buChar char="■"/>
              <a:defRPr>
                <a:solidFill>
                  <a:schemeClr val="lt1"/>
                </a:solidFill>
                <a:latin typeface="Urbanist Medium"/>
                <a:ea typeface="Urbanist Medium"/>
                <a:cs typeface="Urbanist Medium"/>
                <a:sym typeface="Urbanist Medium"/>
              </a:defRPr>
            </a:lvl9pPr>
          </a:lstStyle>
          <a:p/>
        </p:txBody>
      </p:sp>
      <p:sp>
        <p:nvSpPr>
          <p:cNvPr id="288" name="Google Shape;288;p22"/>
          <p:cNvSpPr txBox="1"/>
          <p:nvPr>
            <p:ph idx="12" type="sldNum"/>
          </p:nvPr>
        </p:nvSpPr>
        <p:spPr>
          <a:xfrm>
            <a:off x="8556784" y="4749851"/>
            <a:ext cx="548700" cy="393600"/>
          </a:xfrm>
          <a:prstGeom prst="rect">
            <a:avLst/>
          </a:prstGeom>
        </p:spPr>
        <p:txBody>
          <a:bodyPr anchorCtr="0" anchor="ctr" bIns="91425" lIns="91425" spcFirstLastPara="1" rIns="91425" wrap="square" tIns="91425">
            <a:noAutofit/>
          </a:bodyPr>
          <a:lstStyle>
            <a:lvl1pPr lvl="0">
              <a:buNone/>
              <a:defRPr>
                <a:solidFill>
                  <a:srgbClr val="000000"/>
                </a:solidFill>
              </a:defRPr>
            </a:lvl1pPr>
            <a:lvl2pPr lvl="1">
              <a:buNone/>
              <a:defRPr>
                <a:solidFill>
                  <a:srgbClr val="000000"/>
                </a:solidFill>
              </a:defRPr>
            </a:lvl2pPr>
            <a:lvl3pPr lvl="2">
              <a:buNone/>
              <a:defRPr>
                <a:solidFill>
                  <a:srgbClr val="000000"/>
                </a:solidFill>
              </a:defRPr>
            </a:lvl3pPr>
            <a:lvl4pPr lvl="3">
              <a:buNone/>
              <a:defRPr>
                <a:solidFill>
                  <a:srgbClr val="000000"/>
                </a:solidFill>
              </a:defRPr>
            </a:lvl4pPr>
            <a:lvl5pPr lvl="4">
              <a:buNone/>
              <a:defRPr>
                <a:solidFill>
                  <a:srgbClr val="000000"/>
                </a:solidFill>
              </a:defRPr>
            </a:lvl5pPr>
            <a:lvl6pPr lvl="5">
              <a:buNone/>
              <a:defRPr>
                <a:solidFill>
                  <a:srgbClr val="000000"/>
                </a:solidFill>
              </a:defRPr>
            </a:lvl6pPr>
            <a:lvl7pPr lvl="6">
              <a:buNone/>
              <a:defRPr>
                <a:solidFill>
                  <a:srgbClr val="000000"/>
                </a:solidFill>
              </a:defRPr>
            </a:lvl7pPr>
            <a:lvl8pPr lvl="7">
              <a:buNone/>
              <a:defRPr>
                <a:solidFill>
                  <a:srgbClr val="000000"/>
                </a:solidFill>
              </a:defRPr>
            </a:lvl8pPr>
            <a:lvl9pPr lvl="8">
              <a:buNone/>
              <a:defRPr>
                <a:solidFill>
                  <a:srgbClr val="000000"/>
                </a:solidFill>
              </a:defRPr>
            </a:lvl9pPr>
          </a:lstStyle>
          <a:p>
            <a:pPr indent="0" lvl="0" marL="0" rtl="0" algn="r">
              <a:spcBef>
                <a:spcPts val="0"/>
              </a:spcBef>
              <a:spcAft>
                <a:spcPts val="0"/>
              </a:spcAft>
              <a:buNone/>
            </a:pPr>
            <a:fld id="{00000000-1234-1234-1234-123412341234}" type="slidenum">
              <a:rPr lang="en"/>
              <a:t>‹#›</a:t>
            </a:fld>
            <a:endParaRPr/>
          </a:p>
        </p:txBody>
      </p:sp>
      <p:sp>
        <p:nvSpPr>
          <p:cNvPr id="289" name="Google Shape;289;p22"/>
          <p:cNvSpPr txBox="1"/>
          <p:nvPr>
            <p:ph idx="2" type="subTitle"/>
          </p:nvPr>
        </p:nvSpPr>
        <p:spPr>
          <a:xfrm>
            <a:off x="3154650" y="4675975"/>
            <a:ext cx="2835000" cy="466800"/>
          </a:xfrm>
          <a:prstGeom prst="rect">
            <a:avLst/>
          </a:prstGeom>
          <a:noFill/>
          <a:ln>
            <a:noFill/>
          </a:ln>
        </p:spPr>
        <p:txBody>
          <a:bodyPr anchorCtr="0" anchor="ctr" bIns="0" lIns="0" spcFirstLastPara="1" rIns="0" wrap="square" tIns="0">
            <a:noAutofit/>
          </a:bodyPr>
          <a:lstStyle>
            <a:lvl1pPr lvl="0" algn="ct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pic>
        <p:nvPicPr>
          <p:cNvPr id="290" name="Google Shape;290;p22"/>
          <p:cNvPicPr preferRelativeResize="0"/>
          <p:nvPr/>
        </p:nvPicPr>
        <p:blipFill>
          <a:blip r:embed="rId3">
            <a:alphaModFix/>
          </a:blip>
          <a:stretch>
            <a:fillRect/>
          </a:stretch>
        </p:blipFill>
        <p:spPr>
          <a:xfrm>
            <a:off x="228600" y="4837043"/>
            <a:ext cx="567051" cy="144675"/>
          </a:xfrm>
          <a:prstGeom prst="rect">
            <a:avLst/>
          </a:prstGeom>
          <a:noFill/>
          <a:ln>
            <a:noFill/>
          </a:ln>
        </p:spPr>
      </p:pic>
      <p:sp>
        <p:nvSpPr>
          <p:cNvPr id="291" name="Google Shape;291;p22"/>
          <p:cNvSpPr txBox="1"/>
          <p:nvPr>
            <p:ph idx="3" type="sldNum"/>
          </p:nvPr>
        </p:nvSpPr>
        <p:spPr>
          <a:xfrm>
            <a:off x="8348225" y="4666247"/>
            <a:ext cx="567000" cy="466800"/>
          </a:xfrm>
          <a:prstGeom prst="rect">
            <a:avLst/>
          </a:prstGeom>
        </p:spPr>
        <p:txBody>
          <a:bodyPr anchorCtr="0" anchor="ctr" bIns="91425" lIns="91425" spcFirstLastPara="1" rIns="91425" wrap="square" tIns="91425">
            <a:noAutofit/>
          </a:bodyPr>
          <a:lstStyle>
            <a:lvl1pPr lvl="0">
              <a:buNone/>
              <a:defRPr sz="700">
                <a:solidFill>
                  <a:schemeClr val="lt1"/>
                </a:solidFill>
              </a:defRPr>
            </a:lvl1pPr>
            <a:lvl2pPr lvl="1">
              <a:buNone/>
              <a:defRPr sz="700">
                <a:solidFill>
                  <a:schemeClr val="lt1"/>
                </a:solidFill>
              </a:defRPr>
            </a:lvl2pPr>
            <a:lvl3pPr lvl="2">
              <a:buNone/>
              <a:defRPr sz="700">
                <a:solidFill>
                  <a:schemeClr val="lt1"/>
                </a:solidFill>
              </a:defRPr>
            </a:lvl3pPr>
            <a:lvl4pPr lvl="3">
              <a:buNone/>
              <a:defRPr sz="700">
                <a:solidFill>
                  <a:schemeClr val="lt1"/>
                </a:solidFill>
              </a:defRPr>
            </a:lvl4pPr>
            <a:lvl5pPr lvl="4">
              <a:buNone/>
              <a:defRPr sz="700">
                <a:solidFill>
                  <a:schemeClr val="lt1"/>
                </a:solidFill>
              </a:defRPr>
            </a:lvl5pPr>
            <a:lvl6pPr lvl="5">
              <a:buNone/>
              <a:defRPr sz="700">
                <a:solidFill>
                  <a:schemeClr val="lt1"/>
                </a:solidFill>
              </a:defRPr>
            </a:lvl6pPr>
            <a:lvl7pPr lvl="6">
              <a:buNone/>
              <a:defRPr sz="700">
                <a:solidFill>
                  <a:schemeClr val="lt1"/>
                </a:solidFill>
              </a:defRPr>
            </a:lvl7pPr>
            <a:lvl8pPr lvl="7">
              <a:buNone/>
              <a:defRPr sz="700">
                <a:solidFill>
                  <a:schemeClr val="lt1"/>
                </a:solidFill>
              </a:defRPr>
            </a:lvl8pPr>
            <a:lvl9pPr lvl="8">
              <a:buNone/>
              <a:defRPr sz="700">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292" name="Shape 292"/>
        <p:cNvGrpSpPr/>
        <p:nvPr/>
      </p:nvGrpSpPr>
      <p:grpSpPr>
        <a:xfrm>
          <a:off x="0" y="0"/>
          <a:ext cx="0" cy="0"/>
          <a:chOff x="0" y="0"/>
          <a:chExt cx="0" cy="0"/>
        </a:xfrm>
      </p:grpSpPr>
      <p:pic>
        <p:nvPicPr>
          <p:cNvPr id="293" name="Google Shape;293;p23"/>
          <p:cNvPicPr preferRelativeResize="0"/>
          <p:nvPr/>
        </p:nvPicPr>
        <p:blipFill rotWithShape="1">
          <a:blip r:embed="rId2">
            <a:alphaModFix/>
          </a:blip>
          <a:srcRect b="-9999" l="0" r="0" t="0"/>
          <a:stretch/>
        </p:blipFill>
        <p:spPr>
          <a:xfrm>
            <a:off x="0" y="0"/>
            <a:ext cx="9144003" cy="5143501"/>
          </a:xfrm>
          <a:prstGeom prst="rect">
            <a:avLst/>
          </a:prstGeom>
          <a:noFill/>
          <a:ln>
            <a:noFill/>
          </a:ln>
        </p:spPr>
      </p:pic>
      <p:sp>
        <p:nvSpPr>
          <p:cNvPr id="294" name="Google Shape;294;p23"/>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Clr>
                <a:schemeClr val="lt1"/>
              </a:buClr>
              <a:buSzPts val="1400"/>
              <a:buFont typeface="Urbanist Medium"/>
              <a:buChar char="●"/>
              <a:defRPr>
                <a:solidFill>
                  <a:schemeClr val="lt1"/>
                </a:solidFill>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Medium"/>
              <a:buChar char="○"/>
              <a:defRPr>
                <a:solidFill>
                  <a:schemeClr val="lt1"/>
                </a:solidFill>
                <a:latin typeface="Urbanist Medium"/>
                <a:ea typeface="Urbanist Medium"/>
                <a:cs typeface="Urbanist Medium"/>
                <a:sym typeface="Urbanist Medium"/>
              </a:defRPr>
            </a:lvl2pPr>
            <a:lvl3pPr lvl="2">
              <a:spcBef>
                <a:spcPts val="0"/>
              </a:spcBef>
              <a:spcAft>
                <a:spcPts val="0"/>
              </a:spcAft>
              <a:buClr>
                <a:schemeClr val="lt1"/>
              </a:buClr>
              <a:buSzPts val="1400"/>
              <a:buFont typeface="Urbanist Medium"/>
              <a:buChar char="■"/>
              <a:defRPr>
                <a:solidFill>
                  <a:schemeClr val="lt1"/>
                </a:solidFill>
                <a:latin typeface="Urbanist Medium"/>
                <a:ea typeface="Urbanist Medium"/>
                <a:cs typeface="Urbanist Medium"/>
                <a:sym typeface="Urbanist Medium"/>
              </a:defRPr>
            </a:lvl3pPr>
            <a:lvl4pPr lvl="3">
              <a:spcBef>
                <a:spcPts val="0"/>
              </a:spcBef>
              <a:spcAft>
                <a:spcPts val="0"/>
              </a:spcAft>
              <a:buClr>
                <a:schemeClr val="lt1"/>
              </a:buClr>
              <a:buSzPts val="1400"/>
              <a:buFont typeface="Urbanist Medium"/>
              <a:buChar char="●"/>
              <a:defRPr>
                <a:solidFill>
                  <a:schemeClr val="lt1"/>
                </a:solidFill>
                <a:latin typeface="Urbanist Medium"/>
                <a:ea typeface="Urbanist Medium"/>
                <a:cs typeface="Urbanist Medium"/>
                <a:sym typeface="Urbanist Medium"/>
              </a:defRPr>
            </a:lvl4pPr>
            <a:lvl5pPr lvl="4">
              <a:spcBef>
                <a:spcPts val="0"/>
              </a:spcBef>
              <a:spcAft>
                <a:spcPts val="0"/>
              </a:spcAft>
              <a:buClr>
                <a:schemeClr val="lt1"/>
              </a:buClr>
              <a:buSzPts val="1400"/>
              <a:buFont typeface="Urbanist Medium"/>
              <a:buChar char="○"/>
              <a:defRPr>
                <a:solidFill>
                  <a:schemeClr val="lt1"/>
                </a:solidFill>
                <a:latin typeface="Urbanist Medium"/>
                <a:ea typeface="Urbanist Medium"/>
                <a:cs typeface="Urbanist Medium"/>
                <a:sym typeface="Urbanist Medium"/>
              </a:defRPr>
            </a:lvl5pPr>
            <a:lvl6pPr lvl="5">
              <a:spcBef>
                <a:spcPts val="0"/>
              </a:spcBef>
              <a:spcAft>
                <a:spcPts val="0"/>
              </a:spcAft>
              <a:buClr>
                <a:schemeClr val="lt1"/>
              </a:buClr>
              <a:buSzPts val="1400"/>
              <a:buFont typeface="Urbanist Medium"/>
              <a:buChar char="■"/>
              <a:defRPr>
                <a:solidFill>
                  <a:schemeClr val="lt1"/>
                </a:solidFill>
                <a:latin typeface="Urbanist Medium"/>
                <a:ea typeface="Urbanist Medium"/>
                <a:cs typeface="Urbanist Medium"/>
                <a:sym typeface="Urbanist Medium"/>
              </a:defRPr>
            </a:lvl6pPr>
            <a:lvl7pPr lvl="6">
              <a:spcBef>
                <a:spcPts val="0"/>
              </a:spcBef>
              <a:spcAft>
                <a:spcPts val="0"/>
              </a:spcAft>
              <a:buClr>
                <a:schemeClr val="lt1"/>
              </a:buClr>
              <a:buSzPts val="1400"/>
              <a:buFont typeface="Urbanist Medium"/>
              <a:buChar char="●"/>
              <a:defRPr>
                <a:solidFill>
                  <a:schemeClr val="lt1"/>
                </a:solidFill>
                <a:latin typeface="Urbanist Medium"/>
                <a:ea typeface="Urbanist Medium"/>
                <a:cs typeface="Urbanist Medium"/>
                <a:sym typeface="Urbanist Medium"/>
              </a:defRPr>
            </a:lvl7pPr>
            <a:lvl8pPr lvl="7">
              <a:spcBef>
                <a:spcPts val="0"/>
              </a:spcBef>
              <a:spcAft>
                <a:spcPts val="0"/>
              </a:spcAft>
              <a:buClr>
                <a:schemeClr val="lt1"/>
              </a:buClr>
              <a:buSzPts val="1400"/>
              <a:buFont typeface="Urbanist Medium"/>
              <a:buChar char="○"/>
              <a:defRPr>
                <a:solidFill>
                  <a:schemeClr val="lt1"/>
                </a:solidFill>
                <a:latin typeface="Urbanist Medium"/>
                <a:ea typeface="Urbanist Medium"/>
                <a:cs typeface="Urbanist Medium"/>
                <a:sym typeface="Urbanist Medium"/>
              </a:defRPr>
            </a:lvl8pPr>
            <a:lvl9pPr lvl="8">
              <a:spcBef>
                <a:spcPts val="0"/>
              </a:spcBef>
              <a:spcAft>
                <a:spcPts val="0"/>
              </a:spcAft>
              <a:buClr>
                <a:schemeClr val="lt1"/>
              </a:buClr>
              <a:buSzPts val="1400"/>
              <a:buFont typeface="Urbanist Medium"/>
              <a:buChar char="■"/>
              <a:defRPr>
                <a:solidFill>
                  <a:schemeClr val="lt1"/>
                </a:solidFill>
                <a:latin typeface="Urbanist Medium"/>
                <a:ea typeface="Urbanist Medium"/>
                <a:cs typeface="Urbanist Medium"/>
                <a:sym typeface="Urbanist Medium"/>
              </a:defRPr>
            </a:lvl9pPr>
          </a:lstStyle>
          <a:p/>
        </p:txBody>
      </p:sp>
      <p:sp>
        <p:nvSpPr>
          <p:cNvPr id="295" name="Google Shape;295;p23"/>
          <p:cNvSpPr txBox="1"/>
          <p:nvPr>
            <p:ph idx="1" type="body"/>
          </p:nvPr>
        </p:nvSpPr>
        <p:spPr>
          <a:xfrm>
            <a:off x="311700" y="1152475"/>
            <a:ext cx="3999900" cy="3416400"/>
          </a:xfrm>
          <a:prstGeom prst="rect">
            <a:avLst/>
          </a:prstGeom>
          <a:noFill/>
          <a:ln>
            <a:noFill/>
          </a:ln>
        </p:spPr>
        <p:txBody>
          <a:bodyPr anchorCtr="0" anchor="ctr" bIns="91425" lIns="91425" spcFirstLastPara="1" rIns="91425" wrap="square" tIns="91425">
            <a:noAutofit/>
          </a:bodyPr>
          <a:lstStyle>
            <a:lvl1pPr indent="-317500" lvl="0" marL="457200">
              <a:spcBef>
                <a:spcPts val="0"/>
              </a:spcBef>
              <a:spcAft>
                <a:spcPts val="0"/>
              </a:spcAft>
              <a:buClr>
                <a:schemeClr val="lt1"/>
              </a:buClr>
              <a:buSzPts val="1400"/>
              <a:buFont typeface="Urbanist Medium"/>
              <a:buChar char="●"/>
              <a:defRPr sz="1400">
                <a:solidFill>
                  <a:schemeClr val="lt1"/>
                </a:solidFill>
                <a:latin typeface="Urbanist Medium"/>
                <a:ea typeface="Urbanist Medium"/>
                <a:cs typeface="Urbanist Medium"/>
                <a:sym typeface="Urbanist Medium"/>
              </a:defRPr>
            </a:lvl1pPr>
            <a:lvl2pPr indent="-304800" lvl="1" marL="914400">
              <a:spcBef>
                <a:spcPts val="0"/>
              </a:spcBef>
              <a:spcAft>
                <a:spcPts val="0"/>
              </a:spcAft>
              <a:buClr>
                <a:schemeClr val="lt1"/>
              </a:buClr>
              <a:buSzPts val="1200"/>
              <a:buFont typeface="Urbanist Medium"/>
              <a:buChar char="○"/>
              <a:defRPr>
                <a:solidFill>
                  <a:schemeClr val="lt1"/>
                </a:solidFill>
                <a:latin typeface="Urbanist Medium"/>
                <a:ea typeface="Urbanist Medium"/>
                <a:cs typeface="Urbanist Medium"/>
                <a:sym typeface="Urbanist Medium"/>
              </a:defRPr>
            </a:lvl2pPr>
            <a:lvl3pPr indent="-304800" lvl="2" marL="1371600">
              <a:spcBef>
                <a:spcPts val="0"/>
              </a:spcBef>
              <a:spcAft>
                <a:spcPts val="0"/>
              </a:spcAft>
              <a:buClr>
                <a:schemeClr val="lt1"/>
              </a:buClr>
              <a:buSzPts val="1200"/>
              <a:buFont typeface="Urbanist Medium"/>
              <a:buChar char="■"/>
              <a:defRPr>
                <a:solidFill>
                  <a:schemeClr val="lt1"/>
                </a:solidFill>
                <a:latin typeface="Urbanist Medium"/>
                <a:ea typeface="Urbanist Medium"/>
                <a:cs typeface="Urbanist Medium"/>
                <a:sym typeface="Urbanist Medium"/>
              </a:defRPr>
            </a:lvl3pPr>
            <a:lvl4pPr indent="-304800" lvl="3" marL="1828800">
              <a:spcBef>
                <a:spcPts val="0"/>
              </a:spcBef>
              <a:spcAft>
                <a:spcPts val="0"/>
              </a:spcAft>
              <a:buClr>
                <a:schemeClr val="lt1"/>
              </a:buClr>
              <a:buSzPts val="1200"/>
              <a:buFont typeface="Urbanist Medium"/>
              <a:buChar char="●"/>
              <a:defRPr>
                <a:solidFill>
                  <a:schemeClr val="lt1"/>
                </a:solidFill>
                <a:latin typeface="Urbanist Medium"/>
                <a:ea typeface="Urbanist Medium"/>
                <a:cs typeface="Urbanist Medium"/>
                <a:sym typeface="Urbanist Medium"/>
              </a:defRPr>
            </a:lvl4pPr>
            <a:lvl5pPr indent="-304800" lvl="4" marL="2286000">
              <a:spcBef>
                <a:spcPts val="0"/>
              </a:spcBef>
              <a:spcAft>
                <a:spcPts val="0"/>
              </a:spcAft>
              <a:buClr>
                <a:schemeClr val="lt1"/>
              </a:buClr>
              <a:buSzPts val="1200"/>
              <a:buFont typeface="Urbanist Medium"/>
              <a:buChar char="○"/>
              <a:defRPr>
                <a:solidFill>
                  <a:schemeClr val="lt1"/>
                </a:solidFill>
                <a:latin typeface="Urbanist Medium"/>
                <a:ea typeface="Urbanist Medium"/>
                <a:cs typeface="Urbanist Medium"/>
                <a:sym typeface="Urbanist Medium"/>
              </a:defRPr>
            </a:lvl5pPr>
            <a:lvl6pPr indent="-304800" lvl="5" marL="2743200">
              <a:spcBef>
                <a:spcPts val="0"/>
              </a:spcBef>
              <a:spcAft>
                <a:spcPts val="0"/>
              </a:spcAft>
              <a:buClr>
                <a:schemeClr val="lt1"/>
              </a:buClr>
              <a:buSzPts val="1200"/>
              <a:buFont typeface="Urbanist Medium"/>
              <a:buChar char="■"/>
              <a:defRPr>
                <a:solidFill>
                  <a:schemeClr val="lt1"/>
                </a:solidFill>
                <a:latin typeface="Urbanist Medium"/>
                <a:ea typeface="Urbanist Medium"/>
                <a:cs typeface="Urbanist Medium"/>
                <a:sym typeface="Urbanist Medium"/>
              </a:defRPr>
            </a:lvl6pPr>
            <a:lvl7pPr indent="-304800" lvl="6" marL="3200400">
              <a:spcBef>
                <a:spcPts val="0"/>
              </a:spcBef>
              <a:spcAft>
                <a:spcPts val="0"/>
              </a:spcAft>
              <a:buClr>
                <a:schemeClr val="lt1"/>
              </a:buClr>
              <a:buSzPts val="1200"/>
              <a:buFont typeface="Urbanist Medium"/>
              <a:buChar char="●"/>
              <a:defRPr>
                <a:solidFill>
                  <a:schemeClr val="lt1"/>
                </a:solidFill>
                <a:latin typeface="Urbanist Medium"/>
                <a:ea typeface="Urbanist Medium"/>
                <a:cs typeface="Urbanist Medium"/>
                <a:sym typeface="Urbanist Medium"/>
              </a:defRPr>
            </a:lvl7pPr>
            <a:lvl8pPr indent="-304800" lvl="7" marL="3657600">
              <a:spcBef>
                <a:spcPts val="0"/>
              </a:spcBef>
              <a:spcAft>
                <a:spcPts val="0"/>
              </a:spcAft>
              <a:buClr>
                <a:schemeClr val="lt1"/>
              </a:buClr>
              <a:buSzPts val="1200"/>
              <a:buFont typeface="Urbanist Medium"/>
              <a:buChar char="○"/>
              <a:defRPr>
                <a:solidFill>
                  <a:schemeClr val="lt1"/>
                </a:solidFill>
                <a:latin typeface="Urbanist Medium"/>
                <a:ea typeface="Urbanist Medium"/>
                <a:cs typeface="Urbanist Medium"/>
                <a:sym typeface="Urbanist Medium"/>
              </a:defRPr>
            </a:lvl8pPr>
            <a:lvl9pPr indent="-304800" lvl="8" marL="4114800">
              <a:spcBef>
                <a:spcPts val="0"/>
              </a:spcBef>
              <a:spcAft>
                <a:spcPts val="0"/>
              </a:spcAft>
              <a:buClr>
                <a:schemeClr val="lt1"/>
              </a:buClr>
              <a:buSzPts val="1200"/>
              <a:buFont typeface="Urbanist Medium"/>
              <a:buChar char="■"/>
              <a:defRPr>
                <a:solidFill>
                  <a:schemeClr val="lt1"/>
                </a:solidFill>
                <a:latin typeface="Urbanist Medium"/>
                <a:ea typeface="Urbanist Medium"/>
                <a:cs typeface="Urbanist Medium"/>
                <a:sym typeface="Urbanist Medium"/>
              </a:defRPr>
            </a:lvl9pPr>
          </a:lstStyle>
          <a:p/>
        </p:txBody>
      </p:sp>
      <p:sp>
        <p:nvSpPr>
          <p:cNvPr id="296" name="Google Shape;296;p23"/>
          <p:cNvSpPr txBox="1"/>
          <p:nvPr>
            <p:ph idx="2" type="body"/>
          </p:nvPr>
        </p:nvSpPr>
        <p:spPr>
          <a:xfrm>
            <a:off x="4832400" y="1152475"/>
            <a:ext cx="3999900" cy="3416400"/>
          </a:xfrm>
          <a:prstGeom prst="rect">
            <a:avLst/>
          </a:prstGeom>
          <a:noFill/>
          <a:ln>
            <a:noFill/>
          </a:ln>
        </p:spPr>
        <p:txBody>
          <a:bodyPr anchorCtr="0" anchor="ctr" bIns="91425" lIns="91425" spcFirstLastPara="1" rIns="91425" wrap="square" tIns="91425">
            <a:noAutofit/>
          </a:bodyPr>
          <a:lstStyle>
            <a:lvl1pPr indent="-317500" lvl="0" marL="457200">
              <a:spcBef>
                <a:spcPts val="0"/>
              </a:spcBef>
              <a:spcAft>
                <a:spcPts val="0"/>
              </a:spcAft>
              <a:buClr>
                <a:schemeClr val="lt1"/>
              </a:buClr>
              <a:buSzPts val="1400"/>
              <a:buFont typeface="Urbanist Medium"/>
              <a:buChar char="●"/>
              <a:defRPr sz="1400">
                <a:solidFill>
                  <a:schemeClr val="lt1"/>
                </a:solidFill>
                <a:latin typeface="Urbanist Medium"/>
                <a:ea typeface="Urbanist Medium"/>
                <a:cs typeface="Urbanist Medium"/>
                <a:sym typeface="Urbanist Medium"/>
              </a:defRPr>
            </a:lvl1pPr>
            <a:lvl2pPr indent="-304800" lvl="1" marL="914400">
              <a:spcBef>
                <a:spcPts val="0"/>
              </a:spcBef>
              <a:spcAft>
                <a:spcPts val="0"/>
              </a:spcAft>
              <a:buClr>
                <a:schemeClr val="lt1"/>
              </a:buClr>
              <a:buSzPts val="1200"/>
              <a:buFont typeface="Urbanist Medium"/>
              <a:buChar char="○"/>
              <a:defRPr>
                <a:solidFill>
                  <a:schemeClr val="lt1"/>
                </a:solidFill>
                <a:latin typeface="Urbanist Medium"/>
                <a:ea typeface="Urbanist Medium"/>
                <a:cs typeface="Urbanist Medium"/>
                <a:sym typeface="Urbanist Medium"/>
              </a:defRPr>
            </a:lvl2pPr>
            <a:lvl3pPr indent="-304800" lvl="2" marL="1371600">
              <a:spcBef>
                <a:spcPts val="0"/>
              </a:spcBef>
              <a:spcAft>
                <a:spcPts val="0"/>
              </a:spcAft>
              <a:buClr>
                <a:schemeClr val="lt1"/>
              </a:buClr>
              <a:buSzPts val="1200"/>
              <a:buFont typeface="Urbanist Medium"/>
              <a:buChar char="■"/>
              <a:defRPr>
                <a:solidFill>
                  <a:schemeClr val="lt1"/>
                </a:solidFill>
                <a:latin typeface="Urbanist Medium"/>
                <a:ea typeface="Urbanist Medium"/>
                <a:cs typeface="Urbanist Medium"/>
                <a:sym typeface="Urbanist Medium"/>
              </a:defRPr>
            </a:lvl3pPr>
            <a:lvl4pPr indent="-304800" lvl="3" marL="1828800">
              <a:spcBef>
                <a:spcPts val="0"/>
              </a:spcBef>
              <a:spcAft>
                <a:spcPts val="0"/>
              </a:spcAft>
              <a:buClr>
                <a:schemeClr val="lt1"/>
              </a:buClr>
              <a:buSzPts val="1200"/>
              <a:buFont typeface="Urbanist Medium"/>
              <a:buChar char="●"/>
              <a:defRPr>
                <a:solidFill>
                  <a:schemeClr val="lt1"/>
                </a:solidFill>
                <a:latin typeface="Urbanist Medium"/>
                <a:ea typeface="Urbanist Medium"/>
                <a:cs typeface="Urbanist Medium"/>
                <a:sym typeface="Urbanist Medium"/>
              </a:defRPr>
            </a:lvl4pPr>
            <a:lvl5pPr indent="-304800" lvl="4" marL="2286000">
              <a:spcBef>
                <a:spcPts val="0"/>
              </a:spcBef>
              <a:spcAft>
                <a:spcPts val="0"/>
              </a:spcAft>
              <a:buClr>
                <a:schemeClr val="lt1"/>
              </a:buClr>
              <a:buSzPts val="1200"/>
              <a:buFont typeface="Urbanist Medium"/>
              <a:buChar char="○"/>
              <a:defRPr>
                <a:solidFill>
                  <a:schemeClr val="lt1"/>
                </a:solidFill>
                <a:latin typeface="Urbanist Medium"/>
                <a:ea typeface="Urbanist Medium"/>
                <a:cs typeface="Urbanist Medium"/>
                <a:sym typeface="Urbanist Medium"/>
              </a:defRPr>
            </a:lvl5pPr>
            <a:lvl6pPr indent="-304800" lvl="5" marL="2743200">
              <a:spcBef>
                <a:spcPts val="0"/>
              </a:spcBef>
              <a:spcAft>
                <a:spcPts val="0"/>
              </a:spcAft>
              <a:buClr>
                <a:schemeClr val="lt1"/>
              </a:buClr>
              <a:buSzPts val="1200"/>
              <a:buFont typeface="Urbanist Medium"/>
              <a:buChar char="■"/>
              <a:defRPr>
                <a:solidFill>
                  <a:schemeClr val="lt1"/>
                </a:solidFill>
                <a:latin typeface="Urbanist Medium"/>
                <a:ea typeface="Urbanist Medium"/>
                <a:cs typeface="Urbanist Medium"/>
                <a:sym typeface="Urbanist Medium"/>
              </a:defRPr>
            </a:lvl6pPr>
            <a:lvl7pPr indent="-304800" lvl="6" marL="3200400">
              <a:spcBef>
                <a:spcPts val="0"/>
              </a:spcBef>
              <a:spcAft>
                <a:spcPts val="0"/>
              </a:spcAft>
              <a:buClr>
                <a:schemeClr val="lt1"/>
              </a:buClr>
              <a:buSzPts val="1200"/>
              <a:buFont typeface="Urbanist Medium"/>
              <a:buChar char="●"/>
              <a:defRPr>
                <a:solidFill>
                  <a:schemeClr val="lt1"/>
                </a:solidFill>
                <a:latin typeface="Urbanist Medium"/>
                <a:ea typeface="Urbanist Medium"/>
                <a:cs typeface="Urbanist Medium"/>
                <a:sym typeface="Urbanist Medium"/>
              </a:defRPr>
            </a:lvl7pPr>
            <a:lvl8pPr indent="-304800" lvl="7" marL="3657600">
              <a:spcBef>
                <a:spcPts val="0"/>
              </a:spcBef>
              <a:spcAft>
                <a:spcPts val="0"/>
              </a:spcAft>
              <a:buClr>
                <a:schemeClr val="lt1"/>
              </a:buClr>
              <a:buSzPts val="1200"/>
              <a:buFont typeface="Urbanist Medium"/>
              <a:buChar char="○"/>
              <a:defRPr>
                <a:solidFill>
                  <a:schemeClr val="lt1"/>
                </a:solidFill>
                <a:latin typeface="Urbanist Medium"/>
                <a:ea typeface="Urbanist Medium"/>
                <a:cs typeface="Urbanist Medium"/>
                <a:sym typeface="Urbanist Medium"/>
              </a:defRPr>
            </a:lvl8pPr>
            <a:lvl9pPr indent="-304800" lvl="8" marL="4114800">
              <a:spcBef>
                <a:spcPts val="0"/>
              </a:spcBef>
              <a:spcAft>
                <a:spcPts val="0"/>
              </a:spcAft>
              <a:buClr>
                <a:schemeClr val="lt1"/>
              </a:buClr>
              <a:buSzPts val="1200"/>
              <a:buFont typeface="Urbanist Medium"/>
              <a:buChar char="■"/>
              <a:defRPr>
                <a:solidFill>
                  <a:schemeClr val="lt1"/>
                </a:solidFill>
                <a:latin typeface="Urbanist Medium"/>
                <a:ea typeface="Urbanist Medium"/>
                <a:cs typeface="Urbanist Medium"/>
                <a:sym typeface="Urbanist Medium"/>
              </a:defRPr>
            </a:lvl9pPr>
          </a:lstStyle>
          <a:p/>
        </p:txBody>
      </p:sp>
      <p:sp>
        <p:nvSpPr>
          <p:cNvPr id="297" name="Google Shape;297;p23"/>
          <p:cNvSpPr txBox="1"/>
          <p:nvPr>
            <p:ph idx="12" type="sldNum"/>
          </p:nvPr>
        </p:nvSpPr>
        <p:spPr>
          <a:xfrm>
            <a:off x="8556784" y="4749851"/>
            <a:ext cx="548700" cy="393600"/>
          </a:xfrm>
          <a:prstGeom prst="rect">
            <a:avLst/>
          </a:prstGeom>
        </p:spPr>
        <p:txBody>
          <a:bodyPr anchorCtr="0" anchor="ctr" bIns="91425" lIns="91425" spcFirstLastPara="1" rIns="91425" wrap="square" tIns="91425">
            <a:noAutofit/>
          </a:bodyPr>
          <a:lstStyle>
            <a:lvl1pPr lvl="0">
              <a:buNone/>
              <a:defRPr>
                <a:solidFill>
                  <a:srgbClr val="000000"/>
                </a:solidFill>
              </a:defRPr>
            </a:lvl1pPr>
            <a:lvl2pPr lvl="1">
              <a:buNone/>
              <a:defRPr>
                <a:solidFill>
                  <a:srgbClr val="000000"/>
                </a:solidFill>
              </a:defRPr>
            </a:lvl2pPr>
            <a:lvl3pPr lvl="2">
              <a:buNone/>
              <a:defRPr>
                <a:solidFill>
                  <a:srgbClr val="000000"/>
                </a:solidFill>
              </a:defRPr>
            </a:lvl3pPr>
            <a:lvl4pPr lvl="3">
              <a:buNone/>
              <a:defRPr>
                <a:solidFill>
                  <a:srgbClr val="000000"/>
                </a:solidFill>
              </a:defRPr>
            </a:lvl4pPr>
            <a:lvl5pPr lvl="4">
              <a:buNone/>
              <a:defRPr>
                <a:solidFill>
                  <a:srgbClr val="000000"/>
                </a:solidFill>
              </a:defRPr>
            </a:lvl5pPr>
            <a:lvl6pPr lvl="5">
              <a:buNone/>
              <a:defRPr>
                <a:solidFill>
                  <a:srgbClr val="000000"/>
                </a:solidFill>
              </a:defRPr>
            </a:lvl6pPr>
            <a:lvl7pPr lvl="6">
              <a:buNone/>
              <a:defRPr>
                <a:solidFill>
                  <a:srgbClr val="000000"/>
                </a:solidFill>
              </a:defRPr>
            </a:lvl7pPr>
            <a:lvl8pPr lvl="7">
              <a:buNone/>
              <a:defRPr>
                <a:solidFill>
                  <a:srgbClr val="000000"/>
                </a:solidFill>
              </a:defRPr>
            </a:lvl8pPr>
            <a:lvl9pPr lvl="8">
              <a:buNone/>
              <a:defRPr>
                <a:solidFill>
                  <a:srgbClr val="000000"/>
                </a:solidFill>
              </a:defRPr>
            </a:lvl9pPr>
          </a:lstStyle>
          <a:p>
            <a:pPr indent="0" lvl="0" marL="0" rtl="0" algn="r">
              <a:spcBef>
                <a:spcPts val="0"/>
              </a:spcBef>
              <a:spcAft>
                <a:spcPts val="0"/>
              </a:spcAft>
              <a:buNone/>
            </a:pPr>
            <a:fld id="{00000000-1234-1234-1234-123412341234}" type="slidenum">
              <a:rPr lang="en"/>
              <a:t>‹#›</a:t>
            </a:fld>
            <a:endParaRPr/>
          </a:p>
        </p:txBody>
      </p:sp>
      <p:sp>
        <p:nvSpPr>
          <p:cNvPr id="298" name="Google Shape;298;p23"/>
          <p:cNvSpPr txBox="1"/>
          <p:nvPr>
            <p:ph idx="3" type="subTitle"/>
          </p:nvPr>
        </p:nvSpPr>
        <p:spPr>
          <a:xfrm>
            <a:off x="3154650" y="4675975"/>
            <a:ext cx="2835000" cy="466800"/>
          </a:xfrm>
          <a:prstGeom prst="rect">
            <a:avLst/>
          </a:prstGeom>
          <a:noFill/>
          <a:ln>
            <a:noFill/>
          </a:ln>
        </p:spPr>
        <p:txBody>
          <a:bodyPr anchorCtr="0" anchor="ctr" bIns="0" lIns="0" spcFirstLastPara="1" rIns="0" wrap="square" tIns="0">
            <a:noAutofit/>
          </a:bodyPr>
          <a:lstStyle>
            <a:lvl1pPr lvl="0" algn="ct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pic>
        <p:nvPicPr>
          <p:cNvPr id="299" name="Google Shape;299;p23"/>
          <p:cNvPicPr preferRelativeResize="0"/>
          <p:nvPr/>
        </p:nvPicPr>
        <p:blipFill>
          <a:blip r:embed="rId3">
            <a:alphaModFix/>
          </a:blip>
          <a:stretch>
            <a:fillRect/>
          </a:stretch>
        </p:blipFill>
        <p:spPr>
          <a:xfrm>
            <a:off x="228600" y="4837043"/>
            <a:ext cx="567051" cy="144675"/>
          </a:xfrm>
          <a:prstGeom prst="rect">
            <a:avLst/>
          </a:prstGeom>
          <a:noFill/>
          <a:ln>
            <a:noFill/>
          </a:ln>
        </p:spPr>
      </p:pic>
      <p:sp>
        <p:nvSpPr>
          <p:cNvPr id="300" name="Google Shape;300;p23"/>
          <p:cNvSpPr txBox="1"/>
          <p:nvPr>
            <p:ph idx="4" type="sldNum"/>
          </p:nvPr>
        </p:nvSpPr>
        <p:spPr>
          <a:xfrm>
            <a:off x="8348225" y="4666247"/>
            <a:ext cx="567000" cy="466800"/>
          </a:xfrm>
          <a:prstGeom prst="rect">
            <a:avLst/>
          </a:prstGeom>
        </p:spPr>
        <p:txBody>
          <a:bodyPr anchorCtr="0" anchor="ctr" bIns="91425" lIns="91425" spcFirstLastPara="1" rIns="91425" wrap="square" tIns="91425">
            <a:noAutofit/>
          </a:bodyPr>
          <a:lstStyle>
            <a:lvl1pPr lvl="0">
              <a:buNone/>
              <a:defRPr sz="700">
                <a:solidFill>
                  <a:schemeClr val="lt1"/>
                </a:solidFill>
              </a:defRPr>
            </a:lvl1pPr>
            <a:lvl2pPr lvl="1">
              <a:buNone/>
              <a:defRPr sz="700">
                <a:solidFill>
                  <a:schemeClr val="lt1"/>
                </a:solidFill>
              </a:defRPr>
            </a:lvl2pPr>
            <a:lvl3pPr lvl="2">
              <a:buNone/>
              <a:defRPr sz="700">
                <a:solidFill>
                  <a:schemeClr val="lt1"/>
                </a:solidFill>
              </a:defRPr>
            </a:lvl3pPr>
            <a:lvl4pPr lvl="3">
              <a:buNone/>
              <a:defRPr sz="700">
                <a:solidFill>
                  <a:schemeClr val="lt1"/>
                </a:solidFill>
              </a:defRPr>
            </a:lvl4pPr>
            <a:lvl5pPr lvl="4">
              <a:buNone/>
              <a:defRPr sz="700">
                <a:solidFill>
                  <a:schemeClr val="lt1"/>
                </a:solidFill>
              </a:defRPr>
            </a:lvl5pPr>
            <a:lvl6pPr lvl="5">
              <a:buNone/>
              <a:defRPr sz="700">
                <a:solidFill>
                  <a:schemeClr val="lt1"/>
                </a:solidFill>
              </a:defRPr>
            </a:lvl6pPr>
            <a:lvl7pPr lvl="6">
              <a:buNone/>
              <a:defRPr sz="700">
                <a:solidFill>
                  <a:schemeClr val="lt1"/>
                </a:solidFill>
              </a:defRPr>
            </a:lvl7pPr>
            <a:lvl8pPr lvl="7">
              <a:buNone/>
              <a:defRPr sz="700">
                <a:solidFill>
                  <a:schemeClr val="lt1"/>
                </a:solidFill>
              </a:defRPr>
            </a:lvl8pPr>
            <a:lvl9pPr lvl="8">
              <a:buNone/>
              <a:defRPr sz="700">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01" name="Shape 301"/>
        <p:cNvGrpSpPr/>
        <p:nvPr/>
      </p:nvGrpSpPr>
      <p:grpSpPr>
        <a:xfrm>
          <a:off x="0" y="0"/>
          <a:ext cx="0" cy="0"/>
          <a:chOff x="0" y="0"/>
          <a:chExt cx="0" cy="0"/>
        </a:xfrm>
      </p:grpSpPr>
      <p:pic>
        <p:nvPicPr>
          <p:cNvPr id="302" name="Google Shape;302;p24"/>
          <p:cNvPicPr preferRelativeResize="0"/>
          <p:nvPr/>
        </p:nvPicPr>
        <p:blipFill rotWithShape="1">
          <a:blip r:embed="rId2">
            <a:alphaModFix/>
          </a:blip>
          <a:srcRect b="-9999" l="0" r="0" t="0"/>
          <a:stretch/>
        </p:blipFill>
        <p:spPr>
          <a:xfrm>
            <a:off x="0" y="0"/>
            <a:ext cx="9144003" cy="5143501"/>
          </a:xfrm>
          <a:prstGeom prst="rect">
            <a:avLst/>
          </a:prstGeom>
          <a:noFill/>
          <a:ln>
            <a:noFill/>
          </a:ln>
        </p:spPr>
      </p:pic>
      <p:sp>
        <p:nvSpPr>
          <p:cNvPr id="303" name="Google Shape;303;p24"/>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Clr>
                <a:srgbClr val="D4FF00"/>
              </a:buClr>
              <a:buSzPts val="1400"/>
              <a:buFont typeface="Urbanist Medium"/>
              <a:buChar char="●"/>
              <a:defRPr>
                <a:solidFill>
                  <a:srgbClr val="D4FF00"/>
                </a:solidFill>
                <a:latin typeface="Urbanist Medium"/>
                <a:ea typeface="Urbanist Medium"/>
                <a:cs typeface="Urbanist Medium"/>
                <a:sym typeface="Urbanist Medium"/>
              </a:defRPr>
            </a:lvl1pPr>
            <a:lvl2pPr lvl="1">
              <a:spcBef>
                <a:spcPts val="0"/>
              </a:spcBef>
              <a:spcAft>
                <a:spcPts val="0"/>
              </a:spcAft>
              <a:buClr>
                <a:srgbClr val="D4FF00"/>
              </a:buClr>
              <a:buSzPts val="1400"/>
              <a:buFont typeface="Urbanist Medium"/>
              <a:buChar char="○"/>
              <a:defRPr>
                <a:solidFill>
                  <a:srgbClr val="D4FF00"/>
                </a:solidFill>
                <a:latin typeface="Urbanist Medium"/>
                <a:ea typeface="Urbanist Medium"/>
                <a:cs typeface="Urbanist Medium"/>
                <a:sym typeface="Urbanist Medium"/>
              </a:defRPr>
            </a:lvl2pPr>
            <a:lvl3pPr lvl="2">
              <a:spcBef>
                <a:spcPts val="0"/>
              </a:spcBef>
              <a:spcAft>
                <a:spcPts val="0"/>
              </a:spcAft>
              <a:buClr>
                <a:srgbClr val="D4FF00"/>
              </a:buClr>
              <a:buSzPts val="1400"/>
              <a:buFont typeface="Urbanist Medium"/>
              <a:buChar char="■"/>
              <a:defRPr>
                <a:solidFill>
                  <a:srgbClr val="D4FF00"/>
                </a:solidFill>
                <a:latin typeface="Urbanist Medium"/>
                <a:ea typeface="Urbanist Medium"/>
                <a:cs typeface="Urbanist Medium"/>
                <a:sym typeface="Urbanist Medium"/>
              </a:defRPr>
            </a:lvl3pPr>
            <a:lvl4pPr lvl="3">
              <a:spcBef>
                <a:spcPts val="0"/>
              </a:spcBef>
              <a:spcAft>
                <a:spcPts val="0"/>
              </a:spcAft>
              <a:buClr>
                <a:srgbClr val="D4FF00"/>
              </a:buClr>
              <a:buSzPts val="1400"/>
              <a:buFont typeface="Urbanist Medium"/>
              <a:buChar char="●"/>
              <a:defRPr>
                <a:solidFill>
                  <a:srgbClr val="D4FF00"/>
                </a:solidFill>
                <a:latin typeface="Urbanist Medium"/>
                <a:ea typeface="Urbanist Medium"/>
                <a:cs typeface="Urbanist Medium"/>
                <a:sym typeface="Urbanist Medium"/>
              </a:defRPr>
            </a:lvl4pPr>
            <a:lvl5pPr lvl="4">
              <a:spcBef>
                <a:spcPts val="0"/>
              </a:spcBef>
              <a:spcAft>
                <a:spcPts val="0"/>
              </a:spcAft>
              <a:buClr>
                <a:srgbClr val="D4FF00"/>
              </a:buClr>
              <a:buSzPts val="1400"/>
              <a:buFont typeface="Urbanist Medium"/>
              <a:buChar char="○"/>
              <a:defRPr>
                <a:solidFill>
                  <a:srgbClr val="D4FF00"/>
                </a:solidFill>
                <a:latin typeface="Urbanist Medium"/>
                <a:ea typeface="Urbanist Medium"/>
                <a:cs typeface="Urbanist Medium"/>
                <a:sym typeface="Urbanist Medium"/>
              </a:defRPr>
            </a:lvl5pPr>
            <a:lvl6pPr lvl="5">
              <a:spcBef>
                <a:spcPts val="0"/>
              </a:spcBef>
              <a:spcAft>
                <a:spcPts val="0"/>
              </a:spcAft>
              <a:buClr>
                <a:srgbClr val="D4FF00"/>
              </a:buClr>
              <a:buSzPts val="1400"/>
              <a:buFont typeface="Urbanist Medium"/>
              <a:buChar char="■"/>
              <a:defRPr>
                <a:solidFill>
                  <a:srgbClr val="D4FF00"/>
                </a:solidFill>
                <a:latin typeface="Urbanist Medium"/>
                <a:ea typeface="Urbanist Medium"/>
                <a:cs typeface="Urbanist Medium"/>
                <a:sym typeface="Urbanist Medium"/>
              </a:defRPr>
            </a:lvl6pPr>
            <a:lvl7pPr lvl="6">
              <a:spcBef>
                <a:spcPts val="0"/>
              </a:spcBef>
              <a:spcAft>
                <a:spcPts val="0"/>
              </a:spcAft>
              <a:buClr>
                <a:srgbClr val="D4FF00"/>
              </a:buClr>
              <a:buSzPts val="1400"/>
              <a:buFont typeface="Urbanist Medium"/>
              <a:buChar char="●"/>
              <a:defRPr>
                <a:solidFill>
                  <a:srgbClr val="D4FF00"/>
                </a:solidFill>
                <a:latin typeface="Urbanist Medium"/>
                <a:ea typeface="Urbanist Medium"/>
                <a:cs typeface="Urbanist Medium"/>
                <a:sym typeface="Urbanist Medium"/>
              </a:defRPr>
            </a:lvl7pPr>
            <a:lvl8pPr lvl="7">
              <a:spcBef>
                <a:spcPts val="0"/>
              </a:spcBef>
              <a:spcAft>
                <a:spcPts val="0"/>
              </a:spcAft>
              <a:buClr>
                <a:srgbClr val="D4FF00"/>
              </a:buClr>
              <a:buSzPts val="1400"/>
              <a:buFont typeface="Urbanist Medium"/>
              <a:buChar char="○"/>
              <a:defRPr>
                <a:solidFill>
                  <a:srgbClr val="D4FF00"/>
                </a:solidFill>
                <a:latin typeface="Urbanist Medium"/>
                <a:ea typeface="Urbanist Medium"/>
                <a:cs typeface="Urbanist Medium"/>
                <a:sym typeface="Urbanist Medium"/>
              </a:defRPr>
            </a:lvl8pPr>
            <a:lvl9pPr lvl="8">
              <a:spcBef>
                <a:spcPts val="0"/>
              </a:spcBef>
              <a:spcAft>
                <a:spcPts val="0"/>
              </a:spcAft>
              <a:buClr>
                <a:srgbClr val="D4FF00"/>
              </a:buClr>
              <a:buSzPts val="1400"/>
              <a:buFont typeface="Urbanist Medium"/>
              <a:buChar char="■"/>
              <a:defRPr>
                <a:solidFill>
                  <a:srgbClr val="D4FF00"/>
                </a:solidFill>
                <a:latin typeface="Urbanist Medium"/>
                <a:ea typeface="Urbanist Medium"/>
                <a:cs typeface="Urbanist Medium"/>
                <a:sym typeface="Urbanist Medium"/>
              </a:defRPr>
            </a:lvl9pPr>
          </a:lstStyle>
          <a:p/>
        </p:txBody>
      </p:sp>
      <p:sp>
        <p:nvSpPr>
          <p:cNvPr id="304" name="Google Shape;304;p24"/>
          <p:cNvSpPr txBox="1"/>
          <p:nvPr>
            <p:ph idx="12" type="sldNum"/>
          </p:nvPr>
        </p:nvSpPr>
        <p:spPr>
          <a:xfrm>
            <a:off x="8556784" y="4749851"/>
            <a:ext cx="548700" cy="393600"/>
          </a:xfrm>
          <a:prstGeom prst="rect">
            <a:avLst/>
          </a:prstGeom>
        </p:spPr>
        <p:txBody>
          <a:bodyPr anchorCtr="0" anchor="ctr" bIns="91425" lIns="91425" spcFirstLastPara="1" rIns="91425" wrap="square" tIns="91425">
            <a:noAutofit/>
          </a:bodyPr>
          <a:lstStyle>
            <a:lvl1pPr lvl="0">
              <a:buNone/>
              <a:defRPr>
                <a:solidFill>
                  <a:srgbClr val="000000"/>
                </a:solidFill>
              </a:defRPr>
            </a:lvl1pPr>
            <a:lvl2pPr lvl="1">
              <a:buNone/>
              <a:defRPr>
                <a:solidFill>
                  <a:srgbClr val="000000"/>
                </a:solidFill>
              </a:defRPr>
            </a:lvl2pPr>
            <a:lvl3pPr lvl="2">
              <a:buNone/>
              <a:defRPr>
                <a:solidFill>
                  <a:srgbClr val="000000"/>
                </a:solidFill>
              </a:defRPr>
            </a:lvl3pPr>
            <a:lvl4pPr lvl="3">
              <a:buNone/>
              <a:defRPr>
                <a:solidFill>
                  <a:srgbClr val="000000"/>
                </a:solidFill>
              </a:defRPr>
            </a:lvl4pPr>
            <a:lvl5pPr lvl="4">
              <a:buNone/>
              <a:defRPr>
                <a:solidFill>
                  <a:srgbClr val="000000"/>
                </a:solidFill>
              </a:defRPr>
            </a:lvl5pPr>
            <a:lvl6pPr lvl="5">
              <a:buNone/>
              <a:defRPr>
                <a:solidFill>
                  <a:srgbClr val="000000"/>
                </a:solidFill>
              </a:defRPr>
            </a:lvl6pPr>
            <a:lvl7pPr lvl="6">
              <a:buNone/>
              <a:defRPr>
                <a:solidFill>
                  <a:srgbClr val="000000"/>
                </a:solidFill>
              </a:defRPr>
            </a:lvl7pPr>
            <a:lvl8pPr lvl="7">
              <a:buNone/>
              <a:defRPr>
                <a:solidFill>
                  <a:srgbClr val="000000"/>
                </a:solidFill>
              </a:defRPr>
            </a:lvl8pPr>
            <a:lvl9pPr lvl="8">
              <a:buNone/>
              <a:defRPr>
                <a:solidFill>
                  <a:srgbClr val="000000"/>
                </a:solidFill>
              </a:defRPr>
            </a:lvl9pPr>
          </a:lstStyle>
          <a:p>
            <a:pPr indent="0" lvl="0" marL="0" rtl="0" algn="r">
              <a:spcBef>
                <a:spcPts val="0"/>
              </a:spcBef>
              <a:spcAft>
                <a:spcPts val="0"/>
              </a:spcAft>
              <a:buNone/>
            </a:pPr>
            <a:fld id="{00000000-1234-1234-1234-123412341234}" type="slidenum">
              <a:rPr lang="en"/>
              <a:t>‹#›</a:t>
            </a:fld>
            <a:endParaRPr/>
          </a:p>
        </p:txBody>
      </p:sp>
      <p:sp>
        <p:nvSpPr>
          <p:cNvPr id="305" name="Google Shape;305;p24"/>
          <p:cNvSpPr txBox="1"/>
          <p:nvPr>
            <p:ph idx="1" type="subTitle"/>
          </p:nvPr>
        </p:nvSpPr>
        <p:spPr>
          <a:xfrm>
            <a:off x="3154650" y="4675975"/>
            <a:ext cx="2835000" cy="466800"/>
          </a:xfrm>
          <a:prstGeom prst="rect">
            <a:avLst/>
          </a:prstGeom>
          <a:noFill/>
          <a:ln>
            <a:noFill/>
          </a:ln>
        </p:spPr>
        <p:txBody>
          <a:bodyPr anchorCtr="0" anchor="ctr" bIns="0" lIns="0" spcFirstLastPara="1" rIns="0" wrap="square" tIns="0">
            <a:noAutofit/>
          </a:bodyPr>
          <a:lstStyle>
            <a:lvl1pPr lvl="0" algn="ct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pic>
        <p:nvPicPr>
          <p:cNvPr id="306" name="Google Shape;306;p24"/>
          <p:cNvPicPr preferRelativeResize="0"/>
          <p:nvPr/>
        </p:nvPicPr>
        <p:blipFill>
          <a:blip r:embed="rId3">
            <a:alphaModFix/>
          </a:blip>
          <a:stretch>
            <a:fillRect/>
          </a:stretch>
        </p:blipFill>
        <p:spPr>
          <a:xfrm>
            <a:off x="228600" y="4837043"/>
            <a:ext cx="567051" cy="144675"/>
          </a:xfrm>
          <a:prstGeom prst="rect">
            <a:avLst/>
          </a:prstGeom>
          <a:noFill/>
          <a:ln>
            <a:noFill/>
          </a:ln>
        </p:spPr>
      </p:pic>
      <p:sp>
        <p:nvSpPr>
          <p:cNvPr id="307" name="Google Shape;307;p24"/>
          <p:cNvSpPr txBox="1"/>
          <p:nvPr>
            <p:ph idx="2" type="sldNum"/>
          </p:nvPr>
        </p:nvSpPr>
        <p:spPr>
          <a:xfrm>
            <a:off x="8348225" y="4666247"/>
            <a:ext cx="567000" cy="466800"/>
          </a:xfrm>
          <a:prstGeom prst="rect">
            <a:avLst/>
          </a:prstGeom>
        </p:spPr>
        <p:txBody>
          <a:bodyPr anchorCtr="0" anchor="ctr" bIns="91425" lIns="91425" spcFirstLastPara="1" rIns="91425" wrap="square" tIns="91425">
            <a:noAutofit/>
          </a:bodyPr>
          <a:lstStyle>
            <a:lvl1pPr lvl="0">
              <a:buNone/>
              <a:defRPr sz="700">
                <a:solidFill>
                  <a:schemeClr val="lt1"/>
                </a:solidFill>
              </a:defRPr>
            </a:lvl1pPr>
            <a:lvl2pPr lvl="1">
              <a:buNone/>
              <a:defRPr sz="700">
                <a:solidFill>
                  <a:schemeClr val="lt1"/>
                </a:solidFill>
              </a:defRPr>
            </a:lvl2pPr>
            <a:lvl3pPr lvl="2">
              <a:buNone/>
              <a:defRPr sz="700">
                <a:solidFill>
                  <a:schemeClr val="lt1"/>
                </a:solidFill>
              </a:defRPr>
            </a:lvl3pPr>
            <a:lvl4pPr lvl="3">
              <a:buNone/>
              <a:defRPr sz="700">
                <a:solidFill>
                  <a:schemeClr val="lt1"/>
                </a:solidFill>
              </a:defRPr>
            </a:lvl4pPr>
            <a:lvl5pPr lvl="4">
              <a:buNone/>
              <a:defRPr sz="700">
                <a:solidFill>
                  <a:schemeClr val="lt1"/>
                </a:solidFill>
              </a:defRPr>
            </a:lvl5pPr>
            <a:lvl6pPr lvl="5">
              <a:buNone/>
              <a:defRPr sz="700">
                <a:solidFill>
                  <a:schemeClr val="lt1"/>
                </a:solidFill>
              </a:defRPr>
            </a:lvl6pPr>
            <a:lvl7pPr lvl="6">
              <a:buNone/>
              <a:defRPr sz="700">
                <a:solidFill>
                  <a:schemeClr val="lt1"/>
                </a:solidFill>
              </a:defRPr>
            </a:lvl7pPr>
            <a:lvl8pPr lvl="7">
              <a:buNone/>
              <a:defRPr sz="700">
                <a:solidFill>
                  <a:schemeClr val="lt1"/>
                </a:solidFill>
              </a:defRPr>
            </a:lvl8pPr>
            <a:lvl9pPr lvl="8">
              <a:buNone/>
              <a:defRPr sz="700">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08" name="Shape 308"/>
        <p:cNvGrpSpPr/>
        <p:nvPr/>
      </p:nvGrpSpPr>
      <p:grpSpPr>
        <a:xfrm>
          <a:off x="0" y="0"/>
          <a:ext cx="0" cy="0"/>
          <a:chOff x="0" y="0"/>
          <a:chExt cx="0" cy="0"/>
        </a:xfrm>
      </p:grpSpPr>
      <p:pic>
        <p:nvPicPr>
          <p:cNvPr id="309" name="Google Shape;309;p25"/>
          <p:cNvPicPr preferRelativeResize="0"/>
          <p:nvPr/>
        </p:nvPicPr>
        <p:blipFill rotWithShape="1">
          <a:blip r:embed="rId2">
            <a:alphaModFix/>
          </a:blip>
          <a:srcRect b="-9999" l="0" r="0" t="0"/>
          <a:stretch/>
        </p:blipFill>
        <p:spPr>
          <a:xfrm>
            <a:off x="0" y="0"/>
            <a:ext cx="9144003" cy="5143501"/>
          </a:xfrm>
          <a:prstGeom prst="rect">
            <a:avLst/>
          </a:prstGeom>
          <a:noFill/>
          <a:ln>
            <a:noFill/>
          </a:ln>
        </p:spPr>
      </p:pic>
      <p:sp>
        <p:nvSpPr>
          <p:cNvPr id="310" name="Google Shape;310;p25"/>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Clr>
                <a:schemeClr val="lt1"/>
              </a:buClr>
              <a:buSzPts val="2400"/>
              <a:buFont typeface="Urbanist Medium"/>
              <a:buChar char="●"/>
              <a:defRPr sz="2400">
                <a:solidFill>
                  <a:schemeClr val="lt1"/>
                </a:solidFill>
                <a:latin typeface="Urbanist Medium"/>
                <a:ea typeface="Urbanist Medium"/>
                <a:cs typeface="Urbanist Medium"/>
                <a:sym typeface="Urbanist Medium"/>
              </a:defRPr>
            </a:lvl1pPr>
            <a:lvl2pPr lvl="1">
              <a:spcBef>
                <a:spcPts val="0"/>
              </a:spcBef>
              <a:spcAft>
                <a:spcPts val="0"/>
              </a:spcAft>
              <a:buClr>
                <a:schemeClr val="lt1"/>
              </a:buClr>
              <a:buSzPts val="2400"/>
              <a:buFont typeface="Urbanist Medium"/>
              <a:buChar char="○"/>
              <a:defRPr sz="2400">
                <a:solidFill>
                  <a:schemeClr val="lt1"/>
                </a:solidFill>
                <a:latin typeface="Urbanist Medium"/>
                <a:ea typeface="Urbanist Medium"/>
                <a:cs typeface="Urbanist Medium"/>
                <a:sym typeface="Urbanist Medium"/>
              </a:defRPr>
            </a:lvl2pPr>
            <a:lvl3pPr lvl="2">
              <a:spcBef>
                <a:spcPts val="0"/>
              </a:spcBef>
              <a:spcAft>
                <a:spcPts val="0"/>
              </a:spcAft>
              <a:buClr>
                <a:schemeClr val="lt1"/>
              </a:buClr>
              <a:buSzPts val="2400"/>
              <a:buFont typeface="Urbanist Medium"/>
              <a:buChar char="■"/>
              <a:defRPr sz="2400">
                <a:solidFill>
                  <a:schemeClr val="lt1"/>
                </a:solidFill>
                <a:latin typeface="Urbanist Medium"/>
                <a:ea typeface="Urbanist Medium"/>
                <a:cs typeface="Urbanist Medium"/>
                <a:sym typeface="Urbanist Medium"/>
              </a:defRPr>
            </a:lvl3pPr>
            <a:lvl4pPr lvl="3">
              <a:spcBef>
                <a:spcPts val="0"/>
              </a:spcBef>
              <a:spcAft>
                <a:spcPts val="0"/>
              </a:spcAft>
              <a:buClr>
                <a:schemeClr val="lt1"/>
              </a:buClr>
              <a:buSzPts val="2400"/>
              <a:buFont typeface="Urbanist Medium"/>
              <a:buChar char="●"/>
              <a:defRPr sz="2400">
                <a:solidFill>
                  <a:schemeClr val="lt1"/>
                </a:solidFill>
                <a:latin typeface="Urbanist Medium"/>
                <a:ea typeface="Urbanist Medium"/>
                <a:cs typeface="Urbanist Medium"/>
                <a:sym typeface="Urbanist Medium"/>
              </a:defRPr>
            </a:lvl4pPr>
            <a:lvl5pPr lvl="4">
              <a:spcBef>
                <a:spcPts val="0"/>
              </a:spcBef>
              <a:spcAft>
                <a:spcPts val="0"/>
              </a:spcAft>
              <a:buClr>
                <a:schemeClr val="lt1"/>
              </a:buClr>
              <a:buSzPts val="2400"/>
              <a:buFont typeface="Urbanist Medium"/>
              <a:buChar char="○"/>
              <a:defRPr sz="2400">
                <a:solidFill>
                  <a:schemeClr val="lt1"/>
                </a:solidFill>
                <a:latin typeface="Urbanist Medium"/>
                <a:ea typeface="Urbanist Medium"/>
                <a:cs typeface="Urbanist Medium"/>
                <a:sym typeface="Urbanist Medium"/>
              </a:defRPr>
            </a:lvl5pPr>
            <a:lvl6pPr lvl="5">
              <a:spcBef>
                <a:spcPts val="0"/>
              </a:spcBef>
              <a:spcAft>
                <a:spcPts val="0"/>
              </a:spcAft>
              <a:buClr>
                <a:schemeClr val="lt1"/>
              </a:buClr>
              <a:buSzPts val="2400"/>
              <a:buFont typeface="Urbanist Medium"/>
              <a:buChar char="■"/>
              <a:defRPr sz="2400">
                <a:solidFill>
                  <a:schemeClr val="lt1"/>
                </a:solidFill>
                <a:latin typeface="Urbanist Medium"/>
                <a:ea typeface="Urbanist Medium"/>
                <a:cs typeface="Urbanist Medium"/>
                <a:sym typeface="Urbanist Medium"/>
              </a:defRPr>
            </a:lvl6pPr>
            <a:lvl7pPr lvl="6">
              <a:spcBef>
                <a:spcPts val="0"/>
              </a:spcBef>
              <a:spcAft>
                <a:spcPts val="0"/>
              </a:spcAft>
              <a:buClr>
                <a:schemeClr val="lt1"/>
              </a:buClr>
              <a:buSzPts val="2400"/>
              <a:buFont typeface="Urbanist Medium"/>
              <a:buChar char="●"/>
              <a:defRPr sz="2400">
                <a:solidFill>
                  <a:schemeClr val="lt1"/>
                </a:solidFill>
                <a:latin typeface="Urbanist Medium"/>
                <a:ea typeface="Urbanist Medium"/>
                <a:cs typeface="Urbanist Medium"/>
                <a:sym typeface="Urbanist Medium"/>
              </a:defRPr>
            </a:lvl7pPr>
            <a:lvl8pPr lvl="7">
              <a:spcBef>
                <a:spcPts val="0"/>
              </a:spcBef>
              <a:spcAft>
                <a:spcPts val="0"/>
              </a:spcAft>
              <a:buClr>
                <a:schemeClr val="lt1"/>
              </a:buClr>
              <a:buSzPts val="2400"/>
              <a:buFont typeface="Urbanist Medium"/>
              <a:buChar char="○"/>
              <a:defRPr sz="2400">
                <a:solidFill>
                  <a:schemeClr val="lt1"/>
                </a:solidFill>
                <a:latin typeface="Urbanist Medium"/>
                <a:ea typeface="Urbanist Medium"/>
                <a:cs typeface="Urbanist Medium"/>
                <a:sym typeface="Urbanist Medium"/>
              </a:defRPr>
            </a:lvl8pPr>
            <a:lvl9pPr lvl="8">
              <a:spcBef>
                <a:spcPts val="0"/>
              </a:spcBef>
              <a:spcAft>
                <a:spcPts val="0"/>
              </a:spcAft>
              <a:buClr>
                <a:schemeClr val="lt1"/>
              </a:buClr>
              <a:buSzPts val="2400"/>
              <a:buFont typeface="Urbanist Medium"/>
              <a:buChar char="■"/>
              <a:defRPr sz="2400">
                <a:solidFill>
                  <a:schemeClr val="lt1"/>
                </a:solidFill>
                <a:latin typeface="Urbanist Medium"/>
                <a:ea typeface="Urbanist Medium"/>
                <a:cs typeface="Urbanist Medium"/>
                <a:sym typeface="Urbanist Medium"/>
              </a:defRPr>
            </a:lvl9pPr>
          </a:lstStyle>
          <a:p/>
        </p:txBody>
      </p:sp>
      <p:sp>
        <p:nvSpPr>
          <p:cNvPr id="311" name="Google Shape;311;p25"/>
          <p:cNvSpPr txBox="1"/>
          <p:nvPr>
            <p:ph idx="1" type="body"/>
          </p:nvPr>
        </p:nvSpPr>
        <p:spPr>
          <a:xfrm>
            <a:off x="311700" y="1411100"/>
            <a:ext cx="7696200" cy="3157800"/>
          </a:xfrm>
          <a:prstGeom prst="rect">
            <a:avLst/>
          </a:prstGeom>
          <a:noFill/>
          <a:ln>
            <a:noFill/>
          </a:ln>
        </p:spPr>
        <p:txBody>
          <a:bodyPr anchorCtr="0" anchor="ctr" bIns="91425" lIns="91425" spcFirstLastPara="1" rIns="91425" wrap="square" tIns="91425">
            <a:noAutofit/>
          </a:bodyPr>
          <a:lstStyle>
            <a:lvl1pPr indent="-304800" lvl="0" marL="457200">
              <a:spcBef>
                <a:spcPts val="0"/>
              </a:spcBef>
              <a:spcAft>
                <a:spcPts val="0"/>
              </a:spcAft>
              <a:buClr>
                <a:schemeClr val="lt1"/>
              </a:buClr>
              <a:buSzPts val="1200"/>
              <a:buFont typeface="Urbanist Medium"/>
              <a:buChar char="●"/>
              <a:defRPr>
                <a:solidFill>
                  <a:schemeClr val="lt1"/>
                </a:solidFill>
                <a:latin typeface="Urbanist Medium"/>
                <a:ea typeface="Urbanist Medium"/>
                <a:cs typeface="Urbanist Medium"/>
                <a:sym typeface="Urbanist Medium"/>
              </a:defRPr>
            </a:lvl1pPr>
            <a:lvl2pPr indent="-304800" lvl="1" marL="914400">
              <a:spcBef>
                <a:spcPts val="0"/>
              </a:spcBef>
              <a:spcAft>
                <a:spcPts val="0"/>
              </a:spcAft>
              <a:buClr>
                <a:schemeClr val="lt1"/>
              </a:buClr>
              <a:buSzPts val="1200"/>
              <a:buFont typeface="Urbanist Medium"/>
              <a:buChar char="○"/>
              <a:defRPr>
                <a:solidFill>
                  <a:schemeClr val="lt1"/>
                </a:solidFill>
                <a:latin typeface="Urbanist Medium"/>
                <a:ea typeface="Urbanist Medium"/>
                <a:cs typeface="Urbanist Medium"/>
                <a:sym typeface="Urbanist Medium"/>
              </a:defRPr>
            </a:lvl2pPr>
            <a:lvl3pPr indent="-304800" lvl="2" marL="1371600">
              <a:spcBef>
                <a:spcPts val="0"/>
              </a:spcBef>
              <a:spcAft>
                <a:spcPts val="0"/>
              </a:spcAft>
              <a:buClr>
                <a:schemeClr val="lt1"/>
              </a:buClr>
              <a:buSzPts val="1200"/>
              <a:buFont typeface="Urbanist Medium"/>
              <a:buChar char="■"/>
              <a:defRPr>
                <a:solidFill>
                  <a:schemeClr val="lt1"/>
                </a:solidFill>
                <a:latin typeface="Urbanist Medium"/>
                <a:ea typeface="Urbanist Medium"/>
                <a:cs typeface="Urbanist Medium"/>
                <a:sym typeface="Urbanist Medium"/>
              </a:defRPr>
            </a:lvl3pPr>
            <a:lvl4pPr indent="-304800" lvl="3" marL="1828800">
              <a:spcBef>
                <a:spcPts val="0"/>
              </a:spcBef>
              <a:spcAft>
                <a:spcPts val="0"/>
              </a:spcAft>
              <a:buClr>
                <a:schemeClr val="lt1"/>
              </a:buClr>
              <a:buSzPts val="1200"/>
              <a:buFont typeface="Urbanist Medium"/>
              <a:buChar char="●"/>
              <a:defRPr>
                <a:solidFill>
                  <a:schemeClr val="lt1"/>
                </a:solidFill>
                <a:latin typeface="Urbanist Medium"/>
                <a:ea typeface="Urbanist Medium"/>
                <a:cs typeface="Urbanist Medium"/>
                <a:sym typeface="Urbanist Medium"/>
              </a:defRPr>
            </a:lvl4pPr>
            <a:lvl5pPr indent="-304800" lvl="4" marL="2286000">
              <a:spcBef>
                <a:spcPts val="0"/>
              </a:spcBef>
              <a:spcAft>
                <a:spcPts val="0"/>
              </a:spcAft>
              <a:buClr>
                <a:schemeClr val="lt1"/>
              </a:buClr>
              <a:buSzPts val="1200"/>
              <a:buFont typeface="Urbanist Medium"/>
              <a:buChar char="○"/>
              <a:defRPr>
                <a:solidFill>
                  <a:schemeClr val="lt1"/>
                </a:solidFill>
                <a:latin typeface="Urbanist Medium"/>
                <a:ea typeface="Urbanist Medium"/>
                <a:cs typeface="Urbanist Medium"/>
                <a:sym typeface="Urbanist Medium"/>
              </a:defRPr>
            </a:lvl5pPr>
            <a:lvl6pPr indent="-304800" lvl="5" marL="2743200">
              <a:spcBef>
                <a:spcPts val="0"/>
              </a:spcBef>
              <a:spcAft>
                <a:spcPts val="0"/>
              </a:spcAft>
              <a:buClr>
                <a:schemeClr val="lt1"/>
              </a:buClr>
              <a:buSzPts val="1200"/>
              <a:buFont typeface="Urbanist Medium"/>
              <a:buChar char="■"/>
              <a:defRPr>
                <a:solidFill>
                  <a:schemeClr val="lt1"/>
                </a:solidFill>
                <a:latin typeface="Urbanist Medium"/>
                <a:ea typeface="Urbanist Medium"/>
                <a:cs typeface="Urbanist Medium"/>
                <a:sym typeface="Urbanist Medium"/>
              </a:defRPr>
            </a:lvl6pPr>
            <a:lvl7pPr indent="-304800" lvl="6" marL="3200400">
              <a:spcBef>
                <a:spcPts val="0"/>
              </a:spcBef>
              <a:spcAft>
                <a:spcPts val="0"/>
              </a:spcAft>
              <a:buClr>
                <a:schemeClr val="lt1"/>
              </a:buClr>
              <a:buSzPts val="1200"/>
              <a:buFont typeface="Urbanist Medium"/>
              <a:buChar char="●"/>
              <a:defRPr>
                <a:solidFill>
                  <a:schemeClr val="lt1"/>
                </a:solidFill>
                <a:latin typeface="Urbanist Medium"/>
                <a:ea typeface="Urbanist Medium"/>
                <a:cs typeface="Urbanist Medium"/>
                <a:sym typeface="Urbanist Medium"/>
              </a:defRPr>
            </a:lvl7pPr>
            <a:lvl8pPr indent="-304800" lvl="7" marL="3657600">
              <a:spcBef>
                <a:spcPts val="0"/>
              </a:spcBef>
              <a:spcAft>
                <a:spcPts val="0"/>
              </a:spcAft>
              <a:buClr>
                <a:schemeClr val="lt1"/>
              </a:buClr>
              <a:buSzPts val="1200"/>
              <a:buFont typeface="Urbanist Medium"/>
              <a:buChar char="○"/>
              <a:defRPr>
                <a:solidFill>
                  <a:schemeClr val="lt1"/>
                </a:solidFill>
                <a:latin typeface="Urbanist Medium"/>
                <a:ea typeface="Urbanist Medium"/>
                <a:cs typeface="Urbanist Medium"/>
                <a:sym typeface="Urbanist Medium"/>
              </a:defRPr>
            </a:lvl8pPr>
            <a:lvl9pPr indent="-304800" lvl="8" marL="4114800">
              <a:spcBef>
                <a:spcPts val="0"/>
              </a:spcBef>
              <a:spcAft>
                <a:spcPts val="0"/>
              </a:spcAft>
              <a:buClr>
                <a:schemeClr val="lt1"/>
              </a:buClr>
              <a:buSzPts val="1200"/>
              <a:buFont typeface="Urbanist Medium"/>
              <a:buChar char="■"/>
              <a:defRPr>
                <a:solidFill>
                  <a:schemeClr val="lt1"/>
                </a:solidFill>
                <a:latin typeface="Urbanist Medium"/>
                <a:ea typeface="Urbanist Medium"/>
                <a:cs typeface="Urbanist Medium"/>
                <a:sym typeface="Urbanist Medium"/>
              </a:defRPr>
            </a:lvl9pPr>
          </a:lstStyle>
          <a:p/>
        </p:txBody>
      </p:sp>
      <p:sp>
        <p:nvSpPr>
          <p:cNvPr id="312" name="Google Shape;312;p25"/>
          <p:cNvSpPr txBox="1"/>
          <p:nvPr>
            <p:ph idx="12" type="sldNum"/>
          </p:nvPr>
        </p:nvSpPr>
        <p:spPr>
          <a:xfrm>
            <a:off x="8556784" y="4749851"/>
            <a:ext cx="548700" cy="393600"/>
          </a:xfrm>
          <a:prstGeom prst="rect">
            <a:avLst/>
          </a:prstGeom>
        </p:spPr>
        <p:txBody>
          <a:bodyPr anchorCtr="0" anchor="ctr" bIns="91425" lIns="91425" spcFirstLastPara="1" rIns="91425" wrap="square" tIns="91425">
            <a:noAutofit/>
          </a:bodyPr>
          <a:lstStyle>
            <a:lvl1pPr lvl="0">
              <a:buNone/>
              <a:defRPr>
                <a:solidFill>
                  <a:srgbClr val="000000"/>
                </a:solidFill>
              </a:defRPr>
            </a:lvl1pPr>
            <a:lvl2pPr lvl="1">
              <a:buNone/>
              <a:defRPr>
                <a:solidFill>
                  <a:srgbClr val="000000"/>
                </a:solidFill>
              </a:defRPr>
            </a:lvl2pPr>
            <a:lvl3pPr lvl="2">
              <a:buNone/>
              <a:defRPr>
                <a:solidFill>
                  <a:srgbClr val="000000"/>
                </a:solidFill>
              </a:defRPr>
            </a:lvl3pPr>
            <a:lvl4pPr lvl="3">
              <a:buNone/>
              <a:defRPr>
                <a:solidFill>
                  <a:srgbClr val="000000"/>
                </a:solidFill>
              </a:defRPr>
            </a:lvl4pPr>
            <a:lvl5pPr lvl="4">
              <a:buNone/>
              <a:defRPr>
                <a:solidFill>
                  <a:srgbClr val="000000"/>
                </a:solidFill>
              </a:defRPr>
            </a:lvl5pPr>
            <a:lvl6pPr lvl="5">
              <a:buNone/>
              <a:defRPr>
                <a:solidFill>
                  <a:srgbClr val="000000"/>
                </a:solidFill>
              </a:defRPr>
            </a:lvl6pPr>
            <a:lvl7pPr lvl="6">
              <a:buNone/>
              <a:defRPr>
                <a:solidFill>
                  <a:srgbClr val="000000"/>
                </a:solidFill>
              </a:defRPr>
            </a:lvl7pPr>
            <a:lvl8pPr lvl="7">
              <a:buNone/>
              <a:defRPr>
                <a:solidFill>
                  <a:srgbClr val="000000"/>
                </a:solidFill>
              </a:defRPr>
            </a:lvl8pPr>
            <a:lvl9pPr lvl="8">
              <a:buNone/>
              <a:defRPr>
                <a:solidFill>
                  <a:srgbClr val="000000"/>
                </a:solidFill>
              </a:defRPr>
            </a:lvl9pPr>
          </a:lstStyle>
          <a:p>
            <a:pPr indent="0" lvl="0" marL="0" rtl="0" algn="r">
              <a:spcBef>
                <a:spcPts val="0"/>
              </a:spcBef>
              <a:spcAft>
                <a:spcPts val="0"/>
              </a:spcAft>
              <a:buNone/>
            </a:pPr>
            <a:fld id="{00000000-1234-1234-1234-123412341234}" type="slidenum">
              <a:rPr lang="en"/>
              <a:t>‹#›</a:t>
            </a:fld>
            <a:endParaRPr/>
          </a:p>
        </p:txBody>
      </p:sp>
      <p:sp>
        <p:nvSpPr>
          <p:cNvPr id="313" name="Google Shape;313;p25"/>
          <p:cNvSpPr txBox="1"/>
          <p:nvPr>
            <p:ph idx="2" type="subTitle"/>
          </p:nvPr>
        </p:nvSpPr>
        <p:spPr>
          <a:xfrm>
            <a:off x="3154650" y="4675975"/>
            <a:ext cx="2835000" cy="466800"/>
          </a:xfrm>
          <a:prstGeom prst="rect">
            <a:avLst/>
          </a:prstGeom>
          <a:noFill/>
          <a:ln>
            <a:noFill/>
          </a:ln>
        </p:spPr>
        <p:txBody>
          <a:bodyPr anchorCtr="0" anchor="ctr" bIns="0" lIns="0" spcFirstLastPara="1" rIns="0" wrap="square" tIns="0">
            <a:noAutofit/>
          </a:bodyPr>
          <a:lstStyle>
            <a:lvl1pPr lvl="0" algn="ct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pic>
        <p:nvPicPr>
          <p:cNvPr id="314" name="Google Shape;314;p25"/>
          <p:cNvPicPr preferRelativeResize="0"/>
          <p:nvPr/>
        </p:nvPicPr>
        <p:blipFill>
          <a:blip r:embed="rId3">
            <a:alphaModFix/>
          </a:blip>
          <a:stretch>
            <a:fillRect/>
          </a:stretch>
        </p:blipFill>
        <p:spPr>
          <a:xfrm>
            <a:off x="228600" y="4837043"/>
            <a:ext cx="567051" cy="144675"/>
          </a:xfrm>
          <a:prstGeom prst="rect">
            <a:avLst/>
          </a:prstGeom>
          <a:noFill/>
          <a:ln>
            <a:noFill/>
          </a:ln>
        </p:spPr>
      </p:pic>
      <p:sp>
        <p:nvSpPr>
          <p:cNvPr id="315" name="Google Shape;315;p25"/>
          <p:cNvSpPr txBox="1"/>
          <p:nvPr>
            <p:ph idx="3" type="sldNum"/>
          </p:nvPr>
        </p:nvSpPr>
        <p:spPr>
          <a:xfrm>
            <a:off x="8348225" y="4666247"/>
            <a:ext cx="567000" cy="466800"/>
          </a:xfrm>
          <a:prstGeom prst="rect">
            <a:avLst/>
          </a:prstGeom>
        </p:spPr>
        <p:txBody>
          <a:bodyPr anchorCtr="0" anchor="ctr" bIns="91425" lIns="91425" spcFirstLastPara="1" rIns="91425" wrap="square" tIns="91425">
            <a:noAutofit/>
          </a:bodyPr>
          <a:lstStyle>
            <a:lvl1pPr lvl="0">
              <a:buNone/>
              <a:defRPr sz="700">
                <a:solidFill>
                  <a:schemeClr val="lt1"/>
                </a:solidFill>
              </a:defRPr>
            </a:lvl1pPr>
            <a:lvl2pPr lvl="1">
              <a:buNone/>
              <a:defRPr sz="700">
                <a:solidFill>
                  <a:schemeClr val="lt1"/>
                </a:solidFill>
              </a:defRPr>
            </a:lvl2pPr>
            <a:lvl3pPr lvl="2">
              <a:buNone/>
              <a:defRPr sz="700">
                <a:solidFill>
                  <a:schemeClr val="lt1"/>
                </a:solidFill>
              </a:defRPr>
            </a:lvl3pPr>
            <a:lvl4pPr lvl="3">
              <a:buNone/>
              <a:defRPr sz="700">
                <a:solidFill>
                  <a:schemeClr val="lt1"/>
                </a:solidFill>
              </a:defRPr>
            </a:lvl4pPr>
            <a:lvl5pPr lvl="4">
              <a:buNone/>
              <a:defRPr sz="700">
                <a:solidFill>
                  <a:schemeClr val="lt1"/>
                </a:solidFill>
              </a:defRPr>
            </a:lvl5pPr>
            <a:lvl6pPr lvl="5">
              <a:buNone/>
              <a:defRPr sz="700">
                <a:solidFill>
                  <a:schemeClr val="lt1"/>
                </a:solidFill>
              </a:defRPr>
            </a:lvl6pPr>
            <a:lvl7pPr lvl="6">
              <a:buNone/>
              <a:defRPr sz="700">
                <a:solidFill>
                  <a:schemeClr val="lt1"/>
                </a:solidFill>
              </a:defRPr>
            </a:lvl7pPr>
            <a:lvl8pPr lvl="7">
              <a:buNone/>
              <a:defRPr sz="700">
                <a:solidFill>
                  <a:schemeClr val="lt1"/>
                </a:solidFill>
              </a:defRPr>
            </a:lvl8pPr>
            <a:lvl9pPr lvl="8">
              <a:buNone/>
              <a:defRPr sz="700">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316" name="Shape 316"/>
        <p:cNvGrpSpPr/>
        <p:nvPr/>
      </p:nvGrpSpPr>
      <p:grpSpPr>
        <a:xfrm>
          <a:off x="0" y="0"/>
          <a:ext cx="0" cy="0"/>
          <a:chOff x="0" y="0"/>
          <a:chExt cx="0" cy="0"/>
        </a:xfrm>
      </p:grpSpPr>
      <p:pic>
        <p:nvPicPr>
          <p:cNvPr id="317" name="Google Shape;317;p26"/>
          <p:cNvPicPr preferRelativeResize="0"/>
          <p:nvPr/>
        </p:nvPicPr>
        <p:blipFill rotWithShape="1">
          <a:blip r:embed="rId2">
            <a:alphaModFix/>
          </a:blip>
          <a:srcRect b="-9999" l="0" r="0" t="0"/>
          <a:stretch/>
        </p:blipFill>
        <p:spPr>
          <a:xfrm>
            <a:off x="0" y="0"/>
            <a:ext cx="9144003" cy="5143501"/>
          </a:xfrm>
          <a:prstGeom prst="rect">
            <a:avLst/>
          </a:prstGeom>
          <a:noFill/>
          <a:ln>
            <a:noFill/>
          </a:ln>
        </p:spPr>
      </p:pic>
      <p:sp>
        <p:nvSpPr>
          <p:cNvPr id="318" name="Google Shape;318;p26"/>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Clr>
                <a:schemeClr val="lt1"/>
              </a:buClr>
              <a:buSzPts val="4800"/>
              <a:buFont typeface="Urbanist Medium"/>
              <a:buChar char="●"/>
              <a:defRPr sz="4800">
                <a:solidFill>
                  <a:schemeClr val="lt1"/>
                </a:solidFill>
                <a:latin typeface="Urbanist Medium"/>
                <a:ea typeface="Urbanist Medium"/>
                <a:cs typeface="Urbanist Medium"/>
                <a:sym typeface="Urbanist Medium"/>
              </a:defRPr>
            </a:lvl1pPr>
            <a:lvl2pPr lvl="1">
              <a:spcBef>
                <a:spcPts val="0"/>
              </a:spcBef>
              <a:spcAft>
                <a:spcPts val="0"/>
              </a:spcAft>
              <a:buSzPts val="4800"/>
              <a:buChar char="○"/>
              <a:defRPr sz="4800"/>
            </a:lvl2pPr>
            <a:lvl3pPr lvl="2">
              <a:spcBef>
                <a:spcPts val="0"/>
              </a:spcBef>
              <a:spcAft>
                <a:spcPts val="0"/>
              </a:spcAft>
              <a:buSzPts val="4800"/>
              <a:buChar char="■"/>
              <a:defRPr sz="4800"/>
            </a:lvl3pPr>
            <a:lvl4pPr lvl="3">
              <a:spcBef>
                <a:spcPts val="0"/>
              </a:spcBef>
              <a:spcAft>
                <a:spcPts val="0"/>
              </a:spcAft>
              <a:buSzPts val="4800"/>
              <a:buChar char="●"/>
              <a:defRPr sz="4800"/>
            </a:lvl4pPr>
            <a:lvl5pPr lvl="4">
              <a:spcBef>
                <a:spcPts val="0"/>
              </a:spcBef>
              <a:spcAft>
                <a:spcPts val="0"/>
              </a:spcAft>
              <a:buSzPts val="4800"/>
              <a:buChar char="○"/>
              <a:defRPr sz="4800"/>
            </a:lvl5pPr>
            <a:lvl6pPr lvl="5">
              <a:spcBef>
                <a:spcPts val="0"/>
              </a:spcBef>
              <a:spcAft>
                <a:spcPts val="0"/>
              </a:spcAft>
              <a:buSzPts val="4800"/>
              <a:buChar char="■"/>
              <a:defRPr sz="4800"/>
            </a:lvl6pPr>
            <a:lvl7pPr lvl="6">
              <a:spcBef>
                <a:spcPts val="0"/>
              </a:spcBef>
              <a:spcAft>
                <a:spcPts val="0"/>
              </a:spcAft>
              <a:buSzPts val="4800"/>
              <a:buChar char="●"/>
              <a:defRPr sz="4800"/>
            </a:lvl7pPr>
            <a:lvl8pPr lvl="7">
              <a:spcBef>
                <a:spcPts val="0"/>
              </a:spcBef>
              <a:spcAft>
                <a:spcPts val="0"/>
              </a:spcAft>
              <a:buSzPts val="4800"/>
              <a:buChar char="○"/>
              <a:defRPr sz="4800"/>
            </a:lvl8pPr>
            <a:lvl9pPr lvl="8">
              <a:spcBef>
                <a:spcPts val="0"/>
              </a:spcBef>
              <a:spcAft>
                <a:spcPts val="0"/>
              </a:spcAft>
              <a:buSzPts val="4800"/>
              <a:buChar char="■"/>
              <a:defRPr sz="4800"/>
            </a:lvl9pPr>
          </a:lstStyle>
          <a:p/>
        </p:txBody>
      </p:sp>
      <p:sp>
        <p:nvSpPr>
          <p:cNvPr id="319" name="Google Shape;319;p26"/>
          <p:cNvSpPr txBox="1"/>
          <p:nvPr>
            <p:ph idx="12" type="sldNum"/>
          </p:nvPr>
        </p:nvSpPr>
        <p:spPr>
          <a:xfrm>
            <a:off x="8556784" y="4749851"/>
            <a:ext cx="548700" cy="393600"/>
          </a:xfrm>
          <a:prstGeom prst="rect">
            <a:avLst/>
          </a:prstGeom>
        </p:spPr>
        <p:txBody>
          <a:bodyPr anchorCtr="0" anchor="ctr" bIns="91425" lIns="91425" spcFirstLastPara="1" rIns="91425" wrap="square" tIns="91425">
            <a:noAutofit/>
          </a:bodyPr>
          <a:lstStyle>
            <a:lvl1pPr lvl="0">
              <a:buNone/>
              <a:defRPr>
                <a:solidFill>
                  <a:srgbClr val="000000"/>
                </a:solidFill>
              </a:defRPr>
            </a:lvl1pPr>
            <a:lvl2pPr lvl="1">
              <a:buNone/>
              <a:defRPr>
                <a:solidFill>
                  <a:srgbClr val="000000"/>
                </a:solidFill>
              </a:defRPr>
            </a:lvl2pPr>
            <a:lvl3pPr lvl="2">
              <a:buNone/>
              <a:defRPr>
                <a:solidFill>
                  <a:srgbClr val="000000"/>
                </a:solidFill>
              </a:defRPr>
            </a:lvl3pPr>
            <a:lvl4pPr lvl="3">
              <a:buNone/>
              <a:defRPr>
                <a:solidFill>
                  <a:srgbClr val="000000"/>
                </a:solidFill>
              </a:defRPr>
            </a:lvl4pPr>
            <a:lvl5pPr lvl="4">
              <a:buNone/>
              <a:defRPr>
                <a:solidFill>
                  <a:srgbClr val="000000"/>
                </a:solidFill>
              </a:defRPr>
            </a:lvl5pPr>
            <a:lvl6pPr lvl="5">
              <a:buNone/>
              <a:defRPr>
                <a:solidFill>
                  <a:srgbClr val="000000"/>
                </a:solidFill>
              </a:defRPr>
            </a:lvl6pPr>
            <a:lvl7pPr lvl="6">
              <a:buNone/>
              <a:defRPr>
                <a:solidFill>
                  <a:srgbClr val="000000"/>
                </a:solidFill>
              </a:defRPr>
            </a:lvl7pPr>
            <a:lvl8pPr lvl="7">
              <a:buNone/>
              <a:defRPr>
                <a:solidFill>
                  <a:srgbClr val="000000"/>
                </a:solidFill>
              </a:defRPr>
            </a:lvl8pPr>
            <a:lvl9pPr lvl="8">
              <a:buNone/>
              <a:defRPr>
                <a:solidFill>
                  <a:srgbClr val="000000"/>
                </a:solidFill>
              </a:defRPr>
            </a:lvl9pPr>
          </a:lstStyle>
          <a:p>
            <a:pPr indent="0" lvl="0" marL="0" rtl="0" algn="r">
              <a:spcBef>
                <a:spcPts val="0"/>
              </a:spcBef>
              <a:spcAft>
                <a:spcPts val="0"/>
              </a:spcAft>
              <a:buNone/>
            </a:pPr>
            <a:fld id="{00000000-1234-1234-1234-123412341234}" type="slidenum">
              <a:rPr lang="en"/>
              <a:t>‹#›</a:t>
            </a:fld>
            <a:endParaRPr/>
          </a:p>
        </p:txBody>
      </p:sp>
      <p:sp>
        <p:nvSpPr>
          <p:cNvPr id="320" name="Google Shape;320;p26"/>
          <p:cNvSpPr txBox="1"/>
          <p:nvPr>
            <p:ph idx="1" type="subTitle"/>
          </p:nvPr>
        </p:nvSpPr>
        <p:spPr>
          <a:xfrm>
            <a:off x="3154650" y="4675975"/>
            <a:ext cx="2835000" cy="466800"/>
          </a:xfrm>
          <a:prstGeom prst="rect">
            <a:avLst/>
          </a:prstGeom>
          <a:noFill/>
          <a:ln>
            <a:noFill/>
          </a:ln>
        </p:spPr>
        <p:txBody>
          <a:bodyPr anchorCtr="0" anchor="ctr" bIns="0" lIns="0" spcFirstLastPara="1" rIns="0" wrap="square" tIns="0">
            <a:noAutofit/>
          </a:bodyPr>
          <a:lstStyle>
            <a:lvl1pPr lvl="0" algn="ct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pic>
        <p:nvPicPr>
          <p:cNvPr id="321" name="Google Shape;321;p26"/>
          <p:cNvPicPr preferRelativeResize="0"/>
          <p:nvPr/>
        </p:nvPicPr>
        <p:blipFill>
          <a:blip r:embed="rId3">
            <a:alphaModFix/>
          </a:blip>
          <a:stretch>
            <a:fillRect/>
          </a:stretch>
        </p:blipFill>
        <p:spPr>
          <a:xfrm>
            <a:off x="228600" y="4837043"/>
            <a:ext cx="567051" cy="144675"/>
          </a:xfrm>
          <a:prstGeom prst="rect">
            <a:avLst/>
          </a:prstGeom>
          <a:noFill/>
          <a:ln>
            <a:noFill/>
          </a:ln>
        </p:spPr>
      </p:pic>
      <p:sp>
        <p:nvSpPr>
          <p:cNvPr id="322" name="Google Shape;322;p26"/>
          <p:cNvSpPr txBox="1"/>
          <p:nvPr>
            <p:ph idx="2" type="sldNum"/>
          </p:nvPr>
        </p:nvSpPr>
        <p:spPr>
          <a:xfrm>
            <a:off x="8348225" y="4666247"/>
            <a:ext cx="567000" cy="466800"/>
          </a:xfrm>
          <a:prstGeom prst="rect">
            <a:avLst/>
          </a:prstGeom>
        </p:spPr>
        <p:txBody>
          <a:bodyPr anchorCtr="0" anchor="ctr" bIns="91425" lIns="91425" spcFirstLastPara="1" rIns="91425" wrap="square" tIns="91425">
            <a:noAutofit/>
          </a:bodyPr>
          <a:lstStyle>
            <a:lvl1pPr lvl="0">
              <a:buNone/>
              <a:defRPr sz="700">
                <a:solidFill>
                  <a:schemeClr val="lt1"/>
                </a:solidFill>
              </a:defRPr>
            </a:lvl1pPr>
            <a:lvl2pPr lvl="1">
              <a:buNone/>
              <a:defRPr sz="700">
                <a:solidFill>
                  <a:schemeClr val="lt1"/>
                </a:solidFill>
              </a:defRPr>
            </a:lvl2pPr>
            <a:lvl3pPr lvl="2">
              <a:buNone/>
              <a:defRPr sz="700">
                <a:solidFill>
                  <a:schemeClr val="lt1"/>
                </a:solidFill>
              </a:defRPr>
            </a:lvl3pPr>
            <a:lvl4pPr lvl="3">
              <a:buNone/>
              <a:defRPr sz="700">
                <a:solidFill>
                  <a:schemeClr val="lt1"/>
                </a:solidFill>
              </a:defRPr>
            </a:lvl4pPr>
            <a:lvl5pPr lvl="4">
              <a:buNone/>
              <a:defRPr sz="700">
                <a:solidFill>
                  <a:schemeClr val="lt1"/>
                </a:solidFill>
              </a:defRPr>
            </a:lvl5pPr>
            <a:lvl6pPr lvl="5">
              <a:buNone/>
              <a:defRPr sz="700">
                <a:solidFill>
                  <a:schemeClr val="lt1"/>
                </a:solidFill>
              </a:defRPr>
            </a:lvl6pPr>
            <a:lvl7pPr lvl="6">
              <a:buNone/>
              <a:defRPr sz="700">
                <a:solidFill>
                  <a:schemeClr val="lt1"/>
                </a:solidFill>
              </a:defRPr>
            </a:lvl7pPr>
            <a:lvl8pPr lvl="7">
              <a:buNone/>
              <a:defRPr sz="700">
                <a:solidFill>
                  <a:schemeClr val="lt1"/>
                </a:solidFill>
              </a:defRPr>
            </a:lvl8pPr>
            <a:lvl9pPr lvl="8">
              <a:buNone/>
              <a:defRPr sz="700">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323" name="Shape 323"/>
        <p:cNvGrpSpPr/>
        <p:nvPr/>
      </p:nvGrpSpPr>
      <p:grpSpPr>
        <a:xfrm>
          <a:off x="0" y="0"/>
          <a:ext cx="0" cy="0"/>
          <a:chOff x="0" y="0"/>
          <a:chExt cx="0" cy="0"/>
        </a:xfrm>
      </p:grpSpPr>
      <p:pic>
        <p:nvPicPr>
          <p:cNvPr id="324" name="Google Shape;324;p27"/>
          <p:cNvPicPr preferRelativeResize="0"/>
          <p:nvPr/>
        </p:nvPicPr>
        <p:blipFill rotWithShape="1">
          <a:blip r:embed="rId2">
            <a:alphaModFix/>
          </a:blip>
          <a:srcRect b="-9999" l="0" r="0" t="0"/>
          <a:stretch/>
        </p:blipFill>
        <p:spPr>
          <a:xfrm>
            <a:off x="0" y="0"/>
            <a:ext cx="9144003" cy="5143501"/>
          </a:xfrm>
          <a:prstGeom prst="rect">
            <a:avLst/>
          </a:prstGeom>
          <a:noFill/>
          <a:ln>
            <a:noFill/>
          </a:ln>
        </p:spPr>
      </p:pic>
      <p:sp>
        <p:nvSpPr>
          <p:cNvPr id="325" name="Google Shape;325;p27"/>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Clr>
                <a:schemeClr val="lt1"/>
              </a:buClr>
              <a:buSzPts val="4200"/>
              <a:buFont typeface="Urbanist Medium"/>
              <a:buChar char="●"/>
              <a:defRPr sz="4200">
                <a:solidFill>
                  <a:schemeClr val="lt1"/>
                </a:solidFill>
                <a:latin typeface="Urbanist Medium"/>
                <a:ea typeface="Urbanist Medium"/>
                <a:cs typeface="Urbanist Medium"/>
                <a:sym typeface="Urbanist Medium"/>
              </a:defRPr>
            </a:lvl1pPr>
            <a:lvl2pPr lvl="1" algn="ctr">
              <a:spcBef>
                <a:spcPts val="0"/>
              </a:spcBef>
              <a:spcAft>
                <a:spcPts val="0"/>
              </a:spcAft>
              <a:buClr>
                <a:schemeClr val="lt1"/>
              </a:buClr>
              <a:buSzPts val="4200"/>
              <a:buFont typeface="Urbanist Medium"/>
              <a:buChar char="○"/>
              <a:defRPr sz="4200">
                <a:solidFill>
                  <a:schemeClr val="lt1"/>
                </a:solidFill>
                <a:latin typeface="Urbanist Medium"/>
                <a:ea typeface="Urbanist Medium"/>
                <a:cs typeface="Urbanist Medium"/>
                <a:sym typeface="Urbanist Medium"/>
              </a:defRPr>
            </a:lvl2pPr>
            <a:lvl3pPr lvl="2" algn="ctr">
              <a:spcBef>
                <a:spcPts val="0"/>
              </a:spcBef>
              <a:spcAft>
                <a:spcPts val="0"/>
              </a:spcAft>
              <a:buClr>
                <a:schemeClr val="lt1"/>
              </a:buClr>
              <a:buSzPts val="4200"/>
              <a:buFont typeface="Urbanist Medium"/>
              <a:buChar char="■"/>
              <a:defRPr sz="4200">
                <a:solidFill>
                  <a:schemeClr val="lt1"/>
                </a:solidFill>
                <a:latin typeface="Urbanist Medium"/>
                <a:ea typeface="Urbanist Medium"/>
                <a:cs typeface="Urbanist Medium"/>
                <a:sym typeface="Urbanist Medium"/>
              </a:defRPr>
            </a:lvl3pPr>
            <a:lvl4pPr lvl="3" algn="ctr">
              <a:spcBef>
                <a:spcPts val="0"/>
              </a:spcBef>
              <a:spcAft>
                <a:spcPts val="0"/>
              </a:spcAft>
              <a:buClr>
                <a:schemeClr val="lt1"/>
              </a:buClr>
              <a:buSzPts val="4200"/>
              <a:buFont typeface="Urbanist Medium"/>
              <a:buChar char="●"/>
              <a:defRPr sz="4200">
                <a:solidFill>
                  <a:schemeClr val="lt1"/>
                </a:solidFill>
                <a:latin typeface="Urbanist Medium"/>
                <a:ea typeface="Urbanist Medium"/>
                <a:cs typeface="Urbanist Medium"/>
                <a:sym typeface="Urbanist Medium"/>
              </a:defRPr>
            </a:lvl4pPr>
            <a:lvl5pPr lvl="4" algn="ctr">
              <a:spcBef>
                <a:spcPts val="0"/>
              </a:spcBef>
              <a:spcAft>
                <a:spcPts val="0"/>
              </a:spcAft>
              <a:buClr>
                <a:schemeClr val="lt1"/>
              </a:buClr>
              <a:buSzPts val="4200"/>
              <a:buFont typeface="Urbanist Medium"/>
              <a:buChar char="○"/>
              <a:defRPr sz="4200">
                <a:solidFill>
                  <a:schemeClr val="lt1"/>
                </a:solidFill>
                <a:latin typeface="Urbanist Medium"/>
                <a:ea typeface="Urbanist Medium"/>
                <a:cs typeface="Urbanist Medium"/>
                <a:sym typeface="Urbanist Medium"/>
              </a:defRPr>
            </a:lvl5pPr>
            <a:lvl6pPr lvl="5" algn="ctr">
              <a:spcBef>
                <a:spcPts val="0"/>
              </a:spcBef>
              <a:spcAft>
                <a:spcPts val="0"/>
              </a:spcAft>
              <a:buClr>
                <a:schemeClr val="lt1"/>
              </a:buClr>
              <a:buSzPts val="4200"/>
              <a:buFont typeface="Urbanist Medium"/>
              <a:buChar char="■"/>
              <a:defRPr sz="4200">
                <a:solidFill>
                  <a:schemeClr val="lt1"/>
                </a:solidFill>
                <a:latin typeface="Urbanist Medium"/>
                <a:ea typeface="Urbanist Medium"/>
                <a:cs typeface="Urbanist Medium"/>
                <a:sym typeface="Urbanist Medium"/>
              </a:defRPr>
            </a:lvl6pPr>
            <a:lvl7pPr lvl="6" algn="ctr">
              <a:spcBef>
                <a:spcPts val="0"/>
              </a:spcBef>
              <a:spcAft>
                <a:spcPts val="0"/>
              </a:spcAft>
              <a:buClr>
                <a:schemeClr val="lt1"/>
              </a:buClr>
              <a:buSzPts val="4200"/>
              <a:buFont typeface="Urbanist Medium"/>
              <a:buChar char="●"/>
              <a:defRPr sz="4200">
                <a:solidFill>
                  <a:schemeClr val="lt1"/>
                </a:solidFill>
                <a:latin typeface="Urbanist Medium"/>
                <a:ea typeface="Urbanist Medium"/>
                <a:cs typeface="Urbanist Medium"/>
                <a:sym typeface="Urbanist Medium"/>
              </a:defRPr>
            </a:lvl7pPr>
            <a:lvl8pPr lvl="7" algn="ctr">
              <a:spcBef>
                <a:spcPts val="0"/>
              </a:spcBef>
              <a:spcAft>
                <a:spcPts val="0"/>
              </a:spcAft>
              <a:buClr>
                <a:schemeClr val="lt1"/>
              </a:buClr>
              <a:buSzPts val="4200"/>
              <a:buFont typeface="Urbanist Medium"/>
              <a:buChar char="○"/>
              <a:defRPr sz="4200">
                <a:solidFill>
                  <a:schemeClr val="lt1"/>
                </a:solidFill>
                <a:latin typeface="Urbanist Medium"/>
                <a:ea typeface="Urbanist Medium"/>
                <a:cs typeface="Urbanist Medium"/>
                <a:sym typeface="Urbanist Medium"/>
              </a:defRPr>
            </a:lvl8pPr>
            <a:lvl9pPr lvl="8" algn="ctr">
              <a:spcBef>
                <a:spcPts val="0"/>
              </a:spcBef>
              <a:spcAft>
                <a:spcPts val="0"/>
              </a:spcAft>
              <a:buClr>
                <a:schemeClr val="lt1"/>
              </a:buClr>
              <a:buSzPts val="4200"/>
              <a:buFont typeface="Urbanist Medium"/>
              <a:buChar char="■"/>
              <a:defRPr sz="4200">
                <a:solidFill>
                  <a:schemeClr val="lt1"/>
                </a:solidFill>
                <a:latin typeface="Urbanist Medium"/>
                <a:ea typeface="Urbanist Medium"/>
                <a:cs typeface="Urbanist Medium"/>
                <a:sym typeface="Urbanist Medium"/>
              </a:defRPr>
            </a:lvl9pPr>
          </a:lstStyle>
          <a:p/>
        </p:txBody>
      </p:sp>
      <p:sp>
        <p:nvSpPr>
          <p:cNvPr id="326" name="Google Shape;326;p27"/>
          <p:cNvSpPr txBox="1"/>
          <p:nvPr>
            <p:ph idx="1" type="subTitle"/>
          </p:nvPr>
        </p:nvSpPr>
        <p:spPr>
          <a:xfrm>
            <a:off x="265500" y="2803075"/>
            <a:ext cx="4045200" cy="12351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Clr>
                <a:schemeClr val="lt1"/>
              </a:buClr>
              <a:buSzPts val="2100"/>
              <a:buFont typeface="Urbanist Medium"/>
              <a:buNone/>
              <a:defRPr sz="2100">
                <a:solidFill>
                  <a:schemeClr val="lt1"/>
                </a:solidFill>
                <a:latin typeface="Urbanist Medium"/>
                <a:ea typeface="Urbanist Medium"/>
                <a:cs typeface="Urbanist Medium"/>
                <a:sym typeface="Urbanist Medium"/>
              </a:defRPr>
            </a:lvl1pPr>
            <a:lvl2pPr lvl="1" algn="ctr">
              <a:spcBef>
                <a:spcPts val="0"/>
              </a:spcBef>
              <a:spcAft>
                <a:spcPts val="0"/>
              </a:spcAft>
              <a:buClr>
                <a:schemeClr val="lt1"/>
              </a:buClr>
              <a:buSzPts val="2100"/>
              <a:buFont typeface="Urbanist Medium"/>
              <a:buNone/>
              <a:defRPr sz="2100">
                <a:solidFill>
                  <a:schemeClr val="lt1"/>
                </a:solidFill>
                <a:latin typeface="Urbanist Medium"/>
                <a:ea typeface="Urbanist Medium"/>
                <a:cs typeface="Urbanist Medium"/>
                <a:sym typeface="Urbanist Medium"/>
              </a:defRPr>
            </a:lvl2pPr>
            <a:lvl3pPr lvl="2" algn="ctr">
              <a:spcBef>
                <a:spcPts val="0"/>
              </a:spcBef>
              <a:spcAft>
                <a:spcPts val="0"/>
              </a:spcAft>
              <a:buClr>
                <a:schemeClr val="lt1"/>
              </a:buClr>
              <a:buSzPts val="2100"/>
              <a:buFont typeface="Urbanist Medium"/>
              <a:buNone/>
              <a:defRPr sz="2100">
                <a:solidFill>
                  <a:schemeClr val="lt1"/>
                </a:solidFill>
                <a:latin typeface="Urbanist Medium"/>
                <a:ea typeface="Urbanist Medium"/>
                <a:cs typeface="Urbanist Medium"/>
                <a:sym typeface="Urbanist Medium"/>
              </a:defRPr>
            </a:lvl3pPr>
            <a:lvl4pPr lvl="3" algn="ctr">
              <a:spcBef>
                <a:spcPts val="0"/>
              </a:spcBef>
              <a:spcAft>
                <a:spcPts val="0"/>
              </a:spcAft>
              <a:buClr>
                <a:schemeClr val="lt1"/>
              </a:buClr>
              <a:buSzPts val="2100"/>
              <a:buFont typeface="Urbanist Medium"/>
              <a:buNone/>
              <a:defRPr sz="2100">
                <a:solidFill>
                  <a:schemeClr val="lt1"/>
                </a:solidFill>
                <a:latin typeface="Urbanist Medium"/>
                <a:ea typeface="Urbanist Medium"/>
                <a:cs typeface="Urbanist Medium"/>
                <a:sym typeface="Urbanist Medium"/>
              </a:defRPr>
            </a:lvl4pPr>
            <a:lvl5pPr lvl="4" algn="ctr">
              <a:spcBef>
                <a:spcPts val="0"/>
              </a:spcBef>
              <a:spcAft>
                <a:spcPts val="0"/>
              </a:spcAft>
              <a:buClr>
                <a:schemeClr val="lt1"/>
              </a:buClr>
              <a:buSzPts val="2100"/>
              <a:buFont typeface="Urbanist Medium"/>
              <a:buNone/>
              <a:defRPr sz="2100">
                <a:solidFill>
                  <a:schemeClr val="lt1"/>
                </a:solidFill>
                <a:latin typeface="Urbanist Medium"/>
                <a:ea typeface="Urbanist Medium"/>
                <a:cs typeface="Urbanist Medium"/>
                <a:sym typeface="Urbanist Medium"/>
              </a:defRPr>
            </a:lvl5pPr>
            <a:lvl6pPr lvl="5" algn="ctr">
              <a:spcBef>
                <a:spcPts val="0"/>
              </a:spcBef>
              <a:spcAft>
                <a:spcPts val="0"/>
              </a:spcAft>
              <a:buClr>
                <a:schemeClr val="lt1"/>
              </a:buClr>
              <a:buSzPts val="2100"/>
              <a:buFont typeface="Urbanist Medium"/>
              <a:buNone/>
              <a:defRPr sz="2100">
                <a:solidFill>
                  <a:schemeClr val="lt1"/>
                </a:solidFill>
                <a:latin typeface="Urbanist Medium"/>
                <a:ea typeface="Urbanist Medium"/>
                <a:cs typeface="Urbanist Medium"/>
                <a:sym typeface="Urbanist Medium"/>
              </a:defRPr>
            </a:lvl6pPr>
            <a:lvl7pPr lvl="6" algn="ctr">
              <a:spcBef>
                <a:spcPts val="0"/>
              </a:spcBef>
              <a:spcAft>
                <a:spcPts val="0"/>
              </a:spcAft>
              <a:buClr>
                <a:schemeClr val="lt1"/>
              </a:buClr>
              <a:buSzPts val="2100"/>
              <a:buFont typeface="Urbanist Medium"/>
              <a:buNone/>
              <a:defRPr sz="2100">
                <a:solidFill>
                  <a:schemeClr val="lt1"/>
                </a:solidFill>
                <a:latin typeface="Urbanist Medium"/>
                <a:ea typeface="Urbanist Medium"/>
                <a:cs typeface="Urbanist Medium"/>
                <a:sym typeface="Urbanist Medium"/>
              </a:defRPr>
            </a:lvl7pPr>
            <a:lvl8pPr lvl="7" algn="ctr">
              <a:spcBef>
                <a:spcPts val="0"/>
              </a:spcBef>
              <a:spcAft>
                <a:spcPts val="0"/>
              </a:spcAft>
              <a:buClr>
                <a:schemeClr val="lt1"/>
              </a:buClr>
              <a:buSzPts val="2100"/>
              <a:buFont typeface="Urbanist Medium"/>
              <a:buNone/>
              <a:defRPr sz="2100">
                <a:solidFill>
                  <a:schemeClr val="lt1"/>
                </a:solidFill>
                <a:latin typeface="Urbanist Medium"/>
                <a:ea typeface="Urbanist Medium"/>
                <a:cs typeface="Urbanist Medium"/>
                <a:sym typeface="Urbanist Medium"/>
              </a:defRPr>
            </a:lvl8pPr>
            <a:lvl9pPr lvl="8" algn="ctr">
              <a:spcBef>
                <a:spcPts val="0"/>
              </a:spcBef>
              <a:spcAft>
                <a:spcPts val="0"/>
              </a:spcAft>
              <a:buClr>
                <a:schemeClr val="lt1"/>
              </a:buClr>
              <a:buSzPts val="2100"/>
              <a:buFont typeface="Urbanist Medium"/>
              <a:buNone/>
              <a:defRPr sz="2100">
                <a:solidFill>
                  <a:schemeClr val="lt1"/>
                </a:solidFill>
                <a:latin typeface="Urbanist Medium"/>
                <a:ea typeface="Urbanist Medium"/>
                <a:cs typeface="Urbanist Medium"/>
                <a:sym typeface="Urbanist Medium"/>
              </a:defRPr>
            </a:lvl9pPr>
          </a:lstStyle>
          <a:p/>
        </p:txBody>
      </p:sp>
      <p:sp>
        <p:nvSpPr>
          <p:cNvPr id="327" name="Google Shape;327;p27"/>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17500" lvl="0" marL="457200">
              <a:spcBef>
                <a:spcPts val="0"/>
              </a:spcBef>
              <a:spcAft>
                <a:spcPts val="0"/>
              </a:spcAft>
              <a:buClr>
                <a:schemeClr val="lt1"/>
              </a:buClr>
              <a:buSzPts val="1400"/>
              <a:buFont typeface="Urbanist Medium"/>
              <a:buChar char="●"/>
              <a:defRPr>
                <a:solidFill>
                  <a:schemeClr val="lt1"/>
                </a:solidFill>
                <a:latin typeface="Urbanist Medium"/>
                <a:ea typeface="Urbanist Medium"/>
                <a:cs typeface="Urbanist Medium"/>
                <a:sym typeface="Urbanist Medium"/>
              </a:defRPr>
            </a:lvl1pPr>
            <a:lvl2pPr indent="-317500" lvl="1" marL="914400">
              <a:spcBef>
                <a:spcPts val="0"/>
              </a:spcBef>
              <a:spcAft>
                <a:spcPts val="0"/>
              </a:spcAft>
              <a:buClr>
                <a:schemeClr val="lt1"/>
              </a:buClr>
              <a:buSzPts val="1400"/>
              <a:buFont typeface="Urbanist Medium"/>
              <a:buChar char="○"/>
              <a:defRPr>
                <a:solidFill>
                  <a:schemeClr val="lt1"/>
                </a:solidFill>
                <a:latin typeface="Urbanist Medium"/>
                <a:ea typeface="Urbanist Medium"/>
                <a:cs typeface="Urbanist Medium"/>
                <a:sym typeface="Urbanist Medium"/>
              </a:defRPr>
            </a:lvl2pPr>
            <a:lvl3pPr indent="-317500" lvl="2" marL="1371600">
              <a:spcBef>
                <a:spcPts val="0"/>
              </a:spcBef>
              <a:spcAft>
                <a:spcPts val="0"/>
              </a:spcAft>
              <a:buClr>
                <a:schemeClr val="lt1"/>
              </a:buClr>
              <a:buSzPts val="1400"/>
              <a:buFont typeface="Urbanist Medium"/>
              <a:buChar char="■"/>
              <a:defRPr>
                <a:solidFill>
                  <a:schemeClr val="lt1"/>
                </a:solidFill>
                <a:latin typeface="Urbanist Medium"/>
                <a:ea typeface="Urbanist Medium"/>
                <a:cs typeface="Urbanist Medium"/>
                <a:sym typeface="Urbanist Medium"/>
              </a:defRPr>
            </a:lvl3pPr>
            <a:lvl4pPr indent="-317500" lvl="3" marL="1828800">
              <a:spcBef>
                <a:spcPts val="0"/>
              </a:spcBef>
              <a:spcAft>
                <a:spcPts val="0"/>
              </a:spcAft>
              <a:buClr>
                <a:schemeClr val="lt1"/>
              </a:buClr>
              <a:buSzPts val="1400"/>
              <a:buFont typeface="Urbanist Medium"/>
              <a:buChar char="●"/>
              <a:defRPr>
                <a:solidFill>
                  <a:schemeClr val="lt1"/>
                </a:solidFill>
                <a:latin typeface="Urbanist Medium"/>
                <a:ea typeface="Urbanist Medium"/>
                <a:cs typeface="Urbanist Medium"/>
                <a:sym typeface="Urbanist Medium"/>
              </a:defRPr>
            </a:lvl4pPr>
            <a:lvl5pPr indent="-317500" lvl="4" marL="2286000">
              <a:spcBef>
                <a:spcPts val="0"/>
              </a:spcBef>
              <a:spcAft>
                <a:spcPts val="0"/>
              </a:spcAft>
              <a:buClr>
                <a:schemeClr val="lt1"/>
              </a:buClr>
              <a:buSzPts val="1400"/>
              <a:buFont typeface="Urbanist Medium"/>
              <a:buChar char="○"/>
              <a:defRPr>
                <a:solidFill>
                  <a:schemeClr val="lt1"/>
                </a:solidFill>
                <a:latin typeface="Urbanist Medium"/>
                <a:ea typeface="Urbanist Medium"/>
                <a:cs typeface="Urbanist Medium"/>
                <a:sym typeface="Urbanist Medium"/>
              </a:defRPr>
            </a:lvl5pPr>
            <a:lvl6pPr indent="-317500" lvl="5" marL="2743200">
              <a:spcBef>
                <a:spcPts val="0"/>
              </a:spcBef>
              <a:spcAft>
                <a:spcPts val="0"/>
              </a:spcAft>
              <a:buClr>
                <a:schemeClr val="lt1"/>
              </a:buClr>
              <a:buSzPts val="1400"/>
              <a:buFont typeface="Urbanist Medium"/>
              <a:buChar char="■"/>
              <a:defRPr>
                <a:solidFill>
                  <a:schemeClr val="lt1"/>
                </a:solidFill>
                <a:latin typeface="Urbanist Medium"/>
                <a:ea typeface="Urbanist Medium"/>
                <a:cs typeface="Urbanist Medium"/>
                <a:sym typeface="Urbanist Medium"/>
              </a:defRPr>
            </a:lvl6pPr>
            <a:lvl7pPr indent="-317500" lvl="6" marL="3200400">
              <a:spcBef>
                <a:spcPts val="0"/>
              </a:spcBef>
              <a:spcAft>
                <a:spcPts val="0"/>
              </a:spcAft>
              <a:buClr>
                <a:schemeClr val="lt1"/>
              </a:buClr>
              <a:buSzPts val="1400"/>
              <a:buFont typeface="Urbanist Medium"/>
              <a:buChar char="●"/>
              <a:defRPr>
                <a:solidFill>
                  <a:schemeClr val="lt1"/>
                </a:solidFill>
                <a:latin typeface="Urbanist Medium"/>
                <a:ea typeface="Urbanist Medium"/>
                <a:cs typeface="Urbanist Medium"/>
                <a:sym typeface="Urbanist Medium"/>
              </a:defRPr>
            </a:lvl7pPr>
            <a:lvl8pPr indent="-317500" lvl="7" marL="3657600">
              <a:spcBef>
                <a:spcPts val="0"/>
              </a:spcBef>
              <a:spcAft>
                <a:spcPts val="0"/>
              </a:spcAft>
              <a:buClr>
                <a:schemeClr val="lt1"/>
              </a:buClr>
              <a:buSzPts val="1400"/>
              <a:buFont typeface="Urbanist Medium"/>
              <a:buChar char="○"/>
              <a:defRPr>
                <a:solidFill>
                  <a:schemeClr val="lt1"/>
                </a:solidFill>
                <a:latin typeface="Urbanist Medium"/>
                <a:ea typeface="Urbanist Medium"/>
                <a:cs typeface="Urbanist Medium"/>
                <a:sym typeface="Urbanist Medium"/>
              </a:defRPr>
            </a:lvl8pPr>
            <a:lvl9pPr indent="-317500" lvl="8" marL="4114800">
              <a:spcBef>
                <a:spcPts val="0"/>
              </a:spcBef>
              <a:spcAft>
                <a:spcPts val="0"/>
              </a:spcAft>
              <a:buClr>
                <a:schemeClr val="lt1"/>
              </a:buClr>
              <a:buSzPts val="1400"/>
              <a:buFont typeface="Urbanist Medium"/>
              <a:buChar char="■"/>
              <a:defRPr>
                <a:solidFill>
                  <a:schemeClr val="lt1"/>
                </a:solidFill>
                <a:latin typeface="Urbanist Medium"/>
                <a:ea typeface="Urbanist Medium"/>
                <a:cs typeface="Urbanist Medium"/>
                <a:sym typeface="Urbanist Medium"/>
              </a:defRPr>
            </a:lvl9pPr>
          </a:lstStyle>
          <a:p/>
        </p:txBody>
      </p:sp>
      <p:sp>
        <p:nvSpPr>
          <p:cNvPr id="328" name="Google Shape;328;p27"/>
          <p:cNvSpPr txBox="1"/>
          <p:nvPr>
            <p:ph idx="12" type="sldNum"/>
          </p:nvPr>
        </p:nvSpPr>
        <p:spPr>
          <a:xfrm>
            <a:off x="8556784" y="4749851"/>
            <a:ext cx="548700" cy="393600"/>
          </a:xfrm>
          <a:prstGeom prst="rect">
            <a:avLst/>
          </a:prstGeom>
        </p:spPr>
        <p:txBody>
          <a:bodyPr anchorCtr="0" anchor="ctr" bIns="91425" lIns="91425" spcFirstLastPara="1" rIns="91425" wrap="square" tIns="91425">
            <a:noAutofit/>
          </a:bodyPr>
          <a:lstStyle>
            <a:lvl1pPr lvl="0">
              <a:buNone/>
              <a:defRPr>
                <a:solidFill>
                  <a:srgbClr val="000000"/>
                </a:solidFill>
              </a:defRPr>
            </a:lvl1pPr>
            <a:lvl2pPr lvl="1">
              <a:buNone/>
              <a:defRPr>
                <a:solidFill>
                  <a:srgbClr val="000000"/>
                </a:solidFill>
              </a:defRPr>
            </a:lvl2pPr>
            <a:lvl3pPr lvl="2">
              <a:buNone/>
              <a:defRPr>
                <a:solidFill>
                  <a:srgbClr val="000000"/>
                </a:solidFill>
              </a:defRPr>
            </a:lvl3pPr>
            <a:lvl4pPr lvl="3">
              <a:buNone/>
              <a:defRPr>
                <a:solidFill>
                  <a:srgbClr val="000000"/>
                </a:solidFill>
              </a:defRPr>
            </a:lvl4pPr>
            <a:lvl5pPr lvl="4">
              <a:buNone/>
              <a:defRPr>
                <a:solidFill>
                  <a:srgbClr val="000000"/>
                </a:solidFill>
              </a:defRPr>
            </a:lvl5pPr>
            <a:lvl6pPr lvl="5">
              <a:buNone/>
              <a:defRPr>
                <a:solidFill>
                  <a:srgbClr val="000000"/>
                </a:solidFill>
              </a:defRPr>
            </a:lvl6pPr>
            <a:lvl7pPr lvl="6">
              <a:buNone/>
              <a:defRPr>
                <a:solidFill>
                  <a:srgbClr val="000000"/>
                </a:solidFill>
              </a:defRPr>
            </a:lvl7pPr>
            <a:lvl8pPr lvl="7">
              <a:buNone/>
              <a:defRPr>
                <a:solidFill>
                  <a:srgbClr val="000000"/>
                </a:solidFill>
              </a:defRPr>
            </a:lvl8pPr>
            <a:lvl9pPr lvl="8">
              <a:buNone/>
              <a:defRPr>
                <a:solidFill>
                  <a:srgbClr val="000000"/>
                </a:solidFill>
              </a:defRPr>
            </a:lvl9pPr>
          </a:lstStyle>
          <a:p>
            <a:pPr indent="0" lvl="0" marL="0" rtl="0" algn="r">
              <a:spcBef>
                <a:spcPts val="0"/>
              </a:spcBef>
              <a:spcAft>
                <a:spcPts val="0"/>
              </a:spcAft>
              <a:buNone/>
            </a:pPr>
            <a:fld id="{00000000-1234-1234-1234-123412341234}" type="slidenum">
              <a:rPr lang="en"/>
              <a:t>‹#›</a:t>
            </a:fld>
            <a:endParaRPr/>
          </a:p>
        </p:txBody>
      </p:sp>
      <p:sp>
        <p:nvSpPr>
          <p:cNvPr id="329" name="Google Shape;329;p27"/>
          <p:cNvSpPr txBox="1"/>
          <p:nvPr>
            <p:ph idx="3" type="subTitle"/>
          </p:nvPr>
        </p:nvSpPr>
        <p:spPr>
          <a:xfrm>
            <a:off x="3154650" y="4675975"/>
            <a:ext cx="2835000" cy="466800"/>
          </a:xfrm>
          <a:prstGeom prst="rect">
            <a:avLst/>
          </a:prstGeom>
          <a:noFill/>
          <a:ln>
            <a:noFill/>
          </a:ln>
        </p:spPr>
        <p:txBody>
          <a:bodyPr anchorCtr="0" anchor="ctr" bIns="0" lIns="0" spcFirstLastPara="1" rIns="0" wrap="square" tIns="0">
            <a:noAutofit/>
          </a:bodyPr>
          <a:lstStyle>
            <a:lvl1pPr lvl="0" algn="ct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pic>
        <p:nvPicPr>
          <p:cNvPr id="330" name="Google Shape;330;p27"/>
          <p:cNvPicPr preferRelativeResize="0"/>
          <p:nvPr/>
        </p:nvPicPr>
        <p:blipFill>
          <a:blip r:embed="rId3">
            <a:alphaModFix/>
          </a:blip>
          <a:stretch>
            <a:fillRect/>
          </a:stretch>
        </p:blipFill>
        <p:spPr>
          <a:xfrm>
            <a:off x="228600" y="4837043"/>
            <a:ext cx="567051" cy="144675"/>
          </a:xfrm>
          <a:prstGeom prst="rect">
            <a:avLst/>
          </a:prstGeom>
          <a:noFill/>
          <a:ln>
            <a:noFill/>
          </a:ln>
        </p:spPr>
      </p:pic>
      <p:sp>
        <p:nvSpPr>
          <p:cNvPr id="331" name="Google Shape;331;p27"/>
          <p:cNvSpPr txBox="1"/>
          <p:nvPr>
            <p:ph idx="4" type="sldNum"/>
          </p:nvPr>
        </p:nvSpPr>
        <p:spPr>
          <a:xfrm>
            <a:off x="8348225" y="4666247"/>
            <a:ext cx="567000" cy="466800"/>
          </a:xfrm>
          <a:prstGeom prst="rect">
            <a:avLst/>
          </a:prstGeom>
        </p:spPr>
        <p:txBody>
          <a:bodyPr anchorCtr="0" anchor="ctr" bIns="91425" lIns="91425" spcFirstLastPara="1" rIns="91425" wrap="square" tIns="91425">
            <a:noAutofit/>
          </a:bodyPr>
          <a:lstStyle>
            <a:lvl1pPr lvl="0">
              <a:buNone/>
              <a:defRPr sz="700">
                <a:solidFill>
                  <a:schemeClr val="lt1"/>
                </a:solidFill>
              </a:defRPr>
            </a:lvl1pPr>
            <a:lvl2pPr lvl="1">
              <a:buNone/>
              <a:defRPr sz="700">
                <a:solidFill>
                  <a:schemeClr val="lt1"/>
                </a:solidFill>
              </a:defRPr>
            </a:lvl2pPr>
            <a:lvl3pPr lvl="2">
              <a:buNone/>
              <a:defRPr sz="700">
                <a:solidFill>
                  <a:schemeClr val="lt1"/>
                </a:solidFill>
              </a:defRPr>
            </a:lvl3pPr>
            <a:lvl4pPr lvl="3">
              <a:buNone/>
              <a:defRPr sz="700">
                <a:solidFill>
                  <a:schemeClr val="lt1"/>
                </a:solidFill>
              </a:defRPr>
            </a:lvl4pPr>
            <a:lvl5pPr lvl="4">
              <a:buNone/>
              <a:defRPr sz="700">
                <a:solidFill>
                  <a:schemeClr val="lt1"/>
                </a:solidFill>
              </a:defRPr>
            </a:lvl5pPr>
            <a:lvl6pPr lvl="5">
              <a:buNone/>
              <a:defRPr sz="700">
                <a:solidFill>
                  <a:schemeClr val="lt1"/>
                </a:solidFill>
              </a:defRPr>
            </a:lvl6pPr>
            <a:lvl7pPr lvl="6">
              <a:buNone/>
              <a:defRPr sz="700">
                <a:solidFill>
                  <a:schemeClr val="lt1"/>
                </a:solidFill>
              </a:defRPr>
            </a:lvl7pPr>
            <a:lvl8pPr lvl="7">
              <a:buNone/>
              <a:defRPr sz="700">
                <a:solidFill>
                  <a:schemeClr val="lt1"/>
                </a:solidFill>
              </a:defRPr>
            </a:lvl8pPr>
            <a:lvl9pPr lvl="8">
              <a:buNone/>
              <a:defRPr sz="700">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332" name="Shape 332"/>
        <p:cNvGrpSpPr/>
        <p:nvPr/>
      </p:nvGrpSpPr>
      <p:grpSpPr>
        <a:xfrm>
          <a:off x="0" y="0"/>
          <a:ext cx="0" cy="0"/>
          <a:chOff x="0" y="0"/>
          <a:chExt cx="0" cy="0"/>
        </a:xfrm>
      </p:grpSpPr>
      <p:pic>
        <p:nvPicPr>
          <p:cNvPr id="333" name="Google Shape;333;p28"/>
          <p:cNvPicPr preferRelativeResize="0"/>
          <p:nvPr/>
        </p:nvPicPr>
        <p:blipFill rotWithShape="1">
          <a:blip r:embed="rId2">
            <a:alphaModFix/>
          </a:blip>
          <a:srcRect b="-9999" l="0" r="0" t="0"/>
          <a:stretch/>
        </p:blipFill>
        <p:spPr>
          <a:xfrm>
            <a:off x="0" y="0"/>
            <a:ext cx="9144003" cy="5143501"/>
          </a:xfrm>
          <a:prstGeom prst="rect">
            <a:avLst/>
          </a:prstGeom>
          <a:noFill/>
          <a:ln>
            <a:noFill/>
          </a:ln>
        </p:spPr>
      </p:pic>
      <p:sp>
        <p:nvSpPr>
          <p:cNvPr id="334" name="Google Shape;334;p28"/>
          <p:cNvSpPr txBox="1"/>
          <p:nvPr>
            <p:ph idx="1" type="body"/>
          </p:nvPr>
        </p:nvSpPr>
        <p:spPr>
          <a:xfrm>
            <a:off x="311700" y="3951100"/>
            <a:ext cx="5998800" cy="646800"/>
          </a:xfrm>
          <a:prstGeom prst="rect">
            <a:avLst/>
          </a:prstGeom>
          <a:noFill/>
          <a:ln>
            <a:noFill/>
          </a:ln>
        </p:spPr>
        <p:txBody>
          <a:bodyPr anchorCtr="0" anchor="ctr" bIns="91425" lIns="91425" spcFirstLastPara="1" rIns="91425" wrap="square" tIns="91425">
            <a:noAutofit/>
          </a:bodyPr>
          <a:lstStyle>
            <a:lvl1pPr indent="-228600" lvl="0" marL="457200">
              <a:spcBef>
                <a:spcPts val="0"/>
              </a:spcBef>
              <a:spcAft>
                <a:spcPts val="0"/>
              </a:spcAft>
              <a:buClr>
                <a:schemeClr val="lt1"/>
              </a:buClr>
              <a:buSzPts val="1400"/>
              <a:buNone/>
              <a:defRPr>
                <a:solidFill>
                  <a:schemeClr val="lt1"/>
                </a:solidFill>
              </a:defRPr>
            </a:lvl1pPr>
          </a:lstStyle>
          <a:p/>
        </p:txBody>
      </p:sp>
      <p:sp>
        <p:nvSpPr>
          <p:cNvPr id="335" name="Google Shape;335;p28"/>
          <p:cNvSpPr txBox="1"/>
          <p:nvPr>
            <p:ph idx="12" type="sldNum"/>
          </p:nvPr>
        </p:nvSpPr>
        <p:spPr>
          <a:xfrm>
            <a:off x="8556784" y="4749851"/>
            <a:ext cx="548700" cy="393600"/>
          </a:xfrm>
          <a:prstGeom prst="rect">
            <a:avLst/>
          </a:prstGeom>
        </p:spPr>
        <p:txBody>
          <a:bodyPr anchorCtr="0" anchor="ctr" bIns="91425" lIns="91425" spcFirstLastPara="1" rIns="91425" wrap="square" tIns="91425">
            <a:noAutofit/>
          </a:bodyPr>
          <a:lstStyle>
            <a:lvl1pPr lvl="0">
              <a:buNone/>
              <a:defRPr>
                <a:solidFill>
                  <a:srgbClr val="000000"/>
                </a:solidFill>
              </a:defRPr>
            </a:lvl1pPr>
            <a:lvl2pPr lvl="1">
              <a:buNone/>
              <a:defRPr>
                <a:solidFill>
                  <a:srgbClr val="000000"/>
                </a:solidFill>
              </a:defRPr>
            </a:lvl2pPr>
            <a:lvl3pPr lvl="2">
              <a:buNone/>
              <a:defRPr>
                <a:solidFill>
                  <a:srgbClr val="000000"/>
                </a:solidFill>
              </a:defRPr>
            </a:lvl3pPr>
            <a:lvl4pPr lvl="3">
              <a:buNone/>
              <a:defRPr>
                <a:solidFill>
                  <a:srgbClr val="000000"/>
                </a:solidFill>
              </a:defRPr>
            </a:lvl4pPr>
            <a:lvl5pPr lvl="4">
              <a:buNone/>
              <a:defRPr>
                <a:solidFill>
                  <a:srgbClr val="000000"/>
                </a:solidFill>
              </a:defRPr>
            </a:lvl5pPr>
            <a:lvl6pPr lvl="5">
              <a:buNone/>
              <a:defRPr>
                <a:solidFill>
                  <a:srgbClr val="000000"/>
                </a:solidFill>
              </a:defRPr>
            </a:lvl6pPr>
            <a:lvl7pPr lvl="6">
              <a:buNone/>
              <a:defRPr>
                <a:solidFill>
                  <a:srgbClr val="000000"/>
                </a:solidFill>
              </a:defRPr>
            </a:lvl7pPr>
            <a:lvl8pPr lvl="7">
              <a:buNone/>
              <a:defRPr>
                <a:solidFill>
                  <a:srgbClr val="000000"/>
                </a:solidFill>
              </a:defRPr>
            </a:lvl8pPr>
            <a:lvl9pPr lvl="8">
              <a:buNone/>
              <a:defRPr>
                <a:solidFill>
                  <a:srgbClr val="000000"/>
                </a:solidFill>
              </a:defRPr>
            </a:lvl9pPr>
          </a:lstStyle>
          <a:p>
            <a:pPr indent="0" lvl="0" marL="0" rtl="0" algn="r">
              <a:spcBef>
                <a:spcPts val="0"/>
              </a:spcBef>
              <a:spcAft>
                <a:spcPts val="0"/>
              </a:spcAft>
              <a:buNone/>
            </a:pPr>
            <a:fld id="{00000000-1234-1234-1234-123412341234}" type="slidenum">
              <a:rPr lang="en"/>
              <a:t>‹#›</a:t>
            </a:fld>
            <a:endParaRPr/>
          </a:p>
        </p:txBody>
      </p:sp>
      <p:sp>
        <p:nvSpPr>
          <p:cNvPr id="336" name="Google Shape;336;p28"/>
          <p:cNvSpPr txBox="1"/>
          <p:nvPr>
            <p:ph idx="2" type="subTitle"/>
          </p:nvPr>
        </p:nvSpPr>
        <p:spPr>
          <a:xfrm>
            <a:off x="3154650" y="4675975"/>
            <a:ext cx="2835000" cy="466800"/>
          </a:xfrm>
          <a:prstGeom prst="rect">
            <a:avLst/>
          </a:prstGeom>
          <a:noFill/>
          <a:ln>
            <a:noFill/>
          </a:ln>
        </p:spPr>
        <p:txBody>
          <a:bodyPr anchorCtr="0" anchor="ctr" bIns="0" lIns="0" spcFirstLastPara="1" rIns="0" wrap="square" tIns="0">
            <a:noAutofit/>
          </a:bodyPr>
          <a:lstStyle>
            <a:lvl1pPr lvl="0" algn="ct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pic>
        <p:nvPicPr>
          <p:cNvPr id="337" name="Google Shape;337;p28"/>
          <p:cNvPicPr preferRelativeResize="0"/>
          <p:nvPr/>
        </p:nvPicPr>
        <p:blipFill>
          <a:blip r:embed="rId3">
            <a:alphaModFix/>
          </a:blip>
          <a:stretch>
            <a:fillRect/>
          </a:stretch>
        </p:blipFill>
        <p:spPr>
          <a:xfrm>
            <a:off x="228600" y="4837043"/>
            <a:ext cx="567051" cy="144675"/>
          </a:xfrm>
          <a:prstGeom prst="rect">
            <a:avLst/>
          </a:prstGeom>
          <a:noFill/>
          <a:ln>
            <a:noFill/>
          </a:ln>
        </p:spPr>
      </p:pic>
      <p:sp>
        <p:nvSpPr>
          <p:cNvPr id="338" name="Google Shape;338;p28"/>
          <p:cNvSpPr txBox="1"/>
          <p:nvPr>
            <p:ph idx="3" type="sldNum"/>
          </p:nvPr>
        </p:nvSpPr>
        <p:spPr>
          <a:xfrm>
            <a:off x="8348225" y="4666247"/>
            <a:ext cx="567000" cy="466800"/>
          </a:xfrm>
          <a:prstGeom prst="rect">
            <a:avLst/>
          </a:prstGeom>
        </p:spPr>
        <p:txBody>
          <a:bodyPr anchorCtr="0" anchor="ctr" bIns="91425" lIns="91425" spcFirstLastPara="1" rIns="91425" wrap="square" tIns="91425">
            <a:noAutofit/>
          </a:bodyPr>
          <a:lstStyle>
            <a:lvl1pPr lvl="0">
              <a:buNone/>
              <a:defRPr sz="700">
                <a:solidFill>
                  <a:schemeClr val="lt1"/>
                </a:solidFill>
              </a:defRPr>
            </a:lvl1pPr>
            <a:lvl2pPr lvl="1">
              <a:buNone/>
              <a:defRPr sz="700">
                <a:solidFill>
                  <a:schemeClr val="lt1"/>
                </a:solidFill>
              </a:defRPr>
            </a:lvl2pPr>
            <a:lvl3pPr lvl="2">
              <a:buNone/>
              <a:defRPr sz="700">
                <a:solidFill>
                  <a:schemeClr val="lt1"/>
                </a:solidFill>
              </a:defRPr>
            </a:lvl3pPr>
            <a:lvl4pPr lvl="3">
              <a:buNone/>
              <a:defRPr sz="700">
                <a:solidFill>
                  <a:schemeClr val="lt1"/>
                </a:solidFill>
              </a:defRPr>
            </a:lvl4pPr>
            <a:lvl5pPr lvl="4">
              <a:buNone/>
              <a:defRPr sz="700">
                <a:solidFill>
                  <a:schemeClr val="lt1"/>
                </a:solidFill>
              </a:defRPr>
            </a:lvl5pPr>
            <a:lvl6pPr lvl="5">
              <a:buNone/>
              <a:defRPr sz="700">
                <a:solidFill>
                  <a:schemeClr val="lt1"/>
                </a:solidFill>
              </a:defRPr>
            </a:lvl6pPr>
            <a:lvl7pPr lvl="6">
              <a:buNone/>
              <a:defRPr sz="700">
                <a:solidFill>
                  <a:schemeClr val="lt1"/>
                </a:solidFill>
              </a:defRPr>
            </a:lvl7pPr>
            <a:lvl8pPr lvl="7">
              <a:buNone/>
              <a:defRPr sz="700">
                <a:solidFill>
                  <a:schemeClr val="lt1"/>
                </a:solidFill>
              </a:defRPr>
            </a:lvl8pPr>
            <a:lvl9pPr lvl="8">
              <a:buNone/>
              <a:defRPr sz="700">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339" name="Shape 339"/>
        <p:cNvGrpSpPr/>
        <p:nvPr/>
      </p:nvGrpSpPr>
      <p:grpSpPr>
        <a:xfrm>
          <a:off x="0" y="0"/>
          <a:ext cx="0" cy="0"/>
          <a:chOff x="0" y="0"/>
          <a:chExt cx="0" cy="0"/>
        </a:xfrm>
      </p:grpSpPr>
      <p:pic>
        <p:nvPicPr>
          <p:cNvPr id="340" name="Google Shape;340;p29"/>
          <p:cNvPicPr preferRelativeResize="0"/>
          <p:nvPr/>
        </p:nvPicPr>
        <p:blipFill rotWithShape="1">
          <a:blip r:embed="rId2">
            <a:alphaModFix/>
          </a:blip>
          <a:srcRect b="-9999" l="0" r="0" t="0"/>
          <a:stretch/>
        </p:blipFill>
        <p:spPr>
          <a:xfrm>
            <a:off x="0" y="0"/>
            <a:ext cx="9144003" cy="5143501"/>
          </a:xfrm>
          <a:prstGeom prst="rect">
            <a:avLst/>
          </a:prstGeom>
          <a:noFill/>
          <a:ln>
            <a:noFill/>
          </a:ln>
        </p:spPr>
      </p:pic>
      <p:sp>
        <p:nvSpPr>
          <p:cNvPr id="341" name="Google Shape;341;p29"/>
          <p:cNvSpPr txBox="1"/>
          <p:nvPr>
            <p:ph hasCustomPrompt="1" type="title"/>
          </p:nvPr>
        </p:nvSpPr>
        <p:spPr>
          <a:xfrm>
            <a:off x="311700" y="624000"/>
            <a:ext cx="8520600" cy="19635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Clr>
                <a:schemeClr val="lt1"/>
              </a:buClr>
              <a:buSzPts val="12000"/>
              <a:buFont typeface="Urbanist Medium"/>
              <a:buChar char="●"/>
              <a:defRPr sz="12000">
                <a:solidFill>
                  <a:schemeClr val="lt1"/>
                </a:solidFill>
                <a:latin typeface="Urbanist Medium"/>
                <a:ea typeface="Urbanist Medium"/>
                <a:cs typeface="Urbanist Medium"/>
                <a:sym typeface="Urbanist Medium"/>
              </a:defRPr>
            </a:lvl1pPr>
            <a:lvl2pPr lvl="1" algn="ctr">
              <a:spcBef>
                <a:spcPts val="0"/>
              </a:spcBef>
              <a:spcAft>
                <a:spcPts val="0"/>
              </a:spcAft>
              <a:buClr>
                <a:schemeClr val="lt1"/>
              </a:buClr>
              <a:buSzPts val="12000"/>
              <a:buFont typeface="Urbanist Medium"/>
              <a:buChar char="○"/>
              <a:defRPr sz="12000">
                <a:solidFill>
                  <a:schemeClr val="lt1"/>
                </a:solidFill>
                <a:latin typeface="Urbanist Medium"/>
                <a:ea typeface="Urbanist Medium"/>
                <a:cs typeface="Urbanist Medium"/>
                <a:sym typeface="Urbanist Medium"/>
              </a:defRPr>
            </a:lvl2pPr>
            <a:lvl3pPr lvl="2" algn="ctr">
              <a:spcBef>
                <a:spcPts val="0"/>
              </a:spcBef>
              <a:spcAft>
                <a:spcPts val="0"/>
              </a:spcAft>
              <a:buClr>
                <a:schemeClr val="lt1"/>
              </a:buClr>
              <a:buSzPts val="12000"/>
              <a:buFont typeface="Urbanist Medium"/>
              <a:buChar char="■"/>
              <a:defRPr sz="12000">
                <a:solidFill>
                  <a:schemeClr val="lt1"/>
                </a:solidFill>
                <a:latin typeface="Urbanist Medium"/>
                <a:ea typeface="Urbanist Medium"/>
                <a:cs typeface="Urbanist Medium"/>
                <a:sym typeface="Urbanist Medium"/>
              </a:defRPr>
            </a:lvl3pPr>
            <a:lvl4pPr lvl="3" algn="ctr">
              <a:spcBef>
                <a:spcPts val="0"/>
              </a:spcBef>
              <a:spcAft>
                <a:spcPts val="0"/>
              </a:spcAft>
              <a:buClr>
                <a:schemeClr val="lt1"/>
              </a:buClr>
              <a:buSzPts val="12000"/>
              <a:buFont typeface="Urbanist Medium"/>
              <a:buChar char="●"/>
              <a:defRPr sz="12000">
                <a:solidFill>
                  <a:schemeClr val="lt1"/>
                </a:solidFill>
                <a:latin typeface="Urbanist Medium"/>
                <a:ea typeface="Urbanist Medium"/>
                <a:cs typeface="Urbanist Medium"/>
                <a:sym typeface="Urbanist Medium"/>
              </a:defRPr>
            </a:lvl4pPr>
            <a:lvl5pPr lvl="4" algn="ctr">
              <a:spcBef>
                <a:spcPts val="0"/>
              </a:spcBef>
              <a:spcAft>
                <a:spcPts val="0"/>
              </a:spcAft>
              <a:buClr>
                <a:schemeClr val="lt1"/>
              </a:buClr>
              <a:buSzPts val="12000"/>
              <a:buFont typeface="Urbanist Medium"/>
              <a:buChar char="○"/>
              <a:defRPr sz="12000">
                <a:solidFill>
                  <a:schemeClr val="lt1"/>
                </a:solidFill>
                <a:latin typeface="Urbanist Medium"/>
                <a:ea typeface="Urbanist Medium"/>
                <a:cs typeface="Urbanist Medium"/>
                <a:sym typeface="Urbanist Medium"/>
              </a:defRPr>
            </a:lvl5pPr>
            <a:lvl6pPr lvl="5" algn="ctr">
              <a:spcBef>
                <a:spcPts val="0"/>
              </a:spcBef>
              <a:spcAft>
                <a:spcPts val="0"/>
              </a:spcAft>
              <a:buClr>
                <a:schemeClr val="lt1"/>
              </a:buClr>
              <a:buSzPts val="12000"/>
              <a:buFont typeface="Urbanist Medium"/>
              <a:buChar char="■"/>
              <a:defRPr sz="12000">
                <a:solidFill>
                  <a:schemeClr val="lt1"/>
                </a:solidFill>
                <a:latin typeface="Urbanist Medium"/>
                <a:ea typeface="Urbanist Medium"/>
                <a:cs typeface="Urbanist Medium"/>
                <a:sym typeface="Urbanist Medium"/>
              </a:defRPr>
            </a:lvl6pPr>
            <a:lvl7pPr lvl="6" algn="ctr">
              <a:spcBef>
                <a:spcPts val="0"/>
              </a:spcBef>
              <a:spcAft>
                <a:spcPts val="0"/>
              </a:spcAft>
              <a:buClr>
                <a:schemeClr val="lt1"/>
              </a:buClr>
              <a:buSzPts val="12000"/>
              <a:buFont typeface="Urbanist Medium"/>
              <a:buChar char="●"/>
              <a:defRPr sz="12000">
                <a:solidFill>
                  <a:schemeClr val="lt1"/>
                </a:solidFill>
                <a:latin typeface="Urbanist Medium"/>
                <a:ea typeface="Urbanist Medium"/>
                <a:cs typeface="Urbanist Medium"/>
                <a:sym typeface="Urbanist Medium"/>
              </a:defRPr>
            </a:lvl7pPr>
            <a:lvl8pPr lvl="7" algn="ctr">
              <a:spcBef>
                <a:spcPts val="0"/>
              </a:spcBef>
              <a:spcAft>
                <a:spcPts val="0"/>
              </a:spcAft>
              <a:buClr>
                <a:schemeClr val="lt1"/>
              </a:buClr>
              <a:buSzPts val="12000"/>
              <a:buFont typeface="Urbanist Medium"/>
              <a:buChar char="○"/>
              <a:defRPr sz="12000">
                <a:solidFill>
                  <a:schemeClr val="lt1"/>
                </a:solidFill>
                <a:latin typeface="Urbanist Medium"/>
                <a:ea typeface="Urbanist Medium"/>
                <a:cs typeface="Urbanist Medium"/>
                <a:sym typeface="Urbanist Medium"/>
              </a:defRPr>
            </a:lvl8pPr>
            <a:lvl9pPr lvl="8" algn="ctr">
              <a:spcBef>
                <a:spcPts val="0"/>
              </a:spcBef>
              <a:spcAft>
                <a:spcPts val="0"/>
              </a:spcAft>
              <a:buClr>
                <a:schemeClr val="lt1"/>
              </a:buClr>
              <a:buSzPts val="12000"/>
              <a:buFont typeface="Urbanist Medium"/>
              <a:buChar char="■"/>
              <a:defRPr sz="12000">
                <a:solidFill>
                  <a:schemeClr val="lt1"/>
                </a:solidFill>
                <a:latin typeface="Urbanist Medium"/>
                <a:ea typeface="Urbanist Medium"/>
                <a:cs typeface="Urbanist Medium"/>
                <a:sym typeface="Urbanist Medium"/>
              </a:defRPr>
            </a:lvl9pPr>
          </a:lstStyle>
          <a:p>
            <a:r>
              <a:t>xx%</a:t>
            </a:r>
          </a:p>
        </p:txBody>
      </p:sp>
      <p:sp>
        <p:nvSpPr>
          <p:cNvPr id="342" name="Google Shape;342;p29"/>
          <p:cNvSpPr txBox="1"/>
          <p:nvPr>
            <p:ph idx="1" type="body"/>
          </p:nvPr>
        </p:nvSpPr>
        <p:spPr>
          <a:xfrm>
            <a:off x="311700" y="2670100"/>
            <a:ext cx="8520600" cy="1300800"/>
          </a:xfrm>
          <a:prstGeom prst="rect">
            <a:avLst/>
          </a:prstGeom>
          <a:noFill/>
          <a:ln>
            <a:noFill/>
          </a:ln>
        </p:spPr>
        <p:txBody>
          <a:bodyPr anchorCtr="0" anchor="ctr" bIns="91425" lIns="91425" spcFirstLastPara="1" rIns="91425" wrap="square" tIns="91425">
            <a:noAutofit/>
          </a:bodyPr>
          <a:lstStyle>
            <a:lvl1pPr indent="-317500" lvl="0" marL="457200" algn="ctr">
              <a:spcBef>
                <a:spcPts val="0"/>
              </a:spcBef>
              <a:spcAft>
                <a:spcPts val="0"/>
              </a:spcAft>
              <a:buClr>
                <a:schemeClr val="lt1"/>
              </a:buClr>
              <a:buSzPts val="1400"/>
              <a:buFont typeface="Urbanist Medium"/>
              <a:buChar char="●"/>
              <a:defRPr>
                <a:solidFill>
                  <a:schemeClr val="lt1"/>
                </a:solidFill>
                <a:latin typeface="Urbanist Medium"/>
                <a:ea typeface="Urbanist Medium"/>
                <a:cs typeface="Urbanist Medium"/>
                <a:sym typeface="Urbanist Medium"/>
              </a:defRPr>
            </a:lvl1pPr>
            <a:lvl2pPr indent="-317500" lvl="1" marL="914400" algn="ctr">
              <a:spcBef>
                <a:spcPts val="0"/>
              </a:spcBef>
              <a:spcAft>
                <a:spcPts val="0"/>
              </a:spcAft>
              <a:buClr>
                <a:schemeClr val="lt1"/>
              </a:buClr>
              <a:buSzPts val="1400"/>
              <a:buFont typeface="Urbanist Medium"/>
              <a:buChar char="○"/>
              <a:defRPr>
                <a:solidFill>
                  <a:schemeClr val="lt1"/>
                </a:solidFill>
                <a:latin typeface="Urbanist Medium"/>
                <a:ea typeface="Urbanist Medium"/>
                <a:cs typeface="Urbanist Medium"/>
                <a:sym typeface="Urbanist Medium"/>
              </a:defRPr>
            </a:lvl2pPr>
            <a:lvl3pPr indent="-317500" lvl="2" marL="1371600" algn="ctr">
              <a:spcBef>
                <a:spcPts val="0"/>
              </a:spcBef>
              <a:spcAft>
                <a:spcPts val="0"/>
              </a:spcAft>
              <a:buClr>
                <a:schemeClr val="lt1"/>
              </a:buClr>
              <a:buSzPts val="1400"/>
              <a:buFont typeface="Urbanist Medium"/>
              <a:buChar char="■"/>
              <a:defRPr>
                <a:solidFill>
                  <a:schemeClr val="lt1"/>
                </a:solidFill>
                <a:latin typeface="Urbanist Medium"/>
                <a:ea typeface="Urbanist Medium"/>
                <a:cs typeface="Urbanist Medium"/>
                <a:sym typeface="Urbanist Medium"/>
              </a:defRPr>
            </a:lvl3pPr>
            <a:lvl4pPr indent="-317500" lvl="3" marL="1828800" algn="ctr">
              <a:spcBef>
                <a:spcPts val="0"/>
              </a:spcBef>
              <a:spcAft>
                <a:spcPts val="0"/>
              </a:spcAft>
              <a:buClr>
                <a:schemeClr val="lt1"/>
              </a:buClr>
              <a:buSzPts val="1400"/>
              <a:buFont typeface="Urbanist Medium"/>
              <a:buChar char="●"/>
              <a:defRPr>
                <a:solidFill>
                  <a:schemeClr val="lt1"/>
                </a:solidFill>
                <a:latin typeface="Urbanist Medium"/>
                <a:ea typeface="Urbanist Medium"/>
                <a:cs typeface="Urbanist Medium"/>
                <a:sym typeface="Urbanist Medium"/>
              </a:defRPr>
            </a:lvl4pPr>
            <a:lvl5pPr indent="-317500" lvl="4" marL="2286000" algn="ctr">
              <a:spcBef>
                <a:spcPts val="0"/>
              </a:spcBef>
              <a:spcAft>
                <a:spcPts val="0"/>
              </a:spcAft>
              <a:buClr>
                <a:schemeClr val="lt1"/>
              </a:buClr>
              <a:buSzPts val="1400"/>
              <a:buFont typeface="Urbanist Medium"/>
              <a:buChar char="○"/>
              <a:defRPr>
                <a:solidFill>
                  <a:schemeClr val="lt1"/>
                </a:solidFill>
                <a:latin typeface="Urbanist Medium"/>
                <a:ea typeface="Urbanist Medium"/>
                <a:cs typeface="Urbanist Medium"/>
                <a:sym typeface="Urbanist Medium"/>
              </a:defRPr>
            </a:lvl5pPr>
            <a:lvl6pPr indent="-317500" lvl="5" marL="2743200" algn="ctr">
              <a:spcBef>
                <a:spcPts val="0"/>
              </a:spcBef>
              <a:spcAft>
                <a:spcPts val="0"/>
              </a:spcAft>
              <a:buClr>
                <a:schemeClr val="lt1"/>
              </a:buClr>
              <a:buSzPts val="1400"/>
              <a:buFont typeface="Urbanist Medium"/>
              <a:buChar char="■"/>
              <a:defRPr>
                <a:solidFill>
                  <a:schemeClr val="lt1"/>
                </a:solidFill>
                <a:latin typeface="Urbanist Medium"/>
                <a:ea typeface="Urbanist Medium"/>
                <a:cs typeface="Urbanist Medium"/>
                <a:sym typeface="Urbanist Medium"/>
              </a:defRPr>
            </a:lvl6pPr>
            <a:lvl7pPr indent="-317500" lvl="6" marL="3200400" algn="ctr">
              <a:spcBef>
                <a:spcPts val="0"/>
              </a:spcBef>
              <a:spcAft>
                <a:spcPts val="0"/>
              </a:spcAft>
              <a:buClr>
                <a:schemeClr val="lt1"/>
              </a:buClr>
              <a:buSzPts val="1400"/>
              <a:buFont typeface="Urbanist Medium"/>
              <a:buChar char="●"/>
              <a:defRPr>
                <a:solidFill>
                  <a:schemeClr val="lt1"/>
                </a:solidFill>
                <a:latin typeface="Urbanist Medium"/>
                <a:ea typeface="Urbanist Medium"/>
                <a:cs typeface="Urbanist Medium"/>
                <a:sym typeface="Urbanist Medium"/>
              </a:defRPr>
            </a:lvl7pPr>
            <a:lvl8pPr indent="-317500" lvl="7" marL="3657600" algn="ctr">
              <a:spcBef>
                <a:spcPts val="0"/>
              </a:spcBef>
              <a:spcAft>
                <a:spcPts val="0"/>
              </a:spcAft>
              <a:buClr>
                <a:schemeClr val="lt1"/>
              </a:buClr>
              <a:buSzPts val="1400"/>
              <a:buFont typeface="Urbanist Medium"/>
              <a:buChar char="○"/>
              <a:defRPr>
                <a:solidFill>
                  <a:schemeClr val="lt1"/>
                </a:solidFill>
                <a:latin typeface="Urbanist Medium"/>
                <a:ea typeface="Urbanist Medium"/>
                <a:cs typeface="Urbanist Medium"/>
                <a:sym typeface="Urbanist Medium"/>
              </a:defRPr>
            </a:lvl8pPr>
            <a:lvl9pPr indent="-317500" lvl="8" marL="4114800" algn="ctr">
              <a:spcBef>
                <a:spcPts val="0"/>
              </a:spcBef>
              <a:spcAft>
                <a:spcPts val="0"/>
              </a:spcAft>
              <a:buClr>
                <a:schemeClr val="lt1"/>
              </a:buClr>
              <a:buSzPts val="1400"/>
              <a:buFont typeface="Urbanist Medium"/>
              <a:buChar char="■"/>
              <a:defRPr>
                <a:solidFill>
                  <a:schemeClr val="lt1"/>
                </a:solidFill>
                <a:latin typeface="Urbanist Medium"/>
                <a:ea typeface="Urbanist Medium"/>
                <a:cs typeface="Urbanist Medium"/>
                <a:sym typeface="Urbanist Medium"/>
              </a:defRPr>
            </a:lvl9pPr>
          </a:lstStyle>
          <a:p/>
        </p:txBody>
      </p:sp>
      <p:sp>
        <p:nvSpPr>
          <p:cNvPr id="343" name="Google Shape;343;p29"/>
          <p:cNvSpPr txBox="1"/>
          <p:nvPr>
            <p:ph idx="12" type="sldNum"/>
          </p:nvPr>
        </p:nvSpPr>
        <p:spPr>
          <a:xfrm>
            <a:off x="8556784" y="4749851"/>
            <a:ext cx="548700" cy="393600"/>
          </a:xfrm>
          <a:prstGeom prst="rect">
            <a:avLst/>
          </a:prstGeom>
        </p:spPr>
        <p:txBody>
          <a:bodyPr anchorCtr="0" anchor="ctr" bIns="91425" lIns="91425" spcFirstLastPara="1" rIns="91425" wrap="square" tIns="91425">
            <a:noAutofit/>
          </a:bodyPr>
          <a:lstStyle>
            <a:lvl1pPr lvl="0">
              <a:buNone/>
              <a:defRPr>
                <a:solidFill>
                  <a:srgbClr val="000000"/>
                </a:solidFill>
              </a:defRPr>
            </a:lvl1pPr>
            <a:lvl2pPr lvl="1">
              <a:buNone/>
              <a:defRPr>
                <a:solidFill>
                  <a:srgbClr val="000000"/>
                </a:solidFill>
              </a:defRPr>
            </a:lvl2pPr>
            <a:lvl3pPr lvl="2">
              <a:buNone/>
              <a:defRPr>
                <a:solidFill>
                  <a:srgbClr val="000000"/>
                </a:solidFill>
              </a:defRPr>
            </a:lvl3pPr>
            <a:lvl4pPr lvl="3">
              <a:buNone/>
              <a:defRPr>
                <a:solidFill>
                  <a:srgbClr val="000000"/>
                </a:solidFill>
              </a:defRPr>
            </a:lvl4pPr>
            <a:lvl5pPr lvl="4">
              <a:buNone/>
              <a:defRPr>
                <a:solidFill>
                  <a:srgbClr val="000000"/>
                </a:solidFill>
              </a:defRPr>
            </a:lvl5pPr>
            <a:lvl6pPr lvl="5">
              <a:buNone/>
              <a:defRPr>
                <a:solidFill>
                  <a:srgbClr val="000000"/>
                </a:solidFill>
              </a:defRPr>
            </a:lvl6pPr>
            <a:lvl7pPr lvl="6">
              <a:buNone/>
              <a:defRPr>
                <a:solidFill>
                  <a:srgbClr val="000000"/>
                </a:solidFill>
              </a:defRPr>
            </a:lvl7pPr>
            <a:lvl8pPr lvl="7">
              <a:buNone/>
              <a:defRPr>
                <a:solidFill>
                  <a:srgbClr val="000000"/>
                </a:solidFill>
              </a:defRPr>
            </a:lvl8pPr>
            <a:lvl9pPr lvl="8">
              <a:buNone/>
              <a:defRPr>
                <a:solidFill>
                  <a:srgbClr val="000000"/>
                </a:solidFill>
              </a:defRPr>
            </a:lvl9pPr>
          </a:lstStyle>
          <a:p>
            <a:pPr indent="0" lvl="0" marL="0" rtl="0" algn="r">
              <a:spcBef>
                <a:spcPts val="0"/>
              </a:spcBef>
              <a:spcAft>
                <a:spcPts val="0"/>
              </a:spcAft>
              <a:buNone/>
            </a:pPr>
            <a:fld id="{00000000-1234-1234-1234-123412341234}" type="slidenum">
              <a:rPr lang="en"/>
              <a:t>‹#›</a:t>
            </a:fld>
            <a:endParaRPr/>
          </a:p>
        </p:txBody>
      </p:sp>
      <p:sp>
        <p:nvSpPr>
          <p:cNvPr id="344" name="Google Shape;344;p29"/>
          <p:cNvSpPr txBox="1"/>
          <p:nvPr>
            <p:ph idx="2" type="subTitle"/>
          </p:nvPr>
        </p:nvSpPr>
        <p:spPr>
          <a:xfrm>
            <a:off x="3154650" y="4675975"/>
            <a:ext cx="2835000" cy="466800"/>
          </a:xfrm>
          <a:prstGeom prst="rect">
            <a:avLst/>
          </a:prstGeom>
          <a:noFill/>
          <a:ln>
            <a:noFill/>
          </a:ln>
        </p:spPr>
        <p:txBody>
          <a:bodyPr anchorCtr="0" anchor="ctr" bIns="0" lIns="0" spcFirstLastPara="1" rIns="0" wrap="square" tIns="0">
            <a:noAutofit/>
          </a:bodyPr>
          <a:lstStyle>
            <a:lvl1pPr lvl="0" algn="ct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pic>
        <p:nvPicPr>
          <p:cNvPr id="345" name="Google Shape;345;p29"/>
          <p:cNvPicPr preferRelativeResize="0"/>
          <p:nvPr/>
        </p:nvPicPr>
        <p:blipFill>
          <a:blip r:embed="rId3">
            <a:alphaModFix/>
          </a:blip>
          <a:stretch>
            <a:fillRect/>
          </a:stretch>
        </p:blipFill>
        <p:spPr>
          <a:xfrm>
            <a:off x="228600" y="4837043"/>
            <a:ext cx="567051" cy="144675"/>
          </a:xfrm>
          <a:prstGeom prst="rect">
            <a:avLst/>
          </a:prstGeom>
          <a:noFill/>
          <a:ln>
            <a:noFill/>
          </a:ln>
        </p:spPr>
      </p:pic>
      <p:sp>
        <p:nvSpPr>
          <p:cNvPr id="346" name="Google Shape;346;p29"/>
          <p:cNvSpPr txBox="1"/>
          <p:nvPr>
            <p:ph idx="3" type="sldNum"/>
          </p:nvPr>
        </p:nvSpPr>
        <p:spPr>
          <a:xfrm>
            <a:off x="8348225" y="4666247"/>
            <a:ext cx="567000" cy="466800"/>
          </a:xfrm>
          <a:prstGeom prst="rect">
            <a:avLst/>
          </a:prstGeom>
        </p:spPr>
        <p:txBody>
          <a:bodyPr anchorCtr="0" anchor="ctr" bIns="91425" lIns="91425" spcFirstLastPara="1" rIns="91425" wrap="square" tIns="91425">
            <a:noAutofit/>
          </a:bodyPr>
          <a:lstStyle>
            <a:lvl1pPr lvl="0">
              <a:buNone/>
              <a:defRPr sz="700">
                <a:solidFill>
                  <a:schemeClr val="lt1"/>
                </a:solidFill>
              </a:defRPr>
            </a:lvl1pPr>
            <a:lvl2pPr lvl="1">
              <a:buNone/>
              <a:defRPr sz="700">
                <a:solidFill>
                  <a:schemeClr val="lt1"/>
                </a:solidFill>
              </a:defRPr>
            </a:lvl2pPr>
            <a:lvl3pPr lvl="2">
              <a:buNone/>
              <a:defRPr sz="700">
                <a:solidFill>
                  <a:schemeClr val="lt1"/>
                </a:solidFill>
              </a:defRPr>
            </a:lvl3pPr>
            <a:lvl4pPr lvl="3">
              <a:buNone/>
              <a:defRPr sz="700">
                <a:solidFill>
                  <a:schemeClr val="lt1"/>
                </a:solidFill>
              </a:defRPr>
            </a:lvl4pPr>
            <a:lvl5pPr lvl="4">
              <a:buNone/>
              <a:defRPr sz="700">
                <a:solidFill>
                  <a:schemeClr val="lt1"/>
                </a:solidFill>
              </a:defRPr>
            </a:lvl5pPr>
            <a:lvl6pPr lvl="5">
              <a:buNone/>
              <a:defRPr sz="700">
                <a:solidFill>
                  <a:schemeClr val="lt1"/>
                </a:solidFill>
              </a:defRPr>
            </a:lvl6pPr>
            <a:lvl7pPr lvl="6">
              <a:buNone/>
              <a:defRPr sz="700">
                <a:solidFill>
                  <a:schemeClr val="lt1"/>
                </a:solidFill>
              </a:defRPr>
            </a:lvl7pPr>
            <a:lvl8pPr lvl="7">
              <a:buNone/>
              <a:defRPr sz="700">
                <a:solidFill>
                  <a:schemeClr val="lt1"/>
                </a:solidFill>
              </a:defRPr>
            </a:lvl8pPr>
            <a:lvl9pPr lvl="8">
              <a:buNone/>
              <a:defRPr sz="700">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47" name="Shape 347"/>
        <p:cNvGrpSpPr/>
        <p:nvPr/>
      </p:nvGrpSpPr>
      <p:grpSpPr>
        <a:xfrm>
          <a:off x="0" y="0"/>
          <a:ext cx="0" cy="0"/>
          <a:chOff x="0" y="0"/>
          <a:chExt cx="0" cy="0"/>
        </a:xfrm>
      </p:grpSpPr>
      <p:pic>
        <p:nvPicPr>
          <p:cNvPr id="348" name="Google Shape;348;p30"/>
          <p:cNvPicPr preferRelativeResize="0"/>
          <p:nvPr/>
        </p:nvPicPr>
        <p:blipFill rotWithShape="1">
          <a:blip r:embed="rId2">
            <a:alphaModFix/>
          </a:blip>
          <a:srcRect b="-9999" l="0" r="0" t="0"/>
          <a:stretch/>
        </p:blipFill>
        <p:spPr>
          <a:xfrm>
            <a:off x="0" y="0"/>
            <a:ext cx="9144003" cy="5143501"/>
          </a:xfrm>
          <a:prstGeom prst="rect">
            <a:avLst/>
          </a:prstGeom>
          <a:noFill/>
          <a:ln>
            <a:noFill/>
          </a:ln>
        </p:spPr>
      </p:pic>
      <p:sp>
        <p:nvSpPr>
          <p:cNvPr id="349" name="Google Shape;349;p30"/>
          <p:cNvSpPr txBox="1"/>
          <p:nvPr>
            <p:ph idx="12" type="sldNum"/>
          </p:nvPr>
        </p:nvSpPr>
        <p:spPr>
          <a:xfrm>
            <a:off x="8556784"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350" name="Shape 350"/>
        <p:cNvGrpSpPr/>
        <p:nvPr/>
      </p:nvGrpSpPr>
      <p:grpSpPr>
        <a:xfrm>
          <a:off x="0" y="0"/>
          <a:ext cx="0" cy="0"/>
          <a:chOff x="0" y="0"/>
          <a:chExt cx="0" cy="0"/>
        </a:xfrm>
      </p:grpSpPr>
      <p:pic>
        <p:nvPicPr>
          <p:cNvPr id="351" name="Google Shape;351;p31"/>
          <p:cNvPicPr preferRelativeResize="0"/>
          <p:nvPr/>
        </p:nvPicPr>
        <p:blipFill rotWithShape="1">
          <a:blip r:embed="rId2">
            <a:alphaModFix/>
          </a:blip>
          <a:srcRect b="-9999" l="0" r="0" t="0"/>
          <a:stretch/>
        </p:blipFill>
        <p:spPr>
          <a:xfrm>
            <a:off x="0" y="0"/>
            <a:ext cx="9144003" cy="5143501"/>
          </a:xfrm>
          <a:prstGeom prst="rect">
            <a:avLst/>
          </a:prstGeom>
          <a:noFill/>
          <a:ln>
            <a:noFill/>
          </a:ln>
        </p:spPr>
      </p:pic>
      <p:sp>
        <p:nvSpPr>
          <p:cNvPr id="352" name="Google Shape;352;p31"/>
          <p:cNvSpPr txBox="1"/>
          <p:nvPr>
            <p:ph type="title"/>
          </p:nvPr>
        </p:nvSpPr>
        <p:spPr>
          <a:xfrm>
            <a:off x="677325" y="1832775"/>
            <a:ext cx="3217200" cy="14841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Clr>
                <a:schemeClr val="lt1"/>
              </a:buClr>
              <a:buSzPts val="4200"/>
              <a:buFont typeface="Urbanist Medium"/>
              <a:buNone/>
              <a:defRPr sz="4200">
                <a:solidFill>
                  <a:schemeClr val="lt1"/>
                </a:solidFill>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Medium"/>
              <a:buNone/>
              <a:defRPr>
                <a:solidFill>
                  <a:schemeClr val="lt1"/>
                </a:solidFill>
                <a:latin typeface="Urbanist Medium"/>
                <a:ea typeface="Urbanist Medium"/>
                <a:cs typeface="Urbanist Medium"/>
                <a:sym typeface="Urbanist Medium"/>
              </a:defRPr>
            </a:lvl2pPr>
            <a:lvl3pPr lvl="2">
              <a:spcBef>
                <a:spcPts val="0"/>
              </a:spcBef>
              <a:spcAft>
                <a:spcPts val="0"/>
              </a:spcAft>
              <a:buClr>
                <a:schemeClr val="lt1"/>
              </a:buClr>
              <a:buSzPts val="1400"/>
              <a:buFont typeface="Urbanist Medium"/>
              <a:buNone/>
              <a:defRPr>
                <a:solidFill>
                  <a:schemeClr val="lt1"/>
                </a:solidFill>
                <a:latin typeface="Urbanist Medium"/>
                <a:ea typeface="Urbanist Medium"/>
                <a:cs typeface="Urbanist Medium"/>
                <a:sym typeface="Urbanist Medium"/>
              </a:defRPr>
            </a:lvl3pPr>
            <a:lvl4pPr lvl="3">
              <a:spcBef>
                <a:spcPts val="0"/>
              </a:spcBef>
              <a:spcAft>
                <a:spcPts val="0"/>
              </a:spcAft>
              <a:buClr>
                <a:schemeClr val="lt1"/>
              </a:buClr>
              <a:buSzPts val="1400"/>
              <a:buFont typeface="Urbanist Medium"/>
              <a:buNone/>
              <a:defRPr>
                <a:solidFill>
                  <a:schemeClr val="lt1"/>
                </a:solidFill>
                <a:latin typeface="Urbanist Medium"/>
                <a:ea typeface="Urbanist Medium"/>
                <a:cs typeface="Urbanist Medium"/>
                <a:sym typeface="Urbanist Medium"/>
              </a:defRPr>
            </a:lvl4pPr>
            <a:lvl5pPr lvl="4">
              <a:spcBef>
                <a:spcPts val="0"/>
              </a:spcBef>
              <a:spcAft>
                <a:spcPts val="0"/>
              </a:spcAft>
              <a:buClr>
                <a:schemeClr val="lt1"/>
              </a:buClr>
              <a:buSzPts val="1400"/>
              <a:buFont typeface="Urbanist Medium"/>
              <a:buNone/>
              <a:defRPr>
                <a:solidFill>
                  <a:schemeClr val="lt1"/>
                </a:solidFill>
                <a:latin typeface="Urbanist Medium"/>
                <a:ea typeface="Urbanist Medium"/>
                <a:cs typeface="Urbanist Medium"/>
                <a:sym typeface="Urbanist Medium"/>
              </a:defRPr>
            </a:lvl5pPr>
            <a:lvl6pPr lvl="5">
              <a:spcBef>
                <a:spcPts val="0"/>
              </a:spcBef>
              <a:spcAft>
                <a:spcPts val="0"/>
              </a:spcAft>
              <a:buClr>
                <a:schemeClr val="lt1"/>
              </a:buClr>
              <a:buSzPts val="1400"/>
              <a:buFont typeface="Urbanist Medium"/>
              <a:buNone/>
              <a:defRPr>
                <a:solidFill>
                  <a:schemeClr val="lt1"/>
                </a:solidFill>
                <a:latin typeface="Urbanist Medium"/>
                <a:ea typeface="Urbanist Medium"/>
                <a:cs typeface="Urbanist Medium"/>
                <a:sym typeface="Urbanist Medium"/>
              </a:defRPr>
            </a:lvl6pPr>
            <a:lvl7pPr lvl="6">
              <a:spcBef>
                <a:spcPts val="0"/>
              </a:spcBef>
              <a:spcAft>
                <a:spcPts val="0"/>
              </a:spcAft>
              <a:buClr>
                <a:schemeClr val="lt1"/>
              </a:buClr>
              <a:buSzPts val="1400"/>
              <a:buFont typeface="Urbanist Medium"/>
              <a:buNone/>
              <a:defRPr>
                <a:solidFill>
                  <a:schemeClr val="lt1"/>
                </a:solidFill>
                <a:latin typeface="Urbanist Medium"/>
                <a:ea typeface="Urbanist Medium"/>
                <a:cs typeface="Urbanist Medium"/>
                <a:sym typeface="Urbanist Medium"/>
              </a:defRPr>
            </a:lvl7pPr>
            <a:lvl8pPr lvl="7">
              <a:spcBef>
                <a:spcPts val="0"/>
              </a:spcBef>
              <a:spcAft>
                <a:spcPts val="0"/>
              </a:spcAft>
              <a:buClr>
                <a:schemeClr val="lt1"/>
              </a:buClr>
              <a:buSzPts val="1400"/>
              <a:buFont typeface="Urbanist Medium"/>
              <a:buNone/>
              <a:defRPr>
                <a:solidFill>
                  <a:schemeClr val="lt1"/>
                </a:solidFill>
                <a:latin typeface="Urbanist Medium"/>
                <a:ea typeface="Urbanist Medium"/>
                <a:cs typeface="Urbanist Medium"/>
                <a:sym typeface="Urbanist Medium"/>
              </a:defRPr>
            </a:lvl8pPr>
            <a:lvl9pPr lvl="8">
              <a:spcBef>
                <a:spcPts val="0"/>
              </a:spcBef>
              <a:spcAft>
                <a:spcPts val="0"/>
              </a:spcAft>
              <a:buClr>
                <a:schemeClr val="lt1"/>
              </a:buClr>
              <a:buSzPts val="1400"/>
              <a:buFont typeface="Urbanist Medium"/>
              <a:buNone/>
              <a:defRPr>
                <a:solidFill>
                  <a:schemeClr val="lt1"/>
                </a:solidFill>
                <a:latin typeface="Urbanist Medium"/>
                <a:ea typeface="Urbanist Medium"/>
                <a:cs typeface="Urbanist Medium"/>
                <a:sym typeface="Urbanist Medium"/>
              </a:defRPr>
            </a:lvl9pPr>
          </a:lstStyle>
          <a:p/>
        </p:txBody>
      </p:sp>
      <p:sp>
        <p:nvSpPr>
          <p:cNvPr id="353" name="Google Shape;353;p31"/>
          <p:cNvSpPr txBox="1"/>
          <p:nvPr>
            <p:ph idx="1" type="subTitle"/>
          </p:nvPr>
        </p:nvSpPr>
        <p:spPr>
          <a:xfrm>
            <a:off x="4406650" y="393750"/>
            <a:ext cx="4409700" cy="54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Clr>
                <a:schemeClr val="lt1"/>
              </a:buClr>
              <a:buSzPts val="2000"/>
              <a:buFont typeface="Urbanist Medium"/>
              <a:buNone/>
              <a:defRPr sz="2000">
                <a:solidFill>
                  <a:schemeClr val="lt1"/>
                </a:solidFill>
                <a:latin typeface="Urbanist Medium"/>
                <a:ea typeface="Urbanist Medium"/>
                <a:cs typeface="Urbanist Medium"/>
                <a:sym typeface="Urbanist Medium"/>
              </a:defRPr>
            </a:lvl1pPr>
            <a:lvl2pPr lvl="1">
              <a:spcBef>
                <a:spcPts val="0"/>
              </a:spcBef>
              <a:spcAft>
                <a:spcPts val="0"/>
              </a:spcAft>
              <a:buClr>
                <a:schemeClr val="lt1"/>
              </a:buClr>
              <a:buSzPts val="2000"/>
              <a:buFont typeface="Urbanist Medium"/>
              <a:buNone/>
              <a:defRPr sz="2000">
                <a:solidFill>
                  <a:schemeClr val="lt1"/>
                </a:solidFill>
                <a:latin typeface="Urbanist Medium"/>
                <a:ea typeface="Urbanist Medium"/>
                <a:cs typeface="Urbanist Medium"/>
                <a:sym typeface="Urbanist Medium"/>
              </a:defRPr>
            </a:lvl2pPr>
            <a:lvl3pPr lvl="2">
              <a:spcBef>
                <a:spcPts val="0"/>
              </a:spcBef>
              <a:spcAft>
                <a:spcPts val="0"/>
              </a:spcAft>
              <a:buClr>
                <a:schemeClr val="lt1"/>
              </a:buClr>
              <a:buSzPts val="2000"/>
              <a:buFont typeface="Urbanist Medium"/>
              <a:buNone/>
              <a:defRPr sz="2000">
                <a:solidFill>
                  <a:schemeClr val="lt1"/>
                </a:solidFill>
                <a:latin typeface="Urbanist Medium"/>
                <a:ea typeface="Urbanist Medium"/>
                <a:cs typeface="Urbanist Medium"/>
                <a:sym typeface="Urbanist Medium"/>
              </a:defRPr>
            </a:lvl3pPr>
            <a:lvl4pPr lvl="3">
              <a:spcBef>
                <a:spcPts val="0"/>
              </a:spcBef>
              <a:spcAft>
                <a:spcPts val="0"/>
              </a:spcAft>
              <a:buClr>
                <a:schemeClr val="lt1"/>
              </a:buClr>
              <a:buSzPts val="2000"/>
              <a:buFont typeface="Urbanist Medium"/>
              <a:buNone/>
              <a:defRPr sz="2000">
                <a:solidFill>
                  <a:schemeClr val="lt1"/>
                </a:solidFill>
                <a:latin typeface="Urbanist Medium"/>
                <a:ea typeface="Urbanist Medium"/>
                <a:cs typeface="Urbanist Medium"/>
                <a:sym typeface="Urbanist Medium"/>
              </a:defRPr>
            </a:lvl4pPr>
            <a:lvl5pPr lvl="4">
              <a:spcBef>
                <a:spcPts val="0"/>
              </a:spcBef>
              <a:spcAft>
                <a:spcPts val="0"/>
              </a:spcAft>
              <a:buClr>
                <a:schemeClr val="lt1"/>
              </a:buClr>
              <a:buSzPts val="2000"/>
              <a:buFont typeface="Urbanist Medium"/>
              <a:buNone/>
              <a:defRPr sz="2000">
                <a:solidFill>
                  <a:schemeClr val="lt1"/>
                </a:solidFill>
                <a:latin typeface="Urbanist Medium"/>
                <a:ea typeface="Urbanist Medium"/>
                <a:cs typeface="Urbanist Medium"/>
                <a:sym typeface="Urbanist Medium"/>
              </a:defRPr>
            </a:lvl5pPr>
            <a:lvl6pPr lvl="5">
              <a:spcBef>
                <a:spcPts val="0"/>
              </a:spcBef>
              <a:spcAft>
                <a:spcPts val="0"/>
              </a:spcAft>
              <a:buClr>
                <a:schemeClr val="lt1"/>
              </a:buClr>
              <a:buSzPts val="2000"/>
              <a:buFont typeface="Urbanist Medium"/>
              <a:buNone/>
              <a:defRPr sz="2000">
                <a:solidFill>
                  <a:schemeClr val="lt1"/>
                </a:solidFill>
                <a:latin typeface="Urbanist Medium"/>
                <a:ea typeface="Urbanist Medium"/>
                <a:cs typeface="Urbanist Medium"/>
                <a:sym typeface="Urbanist Medium"/>
              </a:defRPr>
            </a:lvl6pPr>
            <a:lvl7pPr lvl="6">
              <a:spcBef>
                <a:spcPts val="0"/>
              </a:spcBef>
              <a:spcAft>
                <a:spcPts val="0"/>
              </a:spcAft>
              <a:buClr>
                <a:schemeClr val="lt1"/>
              </a:buClr>
              <a:buSzPts val="2000"/>
              <a:buFont typeface="Urbanist Medium"/>
              <a:buNone/>
              <a:defRPr sz="2000">
                <a:solidFill>
                  <a:schemeClr val="lt1"/>
                </a:solidFill>
                <a:latin typeface="Urbanist Medium"/>
                <a:ea typeface="Urbanist Medium"/>
                <a:cs typeface="Urbanist Medium"/>
                <a:sym typeface="Urbanist Medium"/>
              </a:defRPr>
            </a:lvl7pPr>
            <a:lvl8pPr lvl="7">
              <a:spcBef>
                <a:spcPts val="0"/>
              </a:spcBef>
              <a:spcAft>
                <a:spcPts val="0"/>
              </a:spcAft>
              <a:buClr>
                <a:schemeClr val="lt1"/>
              </a:buClr>
              <a:buSzPts val="2000"/>
              <a:buFont typeface="Urbanist Medium"/>
              <a:buNone/>
              <a:defRPr sz="2000">
                <a:solidFill>
                  <a:schemeClr val="lt1"/>
                </a:solidFill>
                <a:latin typeface="Urbanist Medium"/>
                <a:ea typeface="Urbanist Medium"/>
                <a:cs typeface="Urbanist Medium"/>
                <a:sym typeface="Urbanist Medium"/>
              </a:defRPr>
            </a:lvl8pPr>
            <a:lvl9pPr lvl="8">
              <a:spcBef>
                <a:spcPts val="0"/>
              </a:spcBef>
              <a:spcAft>
                <a:spcPts val="0"/>
              </a:spcAft>
              <a:buClr>
                <a:schemeClr val="lt1"/>
              </a:buClr>
              <a:buSzPts val="2000"/>
              <a:buFont typeface="Urbanist Medium"/>
              <a:buNone/>
              <a:defRPr sz="2000">
                <a:solidFill>
                  <a:schemeClr val="lt1"/>
                </a:solidFill>
                <a:latin typeface="Urbanist Medium"/>
                <a:ea typeface="Urbanist Medium"/>
                <a:cs typeface="Urbanist Medium"/>
                <a:sym typeface="Urbanist Medium"/>
              </a:defRPr>
            </a:lvl9pPr>
          </a:lstStyle>
          <a:p/>
        </p:txBody>
      </p:sp>
      <p:sp>
        <p:nvSpPr>
          <p:cNvPr id="354" name="Google Shape;354;p31"/>
          <p:cNvSpPr txBox="1"/>
          <p:nvPr>
            <p:ph idx="2" type="subTitle"/>
          </p:nvPr>
        </p:nvSpPr>
        <p:spPr>
          <a:xfrm>
            <a:off x="4406650" y="1151705"/>
            <a:ext cx="4409700" cy="54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Clr>
                <a:schemeClr val="lt1"/>
              </a:buClr>
              <a:buSzPts val="2000"/>
              <a:buFont typeface="Urbanist Medium"/>
              <a:buNone/>
              <a:defRPr sz="2000">
                <a:solidFill>
                  <a:schemeClr val="lt1"/>
                </a:solidFill>
                <a:latin typeface="Urbanist Medium"/>
                <a:ea typeface="Urbanist Medium"/>
                <a:cs typeface="Urbanist Medium"/>
                <a:sym typeface="Urbanist Medium"/>
              </a:defRPr>
            </a:lvl1pPr>
            <a:lvl2pPr lvl="1">
              <a:spcBef>
                <a:spcPts val="0"/>
              </a:spcBef>
              <a:spcAft>
                <a:spcPts val="0"/>
              </a:spcAft>
              <a:buClr>
                <a:schemeClr val="lt1"/>
              </a:buClr>
              <a:buSzPts val="2000"/>
              <a:buFont typeface="Urbanist Medium"/>
              <a:buNone/>
              <a:defRPr sz="2000">
                <a:solidFill>
                  <a:schemeClr val="lt1"/>
                </a:solidFill>
                <a:latin typeface="Urbanist Medium"/>
                <a:ea typeface="Urbanist Medium"/>
                <a:cs typeface="Urbanist Medium"/>
                <a:sym typeface="Urbanist Medium"/>
              </a:defRPr>
            </a:lvl2pPr>
            <a:lvl3pPr lvl="2">
              <a:spcBef>
                <a:spcPts val="0"/>
              </a:spcBef>
              <a:spcAft>
                <a:spcPts val="0"/>
              </a:spcAft>
              <a:buClr>
                <a:schemeClr val="lt1"/>
              </a:buClr>
              <a:buSzPts val="2000"/>
              <a:buFont typeface="Urbanist Medium"/>
              <a:buNone/>
              <a:defRPr sz="2000">
                <a:solidFill>
                  <a:schemeClr val="lt1"/>
                </a:solidFill>
                <a:latin typeface="Urbanist Medium"/>
                <a:ea typeface="Urbanist Medium"/>
                <a:cs typeface="Urbanist Medium"/>
                <a:sym typeface="Urbanist Medium"/>
              </a:defRPr>
            </a:lvl3pPr>
            <a:lvl4pPr lvl="3">
              <a:spcBef>
                <a:spcPts val="0"/>
              </a:spcBef>
              <a:spcAft>
                <a:spcPts val="0"/>
              </a:spcAft>
              <a:buClr>
                <a:schemeClr val="lt1"/>
              </a:buClr>
              <a:buSzPts val="2000"/>
              <a:buFont typeface="Urbanist Medium"/>
              <a:buNone/>
              <a:defRPr sz="2000">
                <a:solidFill>
                  <a:schemeClr val="lt1"/>
                </a:solidFill>
                <a:latin typeface="Urbanist Medium"/>
                <a:ea typeface="Urbanist Medium"/>
                <a:cs typeface="Urbanist Medium"/>
                <a:sym typeface="Urbanist Medium"/>
              </a:defRPr>
            </a:lvl4pPr>
            <a:lvl5pPr lvl="4">
              <a:spcBef>
                <a:spcPts val="0"/>
              </a:spcBef>
              <a:spcAft>
                <a:spcPts val="0"/>
              </a:spcAft>
              <a:buClr>
                <a:schemeClr val="lt1"/>
              </a:buClr>
              <a:buSzPts val="2000"/>
              <a:buFont typeface="Urbanist Medium"/>
              <a:buNone/>
              <a:defRPr sz="2000">
                <a:solidFill>
                  <a:schemeClr val="lt1"/>
                </a:solidFill>
                <a:latin typeface="Urbanist Medium"/>
                <a:ea typeface="Urbanist Medium"/>
                <a:cs typeface="Urbanist Medium"/>
                <a:sym typeface="Urbanist Medium"/>
              </a:defRPr>
            </a:lvl5pPr>
            <a:lvl6pPr lvl="5">
              <a:spcBef>
                <a:spcPts val="0"/>
              </a:spcBef>
              <a:spcAft>
                <a:spcPts val="0"/>
              </a:spcAft>
              <a:buClr>
                <a:schemeClr val="lt1"/>
              </a:buClr>
              <a:buSzPts val="2000"/>
              <a:buFont typeface="Urbanist Medium"/>
              <a:buNone/>
              <a:defRPr sz="2000">
                <a:solidFill>
                  <a:schemeClr val="lt1"/>
                </a:solidFill>
                <a:latin typeface="Urbanist Medium"/>
                <a:ea typeface="Urbanist Medium"/>
                <a:cs typeface="Urbanist Medium"/>
                <a:sym typeface="Urbanist Medium"/>
              </a:defRPr>
            </a:lvl6pPr>
            <a:lvl7pPr lvl="6">
              <a:spcBef>
                <a:spcPts val="0"/>
              </a:spcBef>
              <a:spcAft>
                <a:spcPts val="0"/>
              </a:spcAft>
              <a:buClr>
                <a:schemeClr val="lt1"/>
              </a:buClr>
              <a:buSzPts val="2000"/>
              <a:buFont typeface="Urbanist Medium"/>
              <a:buNone/>
              <a:defRPr sz="2000">
                <a:solidFill>
                  <a:schemeClr val="lt1"/>
                </a:solidFill>
                <a:latin typeface="Urbanist Medium"/>
                <a:ea typeface="Urbanist Medium"/>
                <a:cs typeface="Urbanist Medium"/>
                <a:sym typeface="Urbanist Medium"/>
              </a:defRPr>
            </a:lvl7pPr>
            <a:lvl8pPr lvl="7">
              <a:spcBef>
                <a:spcPts val="0"/>
              </a:spcBef>
              <a:spcAft>
                <a:spcPts val="0"/>
              </a:spcAft>
              <a:buClr>
                <a:schemeClr val="lt1"/>
              </a:buClr>
              <a:buSzPts val="2000"/>
              <a:buFont typeface="Urbanist Medium"/>
              <a:buNone/>
              <a:defRPr sz="2000">
                <a:solidFill>
                  <a:schemeClr val="lt1"/>
                </a:solidFill>
                <a:latin typeface="Urbanist Medium"/>
                <a:ea typeface="Urbanist Medium"/>
                <a:cs typeface="Urbanist Medium"/>
                <a:sym typeface="Urbanist Medium"/>
              </a:defRPr>
            </a:lvl8pPr>
            <a:lvl9pPr lvl="8">
              <a:spcBef>
                <a:spcPts val="0"/>
              </a:spcBef>
              <a:spcAft>
                <a:spcPts val="0"/>
              </a:spcAft>
              <a:buClr>
                <a:schemeClr val="lt1"/>
              </a:buClr>
              <a:buSzPts val="2000"/>
              <a:buFont typeface="Urbanist Medium"/>
              <a:buNone/>
              <a:defRPr sz="2000">
                <a:solidFill>
                  <a:schemeClr val="lt1"/>
                </a:solidFill>
                <a:latin typeface="Urbanist Medium"/>
                <a:ea typeface="Urbanist Medium"/>
                <a:cs typeface="Urbanist Medium"/>
                <a:sym typeface="Urbanist Medium"/>
              </a:defRPr>
            </a:lvl9pPr>
          </a:lstStyle>
          <a:p/>
        </p:txBody>
      </p:sp>
      <p:sp>
        <p:nvSpPr>
          <p:cNvPr id="355" name="Google Shape;355;p31"/>
          <p:cNvSpPr txBox="1"/>
          <p:nvPr>
            <p:ph idx="3" type="subTitle"/>
          </p:nvPr>
        </p:nvSpPr>
        <p:spPr>
          <a:xfrm>
            <a:off x="4406650" y="3425570"/>
            <a:ext cx="4409700" cy="54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Clr>
                <a:schemeClr val="lt1"/>
              </a:buClr>
              <a:buSzPts val="2000"/>
              <a:buFont typeface="Urbanist Medium"/>
              <a:buNone/>
              <a:defRPr sz="2000">
                <a:solidFill>
                  <a:schemeClr val="lt1"/>
                </a:solidFill>
                <a:latin typeface="Urbanist Medium"/>
                <a:ea typeface="Urbanist Medium"/>
                <a:cs typeface="Urbanist Medium"/>
                <a:sym typeface="Urbanist Medium"/>
              </a:defRPr>
            </a:lvl1pPr>
            <a:lvl2pPr lvl="1">
              <a:spcBef>
                <a:spcPts val="0"/>
              </a:spcBef>
              <a:spcAft>
                <a:spcPts val="0"/>
              </a:spcAft>
              <a:buClr>
                <a:schemeClr val="lt1"/>
              </a:buClr>
              <a:buSzPts val="2000"/>
              <a:buFont typeface="Urbanist Medium"/>
              <a:buNone/>
              <a:defRPr sz="2000">
                <a:solidFill>
                  <a:schemeClr val="lt1"/>
                </a:solidFill>
                <a:latin typeface="Urbanist Medium"/>
                <a:ea typeface="Urbanist Medium"/>
                <a:cs typeface="Urbanist Medium"/>
                <a:sym typeface="Urbanist Medium"/>
              </a:defRPr>
            </a:lvl2pPr>
            <a:lvl3pPr lvl="2">
              <a:spcBef>
                <a:spcPts val="0"/>
              </a:spcBef>
              <a:spcAft>
                <a:spcPts val="0"/>
              </a:spcAft>
              <a:buClr>
                <a:schemeClr val="lt1"/>
              </a:buClr>
              <a:buSzPts val="2000"/>
              <a:buFont typeface="Urbanist Medium"/>
              <a:buNone/>
              <a:defRPr sz="2000">
                <a:solidFill>
                  <a:schemeClr val="lt1"/>
                </a:solidFill>
                <a:latin typeface="Urbanist Medium"/>
                <a:ea typeface="Urbanist Medium"/>
                <a:cs typeface="Urbanist Medium"/>
                <a:sym typeface="Urbanist Medium"/>
              </a:defRPr>
            </a:lvl3pPr>
            <a:lvl4pPr lvl="3">
              <a:spcBef>
                <a:spcPts val="0"/>
              </a:spcBef>
              <a:spcAft>
                <a:spcPts val="0"/>
              </a:spcAft>
              <a:buClr>
                <a:schemeClr val="lt1"/>
              </a:buClr>
              <a:buSzPts val="2000"/>
              <a:buFont typeface="Urbanist Medium"/>
              <a:buNone/>
              <a:defRPr sz="2000">
                <a:solidFill>
                  <a:schemeClr val="lt1"/>
                </a:solidFill>
                <a:latin typeface="Urbanist Medium"/>
                <a:ea typeface="Urbanist Medium"/>
                <a:cs typeface="Urbanist Medium"/>
                <a:sym typeface="Urbanist Medium"/>
              </a:defRPr>
            </a:lvl4pPr>
            <a:lvl5pPr lvl="4">
              <a:spcBef>
                <a:spcPts val="0"/>
              </a:spcBef>
              <a:spcAft>
                <a:spcPts val="0"/>
              </a:spcAft>
              <a:buClr>
                <a:schemeClr val="lt1"/>
              </a:buClr>
              <a:buSzPts val="2000"/>
              <a:buFont typeface="Urbanist Medium"/>
              <a:buNone/>
              <a:defRPr sz="2000">
                <a:solidFill>
                  <a:schemeClr val="lt1"/>
                </a:solidFill>
                <a:latin typeface="Urbanist Medium"/>
                <a:ea typeface="Urbanist Medium"/>
                <a:cs typeface="Urbanist Medium"/>
                <a:sym typeface="Urbanist Medium"/>
              </a:defRPr>
            </a:lvl5pPr>
            <a:lvl6pPr lvl="5">
              <a:spcBef>
                <a:spcPts val="0"/>
              </a:spcBef>
              <a:spcAft>
                <a:spcPts val="0"/>
              </a:spcAft>
              <a:buClr>
                <a:schemeClr val="lt1"/>
              </a:buClr>
              <a:buSzPts val="2000"/>
              <a:buFont typeface="Urbanist Medium"/>
              <a:buNone/>
              <a:defRPr sz="2000">
                <a:solidFill>
                  <a:schemeClr val="lt1"/>
                </a:solidFill>
                <a:latin typeface="Urbanist Medium"/>
                <a:ea typeface="Urbanist Medium"/>
                <a:cs typeface="Urbanist Medium"/>
                <a:sym typeface="Urbanist Medium"/>
              </a:defRPr>
            </a:lvl6pPr>
            <a:lvl7pPr lvl="6">
              <a:spcBef>
                <a:spcPts val="0"/>
              </a:spcBef>
              <a:spcAft>
                <a:spcPts val="0"/>
              </a:spcAft>
              <a:buClr>
                <a:schemeClr val="lt1"/>
              </a:buClr>
              <a:buSzPts val="2000"/>
              <a:buFont typeface="Urbanist Medium"/>
              <a:buNone/>
              <a:defRPr sz="2000">
                <a:solidFill>
                  <a:schemeClr val="lt1"/>
                </a:solidFill>
                <a:latin typeface="Urbanist Medium"/>
                <a:ea typeface="Urbanist Medium"/>
                <a:cs typeface="Urbanist Medium"/>
                <a:sym typeface="Urbanist Medium"/>
              </a:defRPr>
            </a:lvl7pPr>
            <a:lvl8pPr lvl="7">
              <a:spcBef>
                <a:spcPts val="0"/>
              </a:spcBef>
              <a:spcAft>
                <a:spcPts val="0"/>
              </a:spcAft>
              <a:buClr>
                <a:schemeClr val="lt1"/>
              </a:buClr>
              <a:buSzPts val="2000"/>
              <a:buFont typeface="Urbanist Medium"/>
              <a:buNone/>
              <a:defRPr sz="2000">
                <a:solidFill>
                  <a:schemeClr val="lt1"/>
                </a:solidFill>
                <a:latin typeface="Urbanist Medium"/>
                <a:ea typeface="Urbanist Medium"/>
                <a:cs typeface="Urbanist Medium"/>
                <a:sym typeface="Urbanist Medium"/>
              </a:defRPr>
            </a:lvl8pPr>
            <a:lvl9pPr lvl="8">
              <a:spcBef>
                <a:spcPts val="0"/>
              </a:spcBef>
              <a:spcAft>
                <a:spcPts val="0"/>
              </a:spcAft>
              <a:buClr>
                <a:schemeClr val="lt1"/>
              </a:buClr>
              <a:buSzPts val="2000"/>
              <a:buFont typeface="Urbanist Medium"/>
              <a:buNone/>
              <a:defRPr sz="2000">
                <a:solidFill>
                  <a:schemeClr val="lt1"/>
                </a:solidFill>
                <a:latin typeface="Urbanist Medium"/>
                <a:ea typeface="Urbanist Medium"/>
                <a:cs typeface="Urbanist Medium"/>
                <a:sym typeface="Urbanist Medium"/>
              </a:defRPr>
            </a:lvl9pPr>
          </a:lstStyle>
          <a:p/>
        </p:txBody>
      </p:sp>
      <p:sp>
        <p:nvSpPr>
          <p:cNvPr id="356" name="Google Shape;356;p31"/>
          <p:cNvSpPr txBox="1"/>
          <p:nvPr>
            <p:ph idx="4" type="subTitle"/>
          </p:nvPr>
        </p:nvSpPr>
        <p:spPr>
          <a:xfrm>
            <a:off x="4406650" y="1909660"/>
            <a:ext cx="4409700" cy="54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Clr>
                <a:schemeClr val="lt1"/>
              </a:buClr>
              <a:buSzPts val="2000"/>
              <a:buFont typeface="Urbanist Medium"/>
              <a:buNone/>
              <a:defRPr sz="2000">
                <a:solidFill>
                  <a:schemeClr val="lt1"/>
                </a:solidFill>
                <a:latin typeface="Urbanist Medium"/>
                <a:ea typeface="Urbanist Medium"/>
                <a:cs typeface="Urbanist Medium"/>
                <a:sym typeface="Urbanist Medium"/>
              </a:defRPr>
            </a:lvl1pPr>
            <a:lvl2pPr lvl="1">
              <a:spcBef>
                <a:spcPts val="0"/>
              </a:spcBef>
              <a:spcAft>
                <a:spcPts val="0"/>
              </a:spcAft>
              <a:buClr>
                <a:schemeClr val="lt1"/>
              </a:buClr>
              <a:buSzPts val="2000"/>
              <a:buFont typeface="Urbanist Medium"/>
              <a:buNone/>
              <a:defRPr sz="2000">
                <a:solidFill>
                  <a:schemeClr val="lt1"/>
                </a:solidFill>
                <a:latin typeface="Urbanist Medium"/>
                <a:ea typeface="Urbanist Medium"/>
                <a:cs typeface="Urbanist Medium"/>
                <a:sym typeface="Urbanist Medium"/>
              </a:defRPr>
            </a:lvl2pPr>
            <a:lvl3pPr lvl="2">
              <a:spcBef>
                <a:spcPts val="0"/>
              </a:spcBef>
              <a:spcAft>
                <a:spcPts val="0"/>
              </a:spcAft>
              <a:buClr>
                <a:schemeClr val="lt1"/>
              </a:buClr>
              <a:buSzPts val="2000"/>
              <a:buFont typeface="Urbanist Medium"/>
              <a:buNone/>
              <a:defRPr sz="2000">
                <a:solidFill>
                  <a:schemeClr val="lt1"/>
                </a:solidFill>
                <a:latin typeface="Urbanist Medium"/>
                <a:ea typeface="Urbanist Medium"/>
                <a:cs typeface="Urbanist Medium"/>
                <a:sym typeface="Urbanist Medium"/>
              </a:defRPr>
            </a:lvl3pPr>
            <a:lvl4pPr lvl="3">
              <a:spcBef>
                <a:spcPts val="0"/>
              </a:spcBef>
              <a:spcAft>
                <a:spcPts val="0"/>
              </a:spcAft>
              <a:buClr>
                <a:schemeClr val="lt1"/>
              </a:buClr>
              <a:buSzPts val="2000"/>
              <a:buFont typeface="Urbanist Medium"/>
              <a:buNone/>
              <a:defRPr sz="2000">
                <a:solidFill>
                  <a:schemeClr val="lt1"/>
                </a:solidFill>
                <a:latin typeface="Urbanist Medium"/>
                <a:ea typeface="Urbanist Medium"/>
                <a:cs typeface="Urbanist Medium"/>
                <a:sym typeface="Urbanist Medium"/>
              </a:defRPr>
            </a:lvl4pPr>
            <a:lvl5pPr lvl="4">
              <a:spcBef>
                <a:spcPts val="0"/>
              </a:spcBef>
              <a:spcAft>
                <a:spcPts val="0"/>
              </a:spcAft>
              <a:buClr>
                <a:schemeClr val="lt1"/>
              </a:buClr>
              <a:buSzPts val="2000"/>
              <a:buFont typeface="Urbanist Medium"/>
              <a:buNone/>
              <a:defRPr sz="2000">
                <a:solidFill>
                  <a:schemeClr val="lt1"/>
                </a:solidFill>
                <a:latin typeface="Urbanist Medium"/>
                <a:ea typeface="Urbanist Medium"/>
                <a:cs typeface="Urbanist Medium"/>
                <a:sym typeface="Urbanist Medium"/>
              </a:defRPr>
            </a:lvl5pPr>
            <a:lvl6pPr lvl="5">
              <a:spcBef>
                <a:spcPts val="0"/>
              </a:spcBef>
              <a:spcAft>
                <a:spcPts val="0"/>
              </a:spcAft>
              <a:buClr>
                <a:schemeClr val="lt1"/>
              </a:buClr>
              <a:buSzPts val="2000"/>
              <a:buFont typeface="Urbanist Medium"/>
              <a:buNone/>
              <a:defRPr sz="2000">
                <a:solidFill>
                  <a:schemeClr val="lt1"/>
                </a:solidFill>
                <a:latin typeface="Urbanist Medium"/>
                <a:ea typeface="Urbanist Medium"/>
                <a:cs typeface="Urbanist Medium"/>
                <a:sym typeface="Urbanist Medium"/>
              </a:defRPr>
            </a:lvl6pPr>
            <a:lvl7pPr lvl="6">
              <a:spcBef>
                <a:spcPts val="0"/>
              </a:spcBef>
              <a:spcAft>
                <a:spcPts val="0"/>
              </a:spcAft>
              <a:buClr>
                <a:schemeClr val="lt1"/>
              </a:buClr>
              <a:buSzPts val="2000"/>
              <a:buFont typeface="Urbanist Medium"/>
              <a:buNone/>
              <a:defRPr sz="2000">
                <a:solidFill>
                  <a:schemeClr val="lt1"/>
                </a:solidFill>
                <a:latin typeface="Urbanist Medium"/>
                <a:ea typeface="Urbanist Medium"/>
                <a:cs typeface="Urbanist Medium"/>
                <a:sym typeface="Urbanist Medium"/>
              </a:defRPr>
            </a:lvl7pPr>
            <a:lvl8pPr lvl="7">
              <a:spcBef>
                <a:spcPts val="0"/>
              </a:spcBef>
              <a:spcAft>
                <a:spcPts val="0"/>
              </a:spcAft>
              <a:buClr>
                <a:schemeClr val="lt1"/>
              </a:buClr>
              <a:buSzPts val="2000"/>
              <a:buFont typeface="Urbanist Medium"/>
              <a:buNone/>
              <a:defRPr sz="2000">
                <a:solidFill>
                  <a:schemeClr val="lt1"/>
                </a:solidFill>
                <a:latin typeface="Urbanist Medium"/>
                <a:ea typeface="Urbanist Medium"/>
                <a:cs typeface="Urbanist Medium"/>
                <a:sym typeface="Urbanist Medium"/>
              </a:defRPr>
            </a:lvl8pPr>
            <a:lvl9pPr lvl="8">
              <a:spcBef>
                <a:spcPts val="0"/>
              </a:spcBef>
              <a:spcAft>
                <a:spcPts val="0"/>
              </a:spcAft>
              <a:buClr>
                <a:schemeClr val="lt1"/>
              </a:buClr>
              <a:buSzPts val="2000"/>
              <a:buFont typeface="Urbanist Medium"/>
              <a:buNone/>
              <a:defRPr sz="2000">
                <a:solidFill>
                  <a:schemeClr val="lt1"/>
                </a:solidFill>
                <a:latin typeface="Urbanist Medium"/>
                <a:ea typeface="Urbanist Medium"/>
                <a:cs typeface="Urbanist Medium"/>
                <a:sym typeface="Urbanist Medium"/>
              </a:defRPr>
            </a:lvl9pPr>
          </a:lstStyle>
          <a:p/>
        </p:txBody>
      </p:sp>
      <p:sp>
        <p:nvSpPr>
          <p:cNvPr id="357" name="Google Shape;357;p31"/>
          <p:cNvSpPr txBox="1"/>
          <p:nvPr>
            <p:ph idx="5" type="subTitle"/>
          </p:nvPr>
        </p:nvSpPr>
        <p:spPr>
          <a:xfrm>
            <a:off x="4406650" y="4183525"/>
            <a:ext cx="4409700" cy="54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Clr>
                <a:schemeClr val="lt1"/>
              </a:buClr>
              <a:buSzPts val="2000"/>
              <a:buFont typeface="Urbanist Medium"/>
              <a:buNone/>
              <a:defRPr sz="2000">
                <a:solidFill>
                  <a:schemeClr val="lt1"/>
                </a:solidFill>
                <a:latin typeface="Urbanist Medium"/>
                <a:ea typeface="Urbanist Medium"/>
                <a:cs typeface="Urbanist Medium"/>
                <a:sym typeface="Urbanist Medium"/>
              </a:defRPr>
            </a:lvl1pPr>
            <a:lvl2pPr lvl="1">
              <a:spcBef>
                <a:spcPts val="0"/>
              </a:spcBef>
              <a:spcAft>
                <a:spcPts val="0"/>
              </a:spcAft>
              <a:buClr>
                <a:schemeClr val="lt1"/>
              </a:buClr>
              <a:buSzPts val="2000"/>
              <a:buFont typeface="Urbanist Medium"/>
              <a:buNone/>
              <a:defRPr sz="2000">
                <a:solidFill>
                  <a:schemeClr val="lt1"/>
                </a:solidFill>
                <a:latin typeface="Urbanist Medium"/>
                <a:ea typeface="Urbanist Medium"/>
                <a:cs typeface="Urbanist Medium"/>
                <a:sym typeface="Urbanist Medium"/>
              </a:defRPr>
            </a:lvl2pPr>
            <a:lvl3pPr lvl="2">
              <a:spcBef>
                <a:spcPts val="0"/>
              </a:spcBef>
              <a:spcAft>
                <a:spcPts val="0"/>
              </a:spcAft>
              <a:buClr>
                <a:schemeClr val="lt1"/>
              </a:buClr>
              <a:buSzPts val="2000"/>
              <a:buFont typeface="Urbanist Medium"/>
              <a:buNone/>
              <a:defRPr sz="2000">
                <a:solidFill>
                  <a:schemeClr val="lt1"/>
                </a:solidFill>
                <a:latin typeface="Urbanist Medium"/>
                <a:ea typeface="Urbanist Medium"/>
                <a:cs typeface="Urbanist Medium"/>
                <a:sym typeface="Urbanist Medium"/>
              </a:defRPr>
            </a:lvl3pPr>
            <a:lvl4pPr lvl="3">
              <a:spcBef>
                <a:spcPts val="0"/>
              </a:spcBef>
              <a:spcAft>
                <a:spcPts val="0"/>
              </a:spcAft>
              <a:buClr>
                <a:schemeClr val="lt1"/>
              </a:buClr>
              <a:buSzPts val="2000"/>
              <a:buFont typeface="Urbanist Medium"/>
              <a:buNone/>
              <a:defRPr sz="2000">
                <a:solidFill>
                  <a:schemeClr val="lt1"/>
                </a:solidFill>
                <a:latin typeface="Urbanist Medium"/>
                <a:ea typeface="Urbanist Medium"/>
                <a:cs typeface="Urbanist Medium"/>
                <a:sym typeface="Urbanist Medium"/>
              </a:defRPr>
            </a:lvl4pPr>
            <a:lvl5pPr lvl="4">
              <a:spcBef>
                <a:spcPts val="0"/>
              </a:spcBef>
              <a:spcAft>
                <a:spcPts val="0"/>
              </a:spcAft>
              <a:buClr>
                <a:schemeClr val="lt1"/>
              </a:buClr>
              <a:buSzPts val="2000"/>
              <a:buFont typeface="Urbanist Medium"/>
              <a:buNone/>
              <a:defRPr sz="2000">
                <a:solidFill>
                  <a:schemeClr val="lt1"/>
                </a:solidFill>
                <a:latin typeface="Urbanist Medium"/>
                <a:ea typeface="Urbanist Medium"/>
                <a:cs typeface="Urbanist Medium"/>
                <a:sym typeface="Urbanist Medium"/>
              </a:defRPr>
            </a:lvl5pPr>
            <a:lvl6pPr lvl="5">
              <a:spcBef>
                <a:spcPts val="0"/>
              </a:spcBef>
              <a:spcAft>
                <a:spcPts val="0"/>
              </a:spcAft>
              <a:buClr>
                <a:schemeClr val="lt1"/>
              </a:buClr>
              <a:buSzPts val="2000"/>
              <a:buFont typeface="Urbanist Medium"/>
              <a:buNone/>
              <a:defRPr sz="2000">
                <a:solidFill>
                  <a:schemeClr val="lt1"/>
                </a:solidFill>
                <a:latin typeface="Urbanist Medium"/>
                <a:ea typeface="Urbanist Medium"/>
                <a:cs typeface="Urbanist Medium"/>
                <a:sym typeface="Urbanist Medium"/>
              </a:defRPr>
            </a:lvl6pPr>
            <a:lvl7pPr lvl="6">
              <a:spcBef>
                <a:spcPts val="0"/>
              </a:spcBef>
              <a:spcAft>
                <a:spcPts val="0"/>
              </a:spcAft>
              <a:buClr>
                <a:schemeClr val="lt1"/>
              </a:buClr>
              <a:buSzPts val="2000"/>
              <a:buFont typeface="Urbanist Medium"/>
              <a:buNone/>
              <a:defRPr sz="2000">
                <a:solidFill>
                  <a:schemeClr val="lt1"/>
                </a:solidFill>
                <a:latin typeface="Urbanist Medium"/>
                <a:ea typeface="Urbanist Medium"/>
                <a:cs typeface="Urbanist Medium"/>
                <a:sym typeface="Urbanist Medium"/>
              </a:defRPr>
            </a:lvl7pPr>
            <a:lvl8pPr lvl="7">
              <a:spcBef>
                <a:spcPts val="0"/>
              </a:spcBef>
              <a:spcAft>
                <a:spcPts val="0"/>
              </a:spcAft>
              <a:buClr>
                <a:schemeClr val="lt1"/>
              </a:buClr>
              <a:buSzPts val="2000"/>
              <a:buFont typeface="Urbanist Medium"/>
              <a:buNone/>
              <a:defRPr sz="2000">
                <a:solidFill>
                  <a:schemeClr val="lt1"/>
                </a:solidFill>
                <a:latin typeface="Urbanist Medium"/>
                <a:ea typeface="Urbanist Medium"/>
                <a:cs typeface="Urbanist Medium"/>
                <a:sym typeface="Urbanist Medium"/>
              </a:defRPr>
            </a:lvl8pPr>
            <a:lvl9pPr lvl="8">
              <a:spcBef>
                <a:spcPts val="0"/>
              </a:spcBef>
              <a:spcAft>
                <a:spcPts val="0"/>
              </a:spcAft>
              <a:buClr>
                <a:schemeClr val="lt1"/>
              </a:buClr>
              <a:buSzPts val="2000"/>
              <a:buFont typeface="Urbanist Medium"/>
              <a:buNone/>
              <a:defRPr sz="2000">
                <a:solidFill>
                  <a:schemeClr val="lt1"/>
                </a:solidFill>
                <a:latin typeface="Urbanist Medium"/>
                <a:ea typeface="Urbanist Medium"/>
                <a:cs typeface="Urbanist Medium"/>
                <a:sym typeface="Urbanist Medium"/>
              </a:defRPr>
            </a:lvl9pPr>
          </a:lstStyle>
          <a:p/>
        </p:txBody>
      </p:sp>
      <p:sp>
        <p:nvSpPr>
          <p:cNvPr id="358" name="Google Shape;358;p31"/>
          <p:cNvSpPr txBox="1"/>
          <p:nvPr>
            <p:ph idx="6" type="subTitle"/>
          </p:nvPr>
        </p:nvSpPr>
        <p:spPr>
          <a:xfrm>
            <a:off x="4406650" y="2667615"/>
            <a:ext cx="4409700" cy="54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Clr>
                <a:schemeClr val="lt1"/>
              </a:buClr>
              <a:buSzPts val="2000"/>
              <a:buFont typeface="Urbanist Medium"/>
              <a:buNone/>
              <a:defRPr sz="2000">
                <a:solidFill>
                  <a:schemeClr val="lt1"/>
                </a:solidFill>
                <a:latin typeface="Urbanist Medium"/>
                <a:ea typeface="Urbanist Medium"/>
                <a:cs typeface="Urbanist Medium"/>
                <a:sym typeface="Urbanist Medium"/>
              </a:defRPr>
            </a:lvl1pPr>
            <a:lvl2pPr lvl="1">
              <a:spcBef>
                <a:spcPts val="0"/>
              </a:spcBef>
              <a:spcAft>
                <a:spcPts val="0"/>
              </a:spcAft>
              <a:buClr>
                <a:schemeClr val="lt1"/>
              </a:buClr>
              <a:buSzPts val="2000"/>
              <a:buFont typeface="Urbanist Medium"/>
              <a:buNone/>
              <a:defRPr sz="2000">
                <a:solidFill>
                  <a:schemeClr val="lt1"/>
                </a:solidFill>
                <a:latin typeface="Urbanist Medium"/>
                <a:ea typeface="Urbanist Medium"/>
                <a:cs typeface="Urbanist Medium"/>
                <a:sym typeface="Urbanist Medium"/>
              </a:defRPr>
            </a:lvl2pPr>
            <a:lvl3pPr lvl="2">
              <a:spcBef>
                <a:spcPts val="0"/>
              </a:spcBef>
              <a:spcAft>
                <a:spcPts val="0"/>
              </a:spcAft>
              <a:buClr>
                <a:schemeClr val="lt1"/>
              </a:buClr>
              <a:buSzPts val="2000"/>
              <a:buFont typeface="Urbanist Medium"/>
              <a:buNone/>
              <a:defRPr sz="2000">
                <a:solidFill>
                  <a:schemeClr val="lt1"/>
                </a:solidFill>
                <a:latin typeface="Urbanist Medium"/>
                <a:ea typeface="Urbanist Medium"/>
                <a:cs typeface="Urbanist Medium"/>
                <a:sym typeface="Urbanist Medium"/>
              </a:defRPr>
            </a:lvl3pPr>
            <a:lvl4pPr lvl="3">
              <a:spcBef>
                <a:spcPts val="0"/>
              </a:spcBef>
              <a:spcAft>
                <a:spcPts val="0"/>
              </a:spcAft>
              <a:buClr>
                <a:schemeClr val="lt1"/>
              </a:buClr>
              <a:buSzPts val="2000"/>
              <a:buFont typeface="Urbanist Medium"/>
              <a:buNone/>
              <a:defRPr sz="2000">
                <a:solidFill>
                  <a:schemeClr val="lt1"/>
                </a:solidFill>
                <a:latin typeface="Urbanist Medium"/>
                <a:ea typeface="Urbanist Medium"/>
                <a:cs typeface="Urbanist Medium"/>
                <a:sym typeface="Urbanist Medium"/>
              </a:defRPr>
            </a:lvl4pPr>
            <a:lvl5pPr lvl="4">
              <a:spcBef>
                <a:spcPts val="0"/>
              </a:spcBef>
              <a:spcAft>
                <a:spcPts val="0"/>
              </a:spcAft>
              <a:buClr>
                <a:schemeClr val="lt1"/>
              </a:buClr>
              <a:buSzPts val="2000"/>
              <a:buFont typeface="Urbanist Medium"/>
              <a:buNone/>
              <a:defRPr sz="2000">
                <a:solidFill>
                  <a:schemeClr val="lt1"/>
                </a:solidFill>
                <a:latin typeface="Urbanist Medium"/>
                <a:ea typeface="Urbanist Medium"/>
                <a:cs typeface="Urbanist Medium"/>
                <a:sym typeface="Urbanist Medium"/>
              </a:defRPr>
            </a:lvl5pPr>
            <a:lvl6pPr lvl="5">
              <a:spcBef>
                <a:spcPts val="0"/>
              </a:spcBef>
              <a:spcAft>
                <a:spcPts val="0"/>
              </a:spcAft>
              <a:buClr>
                <a:schemeClr val="lt1"/>
              </a:buClr>
              <a:buSzPts val="2000"/>
              <a:buFont typeface="Urbanist Medium"/>
              <a:buNone/>
              <a:defRPr sz="2000">
                <a:solidFill>
                  <a:schemeClr val="lt1"/>
                </a:solidFill>
                <a:latin typeface="Urbanist Medium"/>
                <a:ea typeface="Urbanist Medium"/>
                <a:cs typeface="Urbanist Medium"/>
                <a:sym typeface="Urbanist Medium"/>
              </a:defRPr>
            </a:lvl6pPr>
            <a:lvl7pPr lvl="6">
              <a:spcBef>
                <a:spcPts val="0"/>
              </a:spcBef>
              <a:spcAft>
                <a:spcPts val="0"/>
              </a:spcAft>
              <a:buClr>
                <a:schemeClr val="lt1"/>
              </a:buClr>
              <a:buSzPts val="2000"/>
              <a:buFont typeface="Urbanist Medium"/>
              <a:buNone/>
              <a:defRPr sz="2000">
                <a:solidFill>
                  <a:schemeClr val="lt1"/>
                </a:solidFill>
                <a:latin typeface="Urbanist Medium"/>
                <a:ea typeface="Urbanist Medium"/>
                <a:cs typeface="Urbanist Medium"/>
                <a:sym typeface="Urbanist Medium"/>
              </a:defRPr>
            </a:lvl7pPr>
            <a:lvl8pPr lvl="7">
              <a:spcBef>
                <a:spcPts val="0"/>
              </a:spcBef>
              <a:spcAft>
                <a:spcPts val="0"/>
              </a:spcAft>
              <a:buClr>
                <a:schemeClr val="lt1"/>
              </a:buClr>
              <a:buSzPts val="2000"/>
              <a:buFont typeface="Urbanist Medium"/>
              <a:buNone/>
              <a:defRPr sz="2000">
                <a:solidFill>
                  <a:schemeClr val="lt1"/>
                </a:solidFill>
                <a:latin typeface="Urbanist Medium"/>
                <a:ea typeface="Urbanist Medium"/>
                <a:cs typeface="Urbanist Medium"/>
                <a:sym typeface="Urbanist Medium"/>
              </a:defRPr>
            </a:lvl8pPr>
            <a:lvl9pPr lvl="8">
              <a:spcBef>
                <a:spcPts val="0"/>
              </a:spcBef>
              <a:spcAft>
                <a:spcPts val="0"/>
              </a:spcAft>
              <a:buClr>
                <a:schemeClr val="lt1"/>
              </a:buClr>
              <a:buSzPts val="2000"/>
              <a:buFont typeface="Urbanist Medium"/>
              <a:buNone/>
              <a:defRPr sz="2000">
                <a:solidFill>
                  <a:schemeClr val="lt1"/>
                </a:solidFill>
                <a:latin typeface="Urbanist Medium"/>
                <a:ea typeface="Urbanist Medium"/>
                <a:cs typeface="Urbanist Medium"/>
                <a:sym typeface="Urbanist Medium"/>
              </a:defRPr>
            </a:lvl9pPr>
          </a:lstStyle>
          <a:p/>
        </p:txBody>
      </p:sp>
      <p:sp>
        <p:nvSpPr>
          <p:cNvPr id="359" name="Google Shape;359;p31"/>
          <p:cNvSpPr txBox="1"/>
          <p:nvPr>
            <p:ph idx="12" type="sldNum"/>
          </p:nvPr>
        </p:nvSpPr>
        <p:spPr>
          <a:xfrm>
            <a:off x="8556784" y="4749851"/>
            <a:ext cx="548700" cy="393600"/>
          </a:xfrm>
          <a:prstGeom prst="rect">
            <a:avLst/>
          </a:prstGeom>
        </p:spPr>
        <p:txBody>
          <a:bodyPr anchorCtr="0" anchor="ctr" bIns="91425" lIns="91425" spcFirstLastPara="1" rIns="91425" wrap="square" tIns="91425">
            <a:noAutofit/>
          </a:bodyPr>
          <a:lstStyle>
            <a:lvl1pPr lvl="0">
              <a:buNone/>
              <a:defRPr>
                <a:solidFill>
                  <a:srgbClr val="000000"/>
                </a:solidFill>
              </a:defRPr>
            </a:lvl1pPr>
            <a:lvl2pPr lvl="1">
              <a:buNone/>
              <a:defRPr>
                <a:solidFill>
                  <a:srgbClr val="000000"/>
                </a:solidFill>
              </a:defRPr>
            </a:lvl2pPr>
            <a:lvl3pPr lvl="2">
              <a:buNone/>
              <a:defRPr>
                <a:solidFill>
                  <a:srgbClr val="000000"/>
                </a:solidFill>
              </a:defRPr>
            </a:lvl3pPr>
            <a:lvl4pPr lvl="3">
              <a:buNone/>
              <a:defRPr>
                <a:solidFill>
                  <a:srgbClr val="000000"/>
                </a:solidFill>
              </a:defRPr>
            </a:lvl4pPr>
            <a:lvl5pPr lvl="4">
              <a:buNone/>
              <a:defRPr>
                <a:solidFill>
                  <a:srgbClr val="000000"/>
                </a:solidFill>
              </a:defRPr>
            </a:lvl5pPr>
            <a:lvl6pPr lvl="5">
              <a:buNone/>
              <a:defRPr>
                <a:solidFill>
                  <a:srgbClr val="000000"/>
                </a:solidFill>
              </a:defRPr>
            </a:lvl6pPr>
            <a:lvl7pPr lvl="6">
              <a:buNone/>
              <a:defRPr>
                <a:solidFill>
                  <a:srgbClr val="000000"/>
                </a:solidFill>
              </a:defRPr>
            </a:lvl7pPr>
            <a:lvl8pPr lvl="7">
              <a:buNone/>
              <a:defRPr>
                <a:solidFill>
                  <a:srgbClr val="000000"/>
                </a:solidFill>
              </a:defRPr>
            </a:lvl8pPr>
            <a:lvl9pPr lvl="8">
              <a:buNone/>
              <a:defRPr>
                <a:solidFill>
                  <a:srgbClr val="000000"/>
                </a:solidFill>
              </a:defRPr>
            </a:lvl9pPr>
          </a:lstStyle>
          <a:p>
            <a:pPr indent="0" lvl="0" marL="0" rtl="0" algn="r">
              <a:spcBef>
                <a:spcPts val="0"/>
              </a:spcBef>
              <a:spcAft>
                <a:spcPts val="0"/>
              </a:spcAft>
              <a:buNone/>
            </a:pPr>
            <a:fld id="{00000000-1234-1234-1234-123412341234}" type="slidenum">
              <a:rPr lang="en"/>
              <a:t>‹#›</a:t>
            </a:fld>
            <a:endParaRPr/>
          </a:p>
        </p:txBody>
      </p:sp>
      <p:sp>
        <p:nvSpPr>
          <p:cNvPr id="360" name="Google Shape;360;p31"/>
          <p:cNvSpPr txBox="1"/>
          <p:nvPr>
            <p:ph idx="7" type="subTitle"/>
          </p:nvPr>
        </p:nvSpPr>
        <p:spPr>
          <a:xfrm>
            <a:off x="3154650" y="4675975"/>
            <a:ext cx="2835000" cy="466800"/>
          </a:xfrm>
          <a:prstGeom prst="rect">
            <a:avLst/>
          </a:prstGeom>
          <a:noFill/>
          <a:ln>
            <a:noFill/>
          </a:ln>
        </p:spPr>
        <p:txBody>
          <a:bodyPr anchorCtr="0" anchor="ctr" bIns="0" lIns="0" spcFirstLastPara="1" rIns="0" wrap="square" tIns="0">
            <a:noAutofit/>
          </a:bodyPr>
          <a:lstStyle>
            <a:lvl1pPr lvl="0" algn="ct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pic>
        <p:nvPicPr>
          <p:cNvPr id="361" name="Google Shape;361;p31"/>
          <p:cNvPicPr preferRelativeResize="0"/>
          <p:nvPr/>
        </p:nvPicPr>
        <p:blipFill>
          <a:blip r:embed="rId3">
            <a:alphaModFix/>
          </a:blip>
          <a:stretch>
            <a:fillRect/>
          </a:stretch>
        </p:blipFill>
        <p:spPr>
          <a:xfrm>
            <a:off x="228600" y="4837043"/>
            <a:ext cx="567051" cy="144675"/>
          </a:xfrm>
          <a:prstGeom prst="rect">
            <a:avLst/>
          </a:prstGeom>
          <a:noFill/>
          <a:ln>
            <a:noFill/>
          </a:ln>
        </p:spPr>
      </p:pic>
      <p:sp>
        <p:nvSpPr>
          <p:cNvPr id="362" name="Google Shape;362;p31"/>
          <p:cNvSpPr txBox="1"/>
          <p:nvPr>
            <p:ph idx="8" type="sldNum"/>
          </p:nvPr>
        </p:nvSpPr>
        <p:spPr>
          <a:xfrm>
            <a:off x="8348225" y="4666247"/>
            <a:ext cx="567000" cy="466800"/>
          </a:xfrm>
          <a:prstGeom prst="rect">
            <a:avLst/>
          </a:prstGeom>
        </p:spPr>
        <p:txBody>
          <a:bodyPr anchorCtr="0" anchor="ctr" bIns="91425" lIns="91425" spcFirstLastPara="1" rIns="91425" wrap="square" tIns="91425">
            <a:noAutofit/>
          </a:bodyPr>
          <a:lstStyle>
            <a:lvl1pPr lvl="0">
              <a:buNone/>
              <a:defRPr sz="700">
                <a:solidFill>
                  <a:schemeClr val="lt1"/>
                </a:solidFill>
              </a:defRPr>
            </a:lvl1pPr>
            <a:lvl2pPr lvl="1">
              <a:buNone/>
              <a:defRPr sz="700">
                <a:solidFill>
                  <a:schemeClr val="lt1"/>
                </a:solidFill>
              </a:defRPr>
            </a:lvl2pPr>
            <a:lvl3pPr lvl="2">
              <a:buNone/>
              <a:defRPr sz="700">
                <a:solidFill>
                  <a:schemeClr val="lt1"/>
                </a:solidFill>
              </a:defRPr>
            </a:lvl3pPr>
            <a:lvl4pPr lvl="3">
              <a:buNone/>
              <a:defRPr sz="700">
                <a:solidFill>
                  <a:schemeClr val="lt1"/>
                </a:solidFill>
              </a:defRPr>
            </a:lvl4pPr>
            <a:lvl5pPr lvl="4">
              <a:buNone/>
              <a:defRPr sz="700">
                <a:solidFill>
                  <a:schemeClr val="lt1"/>
                </a:solidFill>
              </a:defRPr>
            </a:lvl5pPr>
            <a:lvl6pPr lvl="5">
              <a:buNone/>
              <a:defRPr sz="700">
                <a:solidFill>
                  <a:schemeClr val="lt1"/>
                </a:solidFill>
              </a:defRPr>
            </a:lvl6pPr>
            <a:lvl7pPr lvl="6">
              <a:buNone/>
              <a:defRPr sz="700">
                <a:solidFill>
                  <a:schemeClr val="lt1"/>
                </a:solidFill>
              </a:defRPr>
            </a:lvl7pPr>
            <a:lvl8pPr lvl="7">
              <a:buNone/>
              <a:defRPr sz="700">
                <a:solidFill>
                  <a:schemeClr val="lt1"/>
                </a:solidFill>
              </a:defRPr>
            </a:lvl8pPr>
            <a:lvl9pPr lvl="8">
              <a:buNone/>
              <a:defRPr sz="700">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363" name="Shape 363"/>
        <p:cNvGrpSpPr/>
        <p:nvPr/>
      </p:nvGrpSpPr>
      <p:grpSpPr>
        <a:xfrm>
          <a:off x="0" y="0"/>
          <a:ext cx="0" cy="0"/>
          <a:chOff x="0" y="0"/>
          <a:chExt cx="0" cy="0"/>
        </a:xfrm>
      </p:grpSpPr>
      <p:sp>
        <p:nvSpPr>
          <p:cNvPr id="364" name="Google Shape;364;p32"/>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65" name="Google Shape;365;p32"/>
          <p:cNvSpPr txBox="1"/>
          <p:nvPr>
            <p:ph idx="1" type="body"/>
          </p:nvPr>
        </p:nvSpPr>
        <p:spPr>
          <a:xfrm>
            <a:off x="311700" y="1152475"/>
            <a:ext cx="4473900" cy="3416400"/>
          </a:xfrm>
          <a:prstGeom prst="rect">
            <a:avLst/>
          </a:prstGeom>
          <a:noFill/>
          <a:ln>
            <a:noFill/>
          </a:ln>
        </p:spPr>
        <p:txBody>
          <a:bodyPr anchorCtr="0" anchor="ctr"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66" name="Google Shape;366;p32"/>
          <p:cNvSpPr/>
          <p:nvPr>
            <p:ph idx="2" type="pic"/>
          </p:nvPr>
        </p:nvSpPr>
        <p:spPr>
          <a:xfrm>
            <a:off x="4992024" y="1152775"/>
            <a:ext cx="3840300" cy="3416400"/>
          </a:xfrm>
          <a:prstGeom prst="rect">
            <a:avLst/>
          </a:prstGeom>
          <a:noFill/>
          <a:ln>
            <a:noFill/>
          </a:ln>
        </p:spPr>
      </p:sp>
      <p:pic>
        <p:nvPicPr>
          <p:cNvPr id="367" name="Google Shape;367;p32"/>
          <p:cNvPicPr preferRelativeResize="0"/>
          <p:nvPr/>
        </p:nvPicPr>
        <p:blipFill rotWithShape="1">
          <a:blip r:embed="rId2">
            <a:alphaModFix/>
          </a:blip>
          <a:srcRect b="-9999" l="0" r="0" t="0"/>
          <a:stretch/>
        </p:blipFill>
        <p:spPr>
          <a:xfrm>
            <a:off x="0" y="0"/>
            <a:ext cx="9144003" cy="5143501"/>
          </a:xfrm>
          <a:prstGeom prst="rect">
            <a:avLst/>
          </a:prstGeom>
          <a:noFill/>
          <a:ln>
            <a:noFill/>
          </a:ln>
        </p:spPr>
      </p:pic>
      <p:sp>
        <p:nvSpPr>
          <p:cNvPr id="368" name="Google Shape;368;p32"/>
          <p:cNvSpPr txBox="1"/>
          <p:nvPr>
            <p:ph idx="12" type="sldNum"/>
          </p:nvPr>
        </p:nvSpPr>
        <p:spPr>
          <a:xfrm>
            <a:off x="8556784" y="4749851"/>
            <a:ext cx="548700" cy="393600"/>
          </a:xfrm>
          <a:prstGeom prst="rect">
            <a:avLst/>
          </a:prstGeom>
        </p:spPr>
        <p:txBody>
          <a:bodyPr anchorCtr="0" anchor="ctr" bIns="91425" lIns="91425" spcFirstLastPara="1" rIns="91425" wrap="square" tIns="91425">
            <a:noAutofit/>
          </a:bodyPr>
          <a:lstStyle>
            <a:lvl1pPr lvl="0">
              <a:buNone/>
              <a:defRPr>
                <a:solidFill>
                  <a:srgbClr val="000000"/>
                </a:solidFill>
              </a:defRPr>
            </a:lvl1pPr>
            <a:lvl2pPr lvl="1">
              <a:buNone/>
              <a:defRPr>
                <a:solidFill>
                  <a:srgbClr val="000000"/>
                </a:solidFill>
              </a:defRPr>
            </a:lvl2pPr>
            <a:lvl3pPr lvl="2">
              <a:buNone/>
              <a:defRPr>
                <a:solidFill>
                  <a:srgbClr val="000000"/>
                </a:solidFill>
              </a:defRPr>
            </a:lvl3pPr>
            <a:lvl4pPr lvl="3">
              <a:buNone/>
              <a:defRPr>
                <a:solidFill>
                  <a:srgbClr val="000000"/>
                </a:solidFill>
              </a:defRPr>
            </a:lvl4pPr>
            <a:lvl5pPr lvl="4">
              <a:buNone/>
              <a:defRPr>
                <a:solidFill>
                  <a:srgbClr val="000000"/>
                </a:solidFill>
              </a:defRPr>
            </a:lvl5pPr>
            <a:lvl6pPr lvl="5">
              <a:buNone/>
              <a:defRPr>
                <a:solidFill>
                  <a:srgbClr val="000000"/>
                </a:solidFill>
              </a:defRPr>
            </a:lvl6pPr>
            <a:lvl7pPr lvl="6">
              <a:buNone/>
              <a:defRPr>
                <a:solidFill>
                  <a:srgbClr val="000000"/>
                </a:solidFill>
              </a:defRPr>
            </a:lvl7pPr>
            <a:lvl8pPr lvl="7">
              <a:buNone/>
              <a:defRPr>
                <a:solidFill>
                  <a:srgbClr val="000000"/>
                </a:solidFill>
              </a:defRPr>
            </a:lvl8pPr>
            <a:lvl9pPr lvl="8">
              <a:buNone/>
              <a:defRPr>
                <a:solidFill>
                  <a:srgbClr val="000000"/>
                </a:solidFill>
              </a:defRPr>
            </a:lvl9pPr>
          </a:lstStyle>
          <a:p>
            <a:pPr indent="0" lvl="0" marL="0" rtl="0" algn="r">
              <a:spcBef>
                <a:spcPts val="0"/>
              </a:spcBef>
              <a:spcAft>
                <a:spcPts val="0"/>
              </a:spcAft>
              <a:buNone/>
            </a:pPr>
            <a:fld id="{00000000-1234-1234-1234-123412341234}" type="slidenum">
              <a:rPr lang="en"/>
              <a:t>‹#›</a:t>
            </a:fld>
            <a:endParaRPr/>
          </a:p>
        </p:txBody>
      </p:sp>
      <p:sp>
        <p:nvSpPr>
          <p:cNvPr id="369" name="Google Shape;369;p32"/>
          <p:cNvSpPr txBox="1"/>
          <p:nvPr>
            <p:ph idx="3" type="subTitle"/>
          </p:nvPr>
        </p:nvSpPr>
        <p:spPr>
          <a:xfrm>
            <a:off x="3154650" y="4675975"/>
            <a:ext cx="2835000" cy="466800"/>
          </a:xfrm>
          <a:prstGeom prst="rect">
            <a:avLst/>
          </a:prstGeom>
          <a:noFill/>
          <a:ln>
            <a:noFill/>
          </a:ln>
        </p:spPr>
        <p:txBody>
          <a:bodyPr anchorCtr="0" anchor="ctr" bIns="0" lIns="0" spcFirstLastPara="1" rIns="0" wrap="square" tIns="0">
            <a:noAutofit/>
          </a:bodyPr>
          <a:lstStyle>
            <a:lvl1pPr lvl="0" algn="ct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pic>
        <p:nvPicPr>
          <p:cNvPr id="370" name="Google Shape;370;p32"/>
          <p:cNvPicPr preferRelativeResize="0"/>
          <p:nvPr/>
        </p:nvPicPr>
        <p:blipFill>
          <a:blip r:embed="rId3">
            <a:alphaModFix/>
          </a:blip>
          <a:stretch>
            <a:fillRect/>
          </a:stretch>
        </p:blipFill>
        <p:spPr>
          <a:xfrm>
            <a:off x="228600" y="4837043"/>
            <a:ext cx="567051" cy="144675"/>
          </a:xfrm>
          <a:prstGeom prst="rect">
            <a:avLst/>
          </a:prstGeom>
          <a:noFill/>
          <a:ln>
            <a:noFill/>
          </a:ln>
        </p:spPr>
      </p:pic>
      <p:sp>
        <p:nvSpPr>
          <p:cNvPr id="371" name="Google Shape;371;p32"/>
          <p:cNvSpPr txBox="1"/>
          <p:nvPr>
            <p:ph idx="4" type="sldNum"/>
          </p:nvPr>
        </p:nvSpPr>
        <p:spPr>
          <a:xfrm>
            <a:off x="8348225" y="4666247"/>
            <a:ext cx="567000" cy="466800"/>
          </a:xfrm>
          <a:prstGeom prst="rect">
            <a:avLst/>
          </a:prstGeom>
        </p:spPr>
        <p:txBody>
          <a:bodyPr anchorCtr="0" anchor="ctr" bIns="91425" lIns="91425" spcFirstLastPara="1" rIns="91425" wrap="square" tIns="91425">
            <a:noAutofit/>
          </a:bodyPr>
          <a:lstStyle>
            <a:lvl1pPr lvl="0">
              <a:buNone/>
              <a:defRPr sz="700">
                <a:solidFill>
                  <a:schemeClr val="lt1"/>
                </a:solidFill>
              </a:defRPr>
            </a:lvl1pPr>
            <a:lvl2pPr lvl="1">
              <a:buNone/>
              <a:defRPr sz="700">
                <a:solidFill>
                  <a:schemeClr val="lt1"/>
                </a:solidFill>
              </a:defRPr>
            </a:lvl2pPr>
            <a:lvl3pPr lvl="2">
              <a:buNone/>
              <a:defRPr sz="700">
                <a:solidFill>
                  <a:schemeClr val="lt1"/>
                </a:solidFill>
              </a:defRPr>
            </a:lvl3pPr>
            <a:lvl4pPr lvl="3">
              <a:buNone/>
              <a:defRPr sz="700">
                <a:solidFill>
                  <a:schemeClr val="lt1"/>
                </a:solidFill>
              </a:defRPr>
            </a:lvl4pPr>
            <a:lvl5pPr lvl="4">
              <a:buNone/>
              <a:defRPr sz="700">
                <a:solidFill>
                  <a:schemeClr val="lt1"/>
                </a:solidFill>
              </a:defRPr>
            </a:lvl5pPr>
            <a:lvl6pPr lvl="5">
              <a:buNone/>
              <a:defRPr sz="700">
                <a:solidFill>
                  <a:schemeClr val="lt1"/>
                </a:solidFill>
              </a:defRPr>
            </a:lvl6pPr>
            <a:lvl7pPr lvl="6">
              <a:buNone/>
              <a:defRPr sz="700">
                <a:solidFill>
                  <a:schemeClr val="lt1"/>
                </a:solidFill>
              </a:defRPr>
            </a:lvl7pPr>
            <a:lvl8pPr lvl="7">
              <a:buNone/>
              <a:defRPr sz="700">
                <a:solidFill>
                  <a:schemeClr val="lt1"/>
                </a:solidFill>
              </a:defRPr>
            </a:lvl8pPr>
            <a:lvl9pPr lvl="8">
              <a:buNone/>
              <a:defRPr sz="700">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372" name="Shape 372"/>
        <p:cNvGrpSpPr/>
        <p:nvPr/>
      </p:nvGrpSpPr>
      <p:grpSpPr>
        <a:xfrm>
          <a:off x="0" y="0"/>
          <a:ext cx="0" cy="0"/>
          <a:chOff x="0" y="0"/>
          <a:chExt cx="0" cy="0"/>
        </a:xfrm>
      </p:grpSpPr>
      <p:sp>
        <p:nvSpPr>
          <p:cNvPr id="373" name="Google Shape;373;p33"/>
          <p:cNvSpPr txBox="1"/>
          <p:nvPr>
            <p:ph type="title"/>
          </p:nvPr>
        </p:nvSpPr>
        <p:spPr>
          <a:xfrm>
            <a:off x="483175" y="450025"/>
            <a:ext cx="8184600" cy="7581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3000"/>
              <a:buChar char="●"/>
              <a:defRPr/>
            </a:lvl1pPr>
            <a:lvl2pPr lvl="1">
              <a:spcBef>
                <a:spcPts val="0"/>
              </a:spcBef>
              <a:spcAft>
                <a:spcPts val="0"/>
              </a:spcAft>
              <a:buSzPts val="3000"/>
              <a:buChar char="○"/>
              <a:defRPr/>
            </a:lvl2pPr>
            <a:lvl3pPr lvl="2">
              <a:spcBef>
                <a:spcPts val="0"/>
              </a:spcBef>
              <a:spcAft>
                <a:spcPts val="0"/>
              </a:spcAft>
              <a:buSzPts val="3000"/>
              <a:buChar char="■"/>
              <a:defRPr/>
            </a:lvl3pPr>
            <a:lvl4pPr lvl="3">
              <a:spcBef>
                <a:spcPts val="0"/>
              </a:spcBef>
              <a:spcAft>
                <a:spcPts val="0"/>
              </a:spcAft>
              <a:buSzPts val="3000"/>
              <a:buChar char="●"/>
              <a:defRPr/>
            </a:lvl4pPr>
            <a:lvl5pPr lvl="4">
              <a:spcBef>
                <a:spcPts val="0"/>
              </a:spcBef>
              <a:spcAft>
                <a:spcPts val="0"/>
              </a:spcAft>
              <a:buSzPts val="3000"/>
              <a:buChar char="○"/>
              <a:defRPr/>
            </a:lvl5pPr>
            <a:lvl6pPr lvl="5">
              <a:spcBef>
                <a:spcPts val="0"/>
              </a:spcBef>
              <a:spcAft>
                <a:spcPts val="0"/>
              </a:spcAft>
              <a:buSzPts val="3000"/>
              <a:buChar char="■"/>
              <a:defRPr/>
            </a:lvl6pPr>
            <a:lvl7pPr lvl="6">
              <a:spcBef>
                <a:spcPts val="0"/>
              </a:spcBef>
              <a:spcAft>
                <a:spcPts val="0"/>
              </a:spcAft>
              <a:buSzPts val="3000"/>
              <a:buChar char="●"/>
              <a:defRPr/>
            </a:lvl7pPr>
            <a:lvl8pPr lvl="7">
              <a:spcBef>
                <a:spcPts val="0"/>
              </a:spcBef>
              <a:spcAft>
                <a:spcPts val="0"/>
              </a:spcAft>
              <a:buSzPts val="3000"/>
              <a:buChar char="○"/>
              <a:defRPr/>
            </a:lvl8pPr>
            <a:lvl9pPr lvl="8">
              <a:spcBef>
                <a:spcPts val="0"/>
              </a:spcBef>
              <a:spcAft>
                <a:spcPts val="0"/>
              </a:spcAft>
              <a:buSzPts val="3000"/>
              <a:buChar char="■"/>
              <a:defRPr/>
            </a:lvl9pPr>
          </a:lstStyle>
          <a:p/>
        </p:txBody>
      </p:sp>
      <p:sp>
        <p:nvSpPr>
          <p:cNvPr id="374" name="Google Shape;374;p33"/>
          <p:cNvSpPr txBox="1"/>
          <p:nvPr>
            <p:ph idx="1" type="body"/>
          </p:nvPr>
        </p:nvSpPr>
        <p:spPr>
          <a:xfrm>
            <a:off x="483150" y="2237788"/>
            <a:ext cx="3619800" cy="2373600"/>
          </a:xfrm>
          <a:prstGeom prst="rect">
            <a:avLst/>
          </a:prstGeom>
          <a:noFill/>
          <a:ln>
            <a:noFill/>
          </a:ln>
        </p:spPr>
        <p:txBody>
          <a:bodyPr anchorCtr="0" anchor="ctr"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75" name="Google Shape;375;p33"/>
          <p:cNvSpPr txBox="1"/>
          <p:nvPr>
            <p:ph idx="2" type="body"/>
          </p:nvPr>
        </p:nvSpPr>
        <p:spPr>
          <a:xfrm>
            <a:off x="5048000" y="2237788"/>
            <a:ext cx="3619800" cy="2373600"/>
          </a:xfrm>
          <a:prstGeom prst="rect">
            <a:avLst/>
          </a:prstGeom>
          <a:noFill/>
          <a:ln>
            <a:noFill/>
          </a:ln>
        </p:spPr>
        <p:txBody>
          <a:bodyPr anchorCtr="0" anchor="ctr"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76" name="Google Shape;376;p33"/>
          <p:cNvSpPr txBox="1"/>
          <p:nvPr>
            <p:ph idx="3" type="subTitle"/>
          </p:nvPr>
        </p:nvSpPr>
        <p:spPr>
          <a:xfrm>
            <a:off x="483150" y="1336161"/>
            <a:ext cx="3619800" cy="54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77" name="Google Shape;377;p33"/>
          <p:cNvSpPr txBox="1"/>
          <p:nvPr>
            <p:ph idx="4" type="subTitle"/>
          </p:nvPr>
        </p:nvSpPr>
        <p:spPr>
          <a:xfrm>
            <a:off x="5048000" y="1336161"/>
            <a:ext cx="3619800" cy="54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78" name="Google Shape;378;p33"/>
          <p:cNvSpPr txBox="1"/>
          <p:nvPr>
            <p:ph idx="12" type="sldNum"/>
          </p:nvPr>
        </p:nvSpPr>
        <p:spPr>
          <a:xfrm>
            <a:off x="8556784" y="4749851"/>
            <a:ext cx="548700" cy="393600"/>
          </a:xfrm>
          <a:prstGeom prst="rect">
            <a:avLst/>
          </a:prstGeom>
        </p:spPr>
        <p:txBody>
          <a:bodyPr anchorCtr="0" anchor="ctr" bIns="91425" lIns="91425" spcFirstLastPara="1" rIns="91425" wrap="square" tIns="91425">
            <a:noAutofit/>
          </a:bodyPr>
          <a:lstStyle>
            <a:lvl1pPr lvl="0">
              <a:buNone/>
              <a:defRPr>
                <a:solidFill>
                  <a:srgbClr val="000000"/>
                </a:solidFill>
              </a:defRPr>
            </a:lvl1pPr>
            <a:lvl2pPr lvl="1">
              <a:buNone/>
              <a:defRPr>
                <a:solidFill>
                  <a:srgbClr val="000000"/>
                </a:solidFill>
              </a:defRPr>
            </a:lvl2pPr>
            <a:lvl3pPr lvl="2">
              <a:buNone/>
              <a:defRPr>
                <a:solidFill>
                  <a:srgbClr val="000000"/>
                </a:solidFill>
              </a:defRPr>
            </a:lvl3pPr>
            <a:lvl4pPr lvl="3">
              <a:buNone/>
              <a:defRPr>
                <a:solidFill>
                  <a:srgbClr val="000000"/>
                </a:solidFill>
              </a:defRPr>
            </a:lvl4pPr>
            <a:lvl5pPr lvl="4">
              <a:buNone/>
              <a:defRPr>
                <a:solidFill>
                  <a:srgbClr val="000000"/>
                </a:solidFill>
              </a:defRPr>
            </a:lvl5pPr>
            <a:lvl6pPr lvl="5">
              <a:buNone/>
              <a:defRPr>
                <a:solidFill>
                  <a:srgbClr val="000000"/>
                </a:solidFill>
              </a:defRPr>
            </a:lvl6pPr>
            <a:lvl7pPr lvl="6">
              <a:buNone/>
              <a:defRPr>
                <a:solidFill>
                  <a:srgbClr val="000000"/>
                </a:solidFill>
              </a:defRPr>
            </a:lvl7pPr>
            <a:lvl8pPr lvl="7">
              <a:buNone/>
              <a:defRPr>
                <a:solidFill>
                  <a:srgbClr val="000000"/>
                </a:solidFill>
              </a:defRPr>
            </a:lvl8pPr>
            <a:lvl9pPr lvl="8">
              <a:buNone/>
              <a:defRPr>
                <a:solidFill>
                  <a:srgbClr val="000000"/>
                </a:solidFill>
              </a:defRPr>
            </a:lvl9pPr>
          </a:lstStyle>
          <a:p>
            <a:pPr indent="0" lvl="0" marL="0" rtl="0" algn="r">
              <a:spcBef>
                <a:spcPts val="0"/>
              </a:spcBef>
              <a:spcAft>
                <a:spcPts val="0"/>
              </a:spcAft>
              <a:buNone/>
            </a:pPr>
            <a:fld id="{00000000-1234-1234-1234-123412341234}" type="slidenum">
              <a:rPr lang="en"/>
              <a:t>‹#›</a:t>
            </a:fld>
            <a:endParaRPr/>
          </a:p>
        </p:txBody>
      </p:sp>
      <p:sp>
        <p:nvSpPr>
          <p:cNvPr id="379" name="Google Shape;379;p33"/>
          <p:cNvSpPr txBox="1"/>
          <p:nvPr>
            <p:ph idx="5" type="subTitle"/>
          </p:nvPr>
        </p:nvSpPr>
        <p:spPr>
          <a:xfrm>
            <a:off x="3154650" y="4675975"/>
            <a:ext cx="2835000" cy="466800"/>
          </a:xfrm>
          <a:prstGeom prst="rect">
            <a:avLst/>
          </a:prstGeom>
          <a:noFill/>
          <a:ln>
            <a:noFill/>
          </a:ln>
        </p:spPr>
        <p:txBody>
          <a:bodyPr anchorCtr="0" anchor="ctr" bIns="0" lIns="0" spcFirstLastPara="1" rIns="0" wrap="square" tIns="0">
            <a:noAutofit/>
          </a:bodyPr>
          <a:lstStyle>
            <a:lvl1pPr lvl="0" algn="ct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pic>
        <p:nvPicPr>
          <p:cNvPr id="380" name="Google Shape;380;p33"/>
          <p:cNvPicPr preferRelativeResize="0"/>
          <p:nvPr/>
        </p:nvPicPr>
        <p:blipFill>
          <a:blip r:embed="rId2">
            <a:alphaModFix/>
          </a:blip>
          <a:stretch>
            <a:fillRect/>
          </a:stretch>
        </p:blipFill>
        <p:spPr>
          <a:xfrm>
            <a:off x="228600" y="4837043"/>
            <a:ext cx="567051" cy="144675"/>
          </a:xfrm>
          <a:prstGeom prst="rect">
            <a:avLst/>
          </a:prstGeom>
          <a:noFill/>
          <a:ln>
            <a:noFill/>
          </a:ln>
        </p:spPr>
      </p:pic>
      <p:sp>
        <p:nvSpPr>
          <p:cNvPr id="381" name="Google Shape;381;p33"/>
          <p:cNvSpPr txBox="1"/>
          <p:nvPr>
            <p:ph idx="6" type="sldNum"/>
          </p:nvPr>
        </p:nvSpPr>
        <p:spPr>
          <a:xfrm>
            <a:off x="8348225" y="4666247"/>
            <a:ext cx="567000" cy="466800"/>
          </a:xfrm>
          <a:prstGeom prst="rect">
            <a:avLst/>
          </a:prstGeom>
        </p:spPr>
        <p:txBody>
          <a:bodyPr anchorCtr="0" anchor="ctr" bIns="91425" lIns="91425" spcFirstLastPara="1" rIns="91425" wrap="square" tIns="91425">
            <a:noAutofit/>
          </a:bodyPr>
          <a:lstStyle>
            <a:lvl1pPr lvl="0">
              <a:buNone/>
              <a:defRPr sz="700">
                <a:solidFill>
                  <a:schemeClr val="lt1"/>
                </a:solidFill>
              </a:defRPr>
            </a:lvl1pPr>
            <a:lvl2pPr lvl="1">
              <a:buNone/>
              <a:defRPr sz="700">
                <a:solidFill>
                  <a:schemeClr val="lt1"/>
                </a:solidFill>
              </a:defRPr>
            </a:lvl2pPr>
            <a:lvl3pPr lvl="2">
              <a:buNone/>
              <a:defRPr sz="700">
                <a:solidFill>
                  <a:schemeClr val="lt1"/>
                </a:solidFill>
              </a:defRPr>
            </a:lvl3pPr>
            <a:lvl4pPr lvl="3">
              <a:buNone/>
              <a:defRPr sz="700">
                <a:solidFill>
                  <a:schemeClr val="lt1"/>
                </a:solidFill>
              </a:defRPr>
            </a:lvl4pPr>
            <a:lvl5pPr lvl="4">
              <a:buNone/>
              <a:defRPr sz="700">
                <a:solidFill>
                  <a:schemeClr val="lt1"/>
                </a:solidFill>
              </a:defRPr>
            </a:lvl5pPr>
            <a:lvl6pPr lvl="5">
              <a:buNone/>
              <a:defRPr sz="700">
                <a:solidFill>
                  <a:schemeClr val="lt1"/>
                </a:solidFill>
              </a:defRPr>
            </a:lvl6pPr>
            <a:lvl7pPr lvl="6">
              <a:buNone/>
              <a:defRPr sz="700">
                <a:solidFill>
                  <a:schemeClr val="lt1"/>
                </a:solidFill>
              </a:defRPr>
            </a:lvl7pPr>
            <a:lvl8pPr lvl="7">
              <a:buNone/>
              <a:defRPr sz="700">
                <a:solidFill>
                  <a:schemeClr val="lt1"/>
                </a:solidFill>
              </a:defRPr>
            </a:lvl8pPr>
            <a:lvl9pPr lvl="8">
              <a:buNone/>
              <a:defRPr sz="700">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382" name="Shape 382"/>
        <p:cNvGrpSpPr/>
        <p:nvPr/>
      </p:nvGrpSpPr>
      <p:grpSpPr>
        <a:xfrm>
          <a:off x="0" y="0"/>
          <a:ext cx="0" cy="0"/>
          <a:chOff x="0" y="0"/>
          <a:chExt cx="0" cy="0"/>
        </a:xfrm>
      </p:grpSpPr>
      <p:sp>
        <p:nvSpPr>
          <p:cNvPr id="383" name="Google Shape;383;p34"/>
          <p:cNvSpPr txBox="1"/>
          <p:nvPr>
            <p:ph idx="1" type="body"/>
          </p:nvPr>
        </p:nvSpPr>
        <p:spPr>
          <a:xfrm>
            <a:off x="483175" y="2417500"/>
            <a:ext cx="2455500" cy="2373600"/>
          </a:xfrm>
          <a:prstGeom prst="rect">
            <a:avLst/>
          </a:prstGeom>
          <a:noFill/>
          <a:ln>
            <a:noFill/>
          </a:ln>
        </p:spPr>
        <p:txBody>
          <a:bodyPr anchorCtr="0" anchor="ctr"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84" name="Google Shape;384;p34"/>
          <p:cNvSpPr txBox="1"/>
          <p:nvPr>
            <p:ph idx="2" type="body"/>
          </p:nvPr>
        </p:nvSpPr>
        <p:spPr>
          <a:xfrm>
            <a:off x="3347725" y="2417500"/>
            <a:ext cx="2455500" cy="2373600"/>
          </a:xfrm>
          <a:prstGeom prst="rect">
            <a:avLst/>
          </a:prstGeom>
          <a:noFill/>
          <a:ln>
            <a:noFill/>
          </a:ln>
        </p:spPr>
        <p:txBody>
          <a:bodyPr anchorCtr="0" anchor="ctr"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85" name="Google Shape;385;p34"/>
          <p:cNvSpPr txBox="1"/>
          <p:nvPr>
            <p:ph type="title"/>
          </p:nvPr>
        </p:nvSpPr>
        <p:spPr>
          <a:xfrm>
            <a:off x="483175" y="450025"/>
            <a:ext cx="8184600" cy="7581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3000"/>
              <a:buChar char="●"/>
              <a:defRPr/>
            </a:lvl1pPr>
            <a:lvl2pPr lvl="1">
              <a:spcBef>
                <a:spcPts val="0"/>
              </a:spcBef>
              <a:spcAft>
                <a:spcPts val="0"/>
              </a:spcAft>
              <a:buSzPts val="3000"/>
              <a:buChar char="○"/>
              <a:defRPr/>
            </a:lvl2pPr>
            <a:lvl3pPr lvl="2">
              <a:spcBef>
                <a:spcPts val="0"/>
              </a:spcBef>
              <a:spcAft>
                <a:spcPts val="0"/>
              </a:spcAft>
              <a:buSzPts val="3000"/>
              <a:buChar char="■"/>
              <a:defRPr/>
            </a:lvl3pPr>
            <a:lvl4pPr lvl="3">
              <a:spcBef>
                <a:spcPts val="0"/>
              </a:spcBef>
              <a:spcAft>
                <a:spcPts val="0"/>
              </a:spcAft>
              <a:buSzPts val="3000"/>
              <a:buChar char="●"/>
              <a:defRPr/>
            </a:lvl4pPr>
            <a:lvl5pPr lvl="4">
              <a:spcBef>
                <a:spcPts val="0"/>
              </a:spcBef>
              <a:spcAft>
                <a:spcPts val="0"/>
              </a:spcAft>
              <a:buSzPts val="3000"/>
              <a:buChar char="○"/>
              <a:defRPr/>
            </a:lvl5pPr>
            <a:lvl6pPr lvl="5">
              <a:spcBef>
                <a:spcPts val="0"/>
              </a:spcBef>
              <a:spcAft>
                <a:spcPts val="0"/>
              </a:spcAft>
              <a:buSzPts val="3000"/>
              <a:buChar char="■"/>
              <a:defRPr/>
            </a:lvl6pPr>
            <a:lvl7pPr lvl="6">
              <a:spcBef>
                <a:spcPts val="0"/>
              </a:spcBef>
              <a:spcAft>
                <a:spcPts val="0"/>
              </a:spcAft>
              <a:buSzPts val="3000"/>
              <a:buChar char="●"/>
              <a:defRPr/>
            </a:lvl7pPr>
            <a:lvl8pPr lvl="7">
              <a:spcBef>
                <a:spcPts val="0"/>
              </a:spcBef>
              <a:spcAft>
                <a:spcPts val="0"/>
              </a:spcAft>
              <a:buSzPts val="3000"/>
              <a:buChar char="○"/>
              <a:defRPr/>
            </a:lvl8pPr>
            <a:lvl9pPr lvl="8">
              <a:spcBef>
                <a:spcPts val="0"/>
              </a:spcBef>
              <a:spcAft>
                <a:spcPts val="0"/>
              </a:spcAft>
              <a:buSzPts val="3000"/>
              <a:buChar char="■"/>
              <a:defRPr/>
            </a:lvl9pPr>
          </a:lstStyle>
          <a:p/>
        </p:txBody>
      </p:sp>
      <p:sp>
        <p:nvSpPr>
          <p:cNvPr id="386" name="Google Shape;386;p34"/>
          <p:cNvSpPr txBox="1"/>
          <p:nvPr>
            <p:ph idx="3" type="subTitle"/>
          </p:nvPr>
        </p:nvSpPr>
        <p:spPr>
          <a:xfrm>
            <a:off x="483175" y="1336150"/>
            <a:ext cx="2455500" cy="7785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7" name="Google Shape;387;p34"/>
          <p:cNvSpPr txBox="1"/>
          <p:nvPr>
            <p:ph idx="4" type="subTitle"/>
          </p:nvPr>
        </p:nvSpPr>
        <p:spPr>
          <a:xfrm>
            <a:off x="3347725" y="1336150"/>
            <a:ext cx="2455500" cy="7785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8" name="Google Shape;388;p34"/>
          <p:cNvSpPr txBox="1"/>
          <p:nvPr>
            <p:ph idx="5" type="subTitle"/>
          </p:nvPr>
        </p:nvSpPr>
        <p:spPr>
          <a:xfrm>
            <a:off x="6212275" y="1336150"/>
            <a:ext cx="2455500" cy="7785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9" name="Google Shape;389;p34"/>
          <p:cNvSpPr txBox="1"/>
          <p:nvPr>
            <p:ph idx="6" type="body"/>
          </p:nvPr>
        </p:nvSpPr>
        <p:spPr>
          <a:xfrm>
            <a:off x="6212275" y="2417500"/>
            <a:ext cx="2455500" cy="2373600"/>
          </a:xfrm>
          <a:prstGeom prst="rect">
            <a:avLst/>
          </a:prstGeom>
          <a:noFill/>
          <a:ln>
            <a:noFill/>
          </a:ln>
        </p:spPr>
        <p:txBody>
          <a:bodyPr anchorCtr="0" anchor="ctr"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90" name="Google Shape;390;p34"/>
          <p:cNvSpPr txBox="1"/>
          <p:nvPr>
            <p:ph idx="12" type="sldNum"/>
          </p:nvPr>
        </p:nvSpPr>
        <p:spPr>
          <a:xfrm>
            <a:off x="8556784" y="4749851"/>
            <a:ext cx="548700" cy="393600"/>
          </a:xfrm>
          <a:prstGeom prst="rect">
            <a:avLst/>
          </a:prstGeom>
        </p:spPr>
        <p:txBody>
          <a:bodyPr anchorCtr="0" anchor="ctr" bIns="91425" lIns="91425" spcFirstLastPara="1" rIns="91425" wrap="square" tIns="91425">
            <a:noAutofit/>
          </a:bodyPr>
          <a:lstStyle>
            <a:lvl1pPr lvl="0">
              <a:buNone/>
              <a:defRPr>
                <a:solidFill>
                  <a:srgbClr val="000000"/>
                </a:solidFill>
              </a:defRPr>
            </a:lvl1pPr>
            <a:lvl2pPr lvl="1">
              <a:buNone/>
              <a:defRPr>
                <a:solidFill>
                  <a:srgbClr val="000000"/>
                </a:solidFill>
              </a:defRPr>
            </a:lvl2pPr>
            <a:lvl3pPr lvl="2">
              <a:buNone/>
              <a:defRPr>
                <a:solidFill>
                  <a:srgbClr val="000000"/>
                </a:solidFill>
              </a:defRPr>
            </a:lvl3pPr>
            <a:lvl4pPr lvl="3">
              <a:buNone/>
              <a:defRPr>
                <a:solidFill>
                  <a:srgbClr val="000000"/>
                </a:solidFill>
              </a:defRPr>
            </a:lvl4pPr>
            <a:lvl5pPr lvl="4">
              <a:buNone/>
              <a:defRPr>
                <a:solidFill>
                  <a:srgbClr val="000000"/>
                </a:solidFill>
              </a:defRPr>
            </a:lvl5pPr>
            <a:lvl6pPr lvl="5">
              <a:buNone/>
              <a:defRPr>
                <a:solidFill>
                  <a:srgbClr val="000000"/>
                </a:solidFill>
              </a:defRPr>
            </a:lvl6pPr>
            <a:lvl7pPr lvl="6">
              <a:buNone/>
              <a:defRPr>
                <a:solidFill>
                  <a:srgbClr val="000000"/>
                </a:solidFill>
              </a:defRPr>
            </a:lvl7pPr>
            <a:lvl8pPr lvl="7">
              <a:buNone/>
              <a:defRPr>
                <a:solidFill>
                  <a:srgbClr val="000000"/>
                </a:solidFill>
              </a:defRPr>
            </a:lvl8pPr>
            <a:lvl9pPr lvl="8">
              <a:buNone/>
              <a:defRPr>
                <a:solidFill>
                  <a:srgbClr val="000000"/>
                </a:solidFill>
              </a:defRPr>
            </a:lvl9pPr>
          </a:lstStyle>
          <a:p>
            <a:pPr indent="0" lvl="0" marL="0" rtl="0" algn="r">
              <a:spcBef>
                <a:spcPts val="0"/>
              </a:spcBef>
              <a:spcAft>
                <a:spcPts val="0"/>
              </a:spcAft>
              <a:buNone/>
            </a:pPr>
            <a:fld id="{00000000-1234-1234-1234-123412341234}" type="slidenum">
              <a:rPr lang="en"/>
              <a:t>‹#›</a:t>
            </a:fld>
            <a:endParaRPr/>
          </a:p>
        </p:txBody>
      </p:sp>
      <p:sp>
        <p:nvSpPr>
          <p:cNvPr id="391" name="Google Shape;391;p34"/>
          <p:cNvSpPr txBox="1"/>
          <p:nvPr>
            <p:ph idx="7" type="subTitle"/>
          </p:nvPr>
        </p:nvSpPr>
        <p:spPr>
          <a:xfrm>
            <a:off x="3154650" y="4675975"/>
            <a:ext cx="2835000" cy="466800"/>
          </a:xfrm>
          <a:prstGeom prst="rect">
            <a:avLst/>
          </a:prstGeom>
          <a:noFill/>
          <a:ln>
            <a:noFill/>
          </a:ln>
        </p:spPr>
        <p:txBody>
          <a:bodyPr anchorCtr="0" anchor="ctr" bIns="0" lIns="0" spcFirstLastPara="1" rIns="0" wrap="square" tIns="0">
            <a:noAutofit/>
          </a:bodyPr>
          <a:lstStyle>
            <a:lvl1pPr lvl="0" algn="ct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pic>
        <p:nvPicPr>
          <p:cNvPr id="392" name="Google Shape;392;p34"/>
          <p:cNvPicPr preferRelativeResize="0"/>
          <p:nvPr/>
        </p:nvPicPr>
        <p:blipFill>
          <a:blip r:embed="rId2">
            <a:alphaModFix/>
          </a:blip>
          <a:stretch>
            <a:fillRect/>
          </a:stretch>
        </p:blipFill>
        <p:spPr>
          <a:xfrm>
            <a:off x="228600" y="4837043"/>
            <a:ext cx="567051" cy="144675"/>
          </a:xfrm>
          <a:prstGeom prst="rect">
            <a:avLst/>
          </a:prstGeom>
          <a:noFill/>
          <a:ln>
            <a:noFill/>
          </a:ln>
        </p:spPr>
      </p:pic>
      <p:sp>
        <p:nvSpPr>
          <p:cNvPr id="393" name="Google Shape;393;p34"/>
          <p:cNvSpPr txBox="1"/>
          <p:nvPr>
            <p:ph idx="8" type="sldNum"/>
          </p:nvPr>
        </p:nvSpPr>
        <p:spPr>
          <a:xfrm>
            <a:off x="8348225" y="4666247"/>
            <a:ext cx="567000" cy="466800"/>
          </a:xfrm>
          <a:prstGeom prst="rect">
            <a:avLst/>
          </a:prstGeom>
        </p:spPr>
        <p:txBody>
          <a:bodyPr anchorCtr="0" anchor="ctr" bIns="91425" lIns="91425" spcFirstLastPara="1" rIns="91425" wrap="square" tIns="91425">
            <a:noAutofit/>
          </a:bodyPr>
          <a:lstStyle>
            <a:lvl1pPr lvl="0">
              <a:buNone/>
              <a:defRPr sz="700">
                <a:solidFill>
                  <a:schemeClr val="lt1"/>
                </a:solidFill>
              </a:defRPr>
            </a:lvl1pPr>
            <a:lvl2pPr lvl="1">
              <a:buNone/>
              <a:defRPr sz="700">
                <a:solidFill>
                  <a:schemeClr val="lt1"/>
                </a:solidFill>
              </a:defRPr>
            </a:lvl2pPr>
            <a:lvl3pPr lvl="2">
              <a:buNone/>
              <a:defRPr sz="700">
                <a:solidFill>
                  <a:schemeClr val="lt1"/>
                </a:solidFill>
              </a:defRPr>
            </a:lvl3pPr>
            <a:lvl4pPr lvl="3">
              <a:buNone/>
              <a:defRPr sz="700">
                <a:solidFill>
                  <a:schemeClr val="lt1"/>
                </a:solidFill>
              </a:defRPr>
            </a:lvl4pPr>
            <a:lvl5pPr lvl="4">
              <a:buNone/>
              <a:defRPr sz="700">
                <a:solidFill>
                  <a:schemeClr val="lt1"/>
                </a:solidFill>
              </a:defRPr>
            </a:lvl5pPr>
            <a:lvl6pPr lvl="5">
              <a:buNone/>
              <a:defRPr sz="700">
                <a:solidFill>
                  <a:schemeClr val="lt1"/>
                </a:solidFill>
              </a:defRPr>
            </a:lvl6pPr>
            <a:lvl7pPr lvl="6">
              <a:buNone/>
              <a:defRPr sz="700">
                <a:solidFill>
                  <a:schemeClr val="lt1"/>
                </a:solidFill>
              </a:defRPr>
            </a:lvl7pPr>
            <a:lvl8pPr lvl="7">
              <a:buNone/>
              <a:defRPr sz="700">
                <a:solidFill>
                  <a:schemeClr val="lt1"/>
                </a:solidFill>
              </a:defRPr>
            </a:lvl8pPr>
            <a:lvl9pPr lvl="8">
              <a:buNone/>
              <a:defRPr sz="700">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394" name="Shape 394"/>
        <p:cNvGrpSpPr/>
        <p:nvPr/>
      </p:nvGrpSpPr>
      <p:grpSpPr>
        <a:xfrm>
          <a:off x="0" y="0"/>
          <a:ext cx="0" cy="0"/>
          <a:chOff x="0" y="0"/>
          <a:chExt cx="0" cy="0"/>
        </a:xfrm>
      </p:grpSpPr>
      <p:sp>
        <p:nvSpPr>
          <p:cNvPr id="395" name="Google Shape;395;p35"/>
          <p:cNvSpPr txBox="1"/>
          <p:nvPr>
            <p:ph idx="1" type="body"/>
          </p:nvPr>
        </p:nvSpPr>
        <p:spPr>
          <a:xfrm>
            <a:off x="366725" y="1759093"/>
            <a:ext cx="3838500" cy="1138500"/>
          </a:xfrm>
          <a:prstGeom prst="rect">
            <a:avLst/>
          </a:prstGeom>
          <a:noFill/>
          <a:ln>
            <a:noFill/>
          </a:ln>
        </p:spPr>
        <p:txBody>
          <a:bodyPr anchorCtr="0" anchor="ctr" bIns="91425" lIns="91425"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96" name="Google Shape;396;p35"/>
          <p:cNvSpPr txBox="1"/>
          <p:nvPr>
            <p:ph idx="2" type="body"/>
          </p:nvPr>
        </p:nvSpPr>
        <p:spPr>
          <a:xfrm>
            <a:off x="4938725" y="1759093"/>
            <a:ext cx="3838500" cy="1138500"/>
          </a:xfrm>
          <a:prstGeom prst="rect">
            <a:avLst/>
          </a:prstGeom>
          <a:noFill/>
          <a:ln>
            <a:noFill/>
          </a:ln>
        </p:spPr>
        <p:txBody>
          <a:bodyPr anchorCtr="0" anchor="ctr" bIns="91425" lIns="91425"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97" name="Google Shape;397;p35"/>
          <p:cNvSpPr txBox="1"/>
          <p:nvPr>
            <p:ph idx="3" type="body"/>
          </p:nvPr>
        </p:nvSpPr>
        <p:spPr>
          <a:xfrm>
            <a:off x="366750" y="3648575"/>
            <a:ext cx="3838500" cy="1138500"/>
          </a:xfrm>
          <a:prstGeom prst="rect">
            <a:avLst/>
          </a:prstGeom>
          <a:noFill/>
          <a:ln>
            <a:noFill/>
          </a:ln>
        </p:spPr>
        <p:txBody>
          <a:bodyPr anchorCtr="0" anchor="ctr" bIns="91425" lIns="91425"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98" name="Google Shape;398;p35"/>
          <p:cNvSpPr txBox="1"/>
          <p:nvPr>
            <p:ph idx="4" type="body"/>
          </p:nvPr>
        </p:nvSpPr>
        <p:spPr>
          <a:xfrm>
            <a:off x="4938750" y="3648575"/>
            <a:ext cx="3838500" cy="1138500"/>
          </a:xfrm>
          <a:prstGeom prst="rect">
            <a:avLst/>
          </a:prstGeom>
          <a:noFill/>
          <a:ln>
            <a:noFill/>
          </a:ln>
        </p:spPr>
        <p:txBody>
          <a:bodyPr anchorCtr="0" anchor="ctr" bIns="91425" lIns="91425"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99" name="Google Shape;399;p35"/>
          <p:cNvSpPr txBox="1"/>
          <p:nvPr>
            <p:ph type="title"/>
          </p:nvPr>
        </p:nvSpPr>
        <p:spPr>
          <a:xfrm>
            <a:off x="366750" y="450025"/>
            <a:ext cx="8184600" cy="7581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3000"/>
              <a:buChar char="●"/>
              <a:defRPr/>
            </a:lvl1pPr>
            <a:lvl2pPr lvl="1">
              <a:spcBef>
                <a:spcPts val="0"/>
              </a:spcBef>
              <a:spcAft>
                <a:spcPts val="0"/>
              </a:spcAft>
              <a:buSzPts val="3000"/>
              <a:buChar char="○"/>
              <a:defRPr/>
            </a:lvl2pPr>
            <a:lvl3pPr lvl="2">
              <a:spcBef>
                <a:spcPts val="0"/>
              </a:spcBef>
              <a:spcAft>
                <a:spcPts val="0"/>
              </a:spcAft>
              <a:buSzPts val="3000"/>
              <a:buChar char="■"/>
              <a:defRPr/>
            </a:lvl3pPr>
            <a:lvl4pPr lvl="3">
              <a:spcBef>
                <a:spcPts val="0"/>
              </a:spcBef>
              <a:spcAft>
                <a:spcPts val="0"/>
              </a:spcAft>
              <a:buSzPts val="3000"/>
              <a:buChar char="●"/>
              <a:defRPr/>
            </a:lvl4pPr>
            <a:lvl5pPr lvl="4">
              <a:spcBef>
                <a:spcPts val="0"/>
              </a:spcBef>
              <a:spcAft>
                <a:spcPts val="0"/>
              </a:spcAft>
              <a:buSzPts val="3000"/>
              <a:buChar char="○"/>
              <a:defRPr/>
            </a:lvl5pPr>
            <a:lvl6pPr lvl="5">
              <a:spcBef>
                <a:spcPts val="0"/>
              </a:spcBef>
              <a:spcAft>
                <a:spcPts val="0"/>
              </a:spcAft>
              <a:buSzPts val="3000"/>
              <a:buChar char="■"/>
              <a:defRPr/>
            </a:lvl6pPr>
            <a:lvl7pPr lvl="6">
              <a:spcBef>
                <a:spcPts val="0"/>
              </a:spcBef>
              <a:spcAft>
                <a:spcPts val="0"/>
              </a:spcAft>
              <a:buSzPts val="3000"/>
              <a:buChar char="●"/>
              <a:defRPr/>
            </a:lvl7pPr>
            <a:lvl8pPr lvl="7">
              <a:spcBef>
                <a:spcPts val="0"/>
              </a:spcBef>
              <a:spcAft>
                <a:spcPts val="0"/>
              </a:spcAft>
              <a:buSzPts val="3000"/>
              <a:buChar char="○"/>
              <a:defRPr/>
            </a:lvl8pPr>
            <a:lvl9pPr lvl="8">
              <a:spcBef>
                <a:spcPts val="0"/>
              </a:spcBef>
              <a:spcAft>
                <a:spcPts val="0"/>
              </a:spcAft>
              <a:buSzPts val="3000"/>
              <a:buChar char="■"/>
              <a:defRPr/>
            </a:lvl9pPr>
          </a:lstStyle>
          <a:p/>
        </p:txBody>
      </p:sp>
      <p:sp>
        <p:nvSpPr>
          <p:cNvPr id="400" name="Google Shape;400;p35"/>
          <p:cNvSpPr txBox="1"/>
          <p:nvPr>
            <p:ph idx="5" type="subTitle"/>
          </p:nvPr>
        </p:nvSpPr>
        <p:spPr>
          <a:xfrm>
            <a:off x="366763" y="1277907"/>
            <a:ext cx="3838500" cy="4812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01" name="Google Shape;401;p35"/>
          <p:cNvSpPr txBox="1"/>
          <p:nvPr>
            <p:ph idx="6" type="subTitle"/>
          </p:nvPr>
        </p:nvSpPr>
        <p:spPr>
          <a:xfrm>
            <a:off x="4938738" y="1277907"/>
            <a:ext cx="3838500" cy="4812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02" name="Google Shape;402;p35"/>
          <p:cNvSpPr txBox="1"/>
          <p:nvPr>
            <p:ph idx="7" type="subTitle"/>
          </p:nvPr>
        </p:nvSpPr>
        <p:spPr>
          <a:xfrm>
            <a:off x="4938761" y="3167363"/>
            <a:ext cx="3838500" cy="4812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03" name="Google Shape;403;p35"/>
          <p:cNvSpPr txBox="1"/>
          <p:nvPr>
            <p:ph idx="8" type="subTitle"/>
          </p:nvPr>
        </p:nvSpPr>
        <p:spPr>
          <a:xfrm>
            <a:off x="366750" y="3167363"/>
            <a:ext cx="3838500" cy="4812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pic>
        <p:nvPicPr>
          <p:cNvPr id="404" name="Google Shape;404;p35" title="0226_OpenHouse_NewYork_cover_2.png"/>
          <p:cNvPicPr preferRelativeResize="0"/>
          <p:nvPr/>
        </p:nvPicPr>
        <p:blipFill rotWithShape="1">
          <a:blip r:embed="rId2">
            <a:alphaModFix/>
          </a:blip>
          <a:srcRect b="0" l="0" r="0" t="0"/>
          <a:stretch/>
        </p:blipFill>
        <p:spPr>
          <a:xfrm>
            <a:off x="0" y="0"/>
            <a:ext cx="9144003" cy="5143501"/>
          </a:xfrm>
          <a:prstGeom prst="rect">
            <a:avLst/>
          </a:prstGeom>
          <a:noFill/>
          <a:ln>
            <a:noFill/>
          </a:ln>
        </p:spPr>
      </p:pic>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405" name="Shape 405"/>
        <p:cNvGrpSpPr/>
        <p:nvPr/>
      </p:nvGrpSpPr>
      <p:grpSpPr>
        <a:xfrm>
          <a:off x="0" y="0"/>
          <a:ext cx="0" cy="0"/>
          <a:chOff x="0" y="0"/>
          <a:chExt cx="0" cy="0"/>
        </a:xfrm>
      </p:grpSpPr>
      <p:sp>
        <p:nvSpPr>
          <p:cNvPr id="406" name="Google Shape;406;p36"/>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407" name="Google Shape;407;p36"/>
          <p:cNvSpPr/>
          <p:nvPr>
            <p:ph idx="2" type="pic"/>
          </p:nvPr>
        </p:nvSpPr>
        <p:spPr>
          <a:xfrm>
            <a:off x="311700" y="1170425"/>
            <a:ext cx="8520600" cy="3492900"/>
          </a:xfrm>
          <a:prstGeom prst="rect">
            <a:avLst/>
          </a:prstGeom>
          <a:noFill/>
          <a:ln>
            <a:noFill/>
          </a:ln>
        </p:spPr>
      </p:sp>
      <p:sp>
        <p:nvSpPr>
          <p:cNvPr id="408" name="Google Shape;408;p36"/>
          <p:cNvSpPr txBox="1"/>
          <p:nvPr>
            <p:ph idx="1" type="subTitle"/>
          </p:nvPr>
        </p:nvSpPr>
        <p:spPr>
          <a:xfrm>
            <a:off x="3154650" y="4675975"/>
            <a:ext cx="2835000" cy="466800"/>
          </a:xfrm>
          <a:prstGeom prst="rect">
            <a:avLst/>
          </a:prstGeom>
          <a:noFill/>
          <a:ln>
            <a:noFill/>
          </a:ln>
        </p:spPr>
        <p:txBody>
          <a:bodyPr anchorCtr="0" anchor="ctr" bIns="0" lIns="0" spcFirstLastPara="1" rIns="0" wrap="square" tIns="0">
            <a:noAutofit/>
          </a:bodyPr>
          <a:lstStyle>
            <a:lvl1pPr lvl="0" algn="ct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pic>
        <p:nvPicPr>
          <p:cNvPr id="409" name="Google Shape;409;p36"/>
          <p:cNvPicPr preferRelativeResize="0"/>
          <p:nvPr/>
        </p:nvPicPr>
        <p:blipFill>
          <a:blip r:embed="rId2">
            <a:alphaModFix/>
          </a:blip>
          <a:stretch>
            <a:fillRect/>
          </a:stretch>
        </p:blipFill>
        <p:spPr>
          <a:xfrm>
            <a:off x="228600" y="4837043"/>
            <a:ext cx="567051" cy="144675"/>
          </a:xfrm>
          <a:prstGeom prst="rect">
            <a:avLst/>
          </a:prstGeom>
          <a:noFill/>
          <a:ln>
            <a:noFill/>
          </a:ln>
        </p:spPr>
      </p:pic>
      <p:sp>
        <p:nvSpPr>
          <p:cNvPr id="410" name="Google Shape;410;p36"/>
          <p:cNvSpPr txBox="1"/>
          <p:nvPr>
            <p:ph idx="12" type="sldNum"/>
          </p:nvPr>
        </p:nvSpPr>
        <p:spPr>
          <a:xfrm>
            <a:off x="8348225" y="4666247"/>
            <a:ext cx="567000" cy="466800"/>
          </a:xfrm>
          <a:prstGeom prst="rect">
            <a:avLst/>
          </a:prstGeom>
        </p:spPr>
        <p:txBody>
          <a:bodyPr anchorCtr="0" anchor="ctr" bIns="91425" lIns="91425" spcFirstLastPara="1" rIns="91425" wrap="square" tIns="91425">
            <a:noAutofit/>
          </a:bodyPr>
          <a:lstStyle>
            <a:lvl1pPr lvl="0">
              <a:buNone/>
              <a:defRPr sz="700">
                <a:solidFill>
                  <a:schemeClr val="lt1"/>
                </a:solidFill>
              </a:defRPr>
            </a:lvl1pPr>
            <a:lvl2pPr lvl="1">
              <a:buNone/>
              <a:defRPr sz="700">
                <a:solidFill>
                  <a:schemeClr val="lt1"/>
                </a:solidFill>
              </a:defRPr>
            </a:lvl2pPr>
            <a:lvl3pPr lvl="2">
              <a:buNone/>
              <a:defRPr sz="700">
                <a:solidFill>
                  <a:schemeClr val="lt1"/>
                </a:solidFill>
              </a:defRPr>
            </a:lvl3pPr>
            <a:lvl4pPr lvl="3">
              <a:buNone/>
              <a:defRPr sz="700">
                <a:solidFill>
                  <a:schemeClr val="lt1"/>
                </a:solidFill>
              </a:defRPr>
            </a:lvl4pPr>
            <a:lvl5pPr lvl="4">
              <a:buNone/>
              <a:defRPr sz="700">
                <a:solidFill>
                  <a:schemeClr val="lt1"/>
                </a:solidFill>
              </a:defRPr>
            </a:lvl5pPr>
            <a:lvl6pPr lvl="5">
              <a:buNone/>
              <a:defRPr sz="700">
                <a:solidFill>
                  <a:schemeClr val="lt1"/>
                </a:solidFill>
              </a:defRPr>
            </a:lvl6pPr>
            <a:lvl7pPr lvl="6">
              <a:buNone/>
              <a:defRPr sz="700">
                <a:solidFill>
                  <a:schemeClr val="lt1"/>
                </a:solidFill>
              </a:defRPr>
            </a:lvl7pPr>
            <a:lvl8pPr lvl="7">
              <a:buNone/>
              <a:defRPr sz="700">
                <a:solidFill>
                  <a:schemeClr val="lt1"/>
                </a:solidFill>
              </a:defRPr>
            </a:lvl8pPr>
            <a:lvl9pPr lvl="8">
              <a:buNone/>
              <a:defRPr sz="700">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411" name="Shape 411"/>
        <p:cNvGrpSpPr/>
        <p:nvPr/>
      </p:nvGrpSpPr>
      <p:grpSpPr>
        <a:xfrm>
          <a:off x="0" y="0"/>
          <a:ext cx="0" cy="0"/>
          <a:chOff x="0" y="0"/>
          <a:chExt cx="0" cy="0"/>
        </a:xfrm>
      </p:grpSpPr>
      <p:sp>
        <p:nvSpPr>
          <p:cNvPr id="412" name="Google Shape;412;p37"/>
          <p:cNvSpPr txBox="1"/>
          <p:nvPr>
            <p:ph idx="1" type="body"/>
          </p:nvPr>
        </p:nvSpPr>
        <p:spPr>
          <a:xfrm>
            <a:off x="311700" y="4080225"/>
            <a:ext cx="4027500" cy="926100"/>
          </a:xfrm>
          <a:prstGeom prst="rect">
            <a:avLst/>
          </a:prstGeom>
          <a:noFill/>
          <a:ln>
            <a:noFill/>
          </a:ln>
        </p:spPr>
        <p:txBody>
          <a:bodyPr anchorCtr="0" anchor="ctr" bIns="91425" lIns="91425" spcFirstLastPara="1" rIns="91425" wrap="square" tIns="91425">
            <a:noAutofit/>
          </a:bodyPr>
          <a:lstStyle>
            <a:lvl1pPr indent="-304800" lvl="0" marL="457200">
              <a:spcBef>
                <a:spcPts val="0"/>
              </a:spcBef>
              <a:spcAft>
                <a:spcPts val="0"/>
              </a:spcAft>
              <a:buClr>
                <a:schemeClr val="lt1"/>
              </a:buClr>
              <a:buSzPts val="1200"/>
              <a:buChar char="●"/>
              <a:defRPr>
                <a:solidFill>
                  <a:schemeClr val="lt1"/>
                </a:solidFill>
              </a:defRPr>
            </a:lvl1pPr>
            <a:lvl2pPr indent="-304800" lvl="1" marL="914400">
              <a:spcBef>
                <a:spcPts val="0"/>
              </a:spcBef>
              <a:spcAft>
                <a:spcPts val="0"/>
              </a:spcAft>
              <a:buClr>
                <a:schemeClr val="lt1"/>
              </a:buClr>
              <a:buSzPts val="1200"/>
              <a:buChar char="○"/>
              <a:defRPr>
                <a:solidFill>
                  <a:schemeClr val="lt1"/>
                </a:solidFill>
              </a:defRPr>
            </a:lvl2pPr>
            <a:lvl3pPr indent="-304800" lvl="2" marL="1371600">
              <a:spcBef>
                <a:spcPts val="0"/>
              </a:spcBef>
              <a:spcAft>
                <a:spcPts val="0"/>
              </a:spcAft>
              <a:buClr>
                <a:schemeClr val="lt1"/>
              </a:buClr>
              <a:buSzPts val="1200"/>
              <a:buChar char="■"/>
              <a:defRPr>
                <a:solidFill>
                  <a:schemeClr val="lt1"/>
                </a:solidFill>
              </a:defRPr>
            </a:lvl3pPr>
            <a:lvl4pPr indent="-304800" lvl="3" marL="1828800">
              <a:spcBef>
                <a:spcPts val="0"/>
              </a:spcBef>
              <a:spcAft>
                <a:spcPts val="0"/>
              </a:spcAft>
              <a:buClr>
                <a:schemeClr val="lt1"/>
              </a:buClr>
              <a:buSzPts val="1200"/>
              <a:buChar char="●"/>
              <a:defRPr>
                <a:solidFill>
                  <a:schemeClr val="lt1"/>
                </a:solidFill>
              </a:defRPr>
            </a:lvl4pPr>
            <a:lvl5pPr indent="-304800" lvl="4" marL="2286000">
              <a:spcBef>
                <a:spcPts val="0"/>
              </a:spcBef>
              <a:spcAft>
                <a:spcPts val="0"/>
              </a:spcAft>
              <a:buClr>
                <a:schemeClr val="lt1"/>
              </a:buClr>
              <a:buSzPts val="1200"/>
              <a:buChar char="○"/>
              <a:defRPr>
                <a:solidFill>
                  <a:schemeClr val="lt1"/>
                </a:solidFill>
              </a:defRPr>
            </a:lvl5pPr>
            <a:lvl6pPr indent="-304800" lvl="5" marL="2743200">
              <a:spcBef>
                <a:spcPts val="0"/>
              </a:spcBef>
              <a:spcAft>
                <a:spcPts val="0"/>
              </a:spcAft>
              <a:buClr>
                <a:schemeClr val="lt1"/>
              </a:buClr>
              <a:buSzPts val="1200"/>
              <a:buChar char="■"/>
              <a:defRPr>
                <a:solidFill>
                  <a:schemeClr val="lt1"/>
                </a:solidFill>
              </a:defRPr>
            </a:lvl6pPr>
            <a:lvl7pPr indent="-304800" lvl="6" marL="3200400">
              <a:spcBef>
                <a:spcPts val="0"/>
              </a:spcBef>
              <a:spcAft>
                <a:spcPts val="0"/>
              </a:spcAft>
              <a:buClr>
                <a:schemeClr val="lt1"/>
              </a:buClr>
              <a:buSzPts val="1200"/>
              <a:buChar char="●"/>
              <a:defRPr>
                <a:solidFill>
                  <a:schemeClr val="lt1"/>
                </a:solidFill>
              </a:defRPr>
            </a:lvl7pPr>
            <a:lvl8pPr indent="-304800" lvl="7" marL="3657600">
              <a:spcBef>
                <a:spcPts val="0"/>
              </a:spcBef>
              <a:spcAft>
                <a:spcPts val="0"/>
              </a:spcAft>
              <a:buClr>
                <a:schemeClr val="lt1"/>
              </a:buClr>
              <a:buSzPts val="1200"/>
              <a:buChar char="○"/>
              <a:defRPr>
                <a:solidFill>
                  <a:schemeClr val="lt1"/>
                </a:solidFill>
              </a:defRPr>
            </a:lvl8pPr>
            <a:lvl9pPr indent="-304800" lvl="8" marL="4114800">
              <a:spcBef>
                <a:spcPts val="0"/>
              </a:spcBef>
              <a:spcAft>
                <a:spcPts val="0"/>
              </a:spcAft>
              <a:buClr>
                <a:schemeClr val="lt1"/>
              </a:buClr>
              <a:buSzPts val="1200"/>
              <a:buChar char="■"/>
              <a:defRPr>
                <a:solidFill>
                  <a:schemeClr val="lt1"/>
                </a:solidFill>
              </a:defRPr>
            </a:lvl9pPr>
          </a:lstStyle>
          <a:p/>
        </p:txBody>
      </p:sp>
      <p:sp>
        <p:nvSpPr>
          <p:cNvPr id="413" name="Google Shape;413;p37"/>
          <p:cNvSpPr/>
          <p:nvPr>
            <p:ph idx="2" type="pic"/>
          </p:nvPr>
        </p:nvSpPr>
        <p:spPr>
          <a:xfrm>
            <a:off x="4804825" y="1133300"/>
            <a:ext cx="4027500" cy="2392800"/>
          </a:xfrm>
          <a:prstGeom prst="rect">
            <a:avLst/>
          </a:prstGeom>
          <a:noFill/>
          <a:ln>
            <a:noFill/>
          </a:ln>
        </p:spPr>
      </p:sp>
      <p:sp>
        <p:nvSpPr>
          <p:cNvPr id="414" name="Google Shape;414;p37"/>
          <p:cNvSpPr/>
          <p:nvPr>
            <p:ph idx="3" type="pic"/>
          </p:nvPr>
        </p:nvSpPr>
        <p:spPr>
          <a:xfrm>
            <a:off x="311725" y="1133300"/>
            <a:ext cx="4027500" cy="2392800"/>
          </a:xfrm>
          <a:prstGeom prst="rect">
            <a:avLst/>
          </a:prstGeom>
          <a:noFill/>
          <a:ln>
            <a:noFill/>
          </a:ln>
        </p:spPr>
      </p:sp>
      <p:sp>
        <p:nvSpPr>
          <p:cNvPr id="415" name="Google Shape;415;p37"/>
          <p:cNvSpPr txBox="1"/>
          <p:nvPr>
            <p:ph idx="4" type="body"/>
          </p:nvPr>
        </p:nvSpPr>
        <p:spPr>
          <a:xfrm>
            <a:off x="4804825" y="4080225"/>
            <a:ext cx="4027500" cy="926100"/>
          </a:xfrm>
          <a:prstGeom prst="rect">
            <a:avLst/>
          </a:prstGeom>
          <a:noFill/>
          <a:ln>
            <a:noFill/>
          </a:ln>
        </p:spPr>
        <p:txBody>
          <a:bodyPr anchorCtr="0" anchor="ctr" bIns="91425" lIns="91425" spcFirstLastPara="1" rIns="91425" wrap="square" tIns="91425">
            <a:noAutofit/>
          </a:bodyPr>
          <a:lstStyle>
            <a:lvl1pPr indent="-304800" lvl="0" marL="457200">
              <a:spcBef>
                <a:spcPts val="0"/>
              </a:spcBef>
              <a:spcAft>
                <a:spcPts val="0"/>
              </a:spcAft>
              <a:buClr>
                <a:schemeClr val="lt1"/>
              </a:buClr>
              <a:buSzPts val="1200"/>
              <a:buChar char="●"/>
              <a:defRPr>
                <a:solidFill>
                  <a:schemeClr val="lt1"/>
                </a:solidFill>
              </a:defRPr>
            </a:lvl1pPr>
            <a:lvl2pPr indent="-304800" lvl="1" marL="914400">
              <a:spcBef>
                <a:spcPts val="0"/>
              </a:spcBef>
              <a:spcAft>
                <a:spcPts val="0"/>
              </a:spcAft>
              <a:buClr>
                <a:schemeClr val="lt1"/>
              </a:buClr>
              <a:buSzPts val="1200"/>
              <a:buChar char="○"/>
              <a:defRPr>
                <a:solidFill>
                  <a:schemeClr val="lt1"/>
                </a:solidFill>
              </a:defRPr>
            </a:lvl2pPr>
            <a:lvl3pPr indent="-304800" lvl="2" marL="1371600">
              <a:spcBef>
                <a:spcPts val="0"/>
              </a:spcBef>
              <a:spcAft>
                <a:spcPts val="0"/>
              </a:spcAft>
              <a:buClr>
                <a:schemeClr val="lt1"/>
              </a:buClr>
              <a:buSzPts val="1200"/>
              <a:buChar char="■"/>
              <a:defRPr>
                <a:solidFill>
                  <a:schemeClr val="lt1"/>
                </a:solidFill>
              </a:defRPr>
            </a:lvl3pPr>
            <a:lvl4pPr indent="-304800" lvl="3" marL="1828800">
              <a:spcBef>
                <a:spcPts val="0"/>
              </a:spcBef>
              <a:spcAft>
                <a:spcPts val="0"/>
              </a:spcAft>
              <a:buClr>
                <a:schemeClr val="lt1"/>
              </a:buClr>
              <a:buSzPts val="1200"/>
              <a:buChar char="●"/>
              <a:defRPr>
                <a:solidFill>
                  <a:schemeClr val="lt1"/>
                </a:solidFill>
              </a:defRPr>
            </a:lvl4pPr>
            <a:lvl5pPr indent="-304800" lvl="4" marL="2286000">
              <a:spcBef>
                <a:spcPts val="0"/>
              </a:spcBef>
              <a:spcAft>
                <a:spcPts val="0"/>
              </a:spcAft>
              <a:buClr>
                <a:schemeClr val="lt1"/>
              </a:buClr>
              <a:buSzPts val="1200"/>
              <a:buChar char="○"/>
              <a:defRPr>
                <a:solidFill>
                  <a:schemeClr val="lt1"/>
                </a:solidFill>
              </a:defRPr>
            </a:lvl5pPr>
            <a:lvl6pPr indent="-304800" lvl="5" marL="2743200">
              <a:spcBef>
                <a:spcPts val="0"/>
              </a:spcBef>
              <a:spcAft>
                <a:spcPts val="0"/>
              </a:spcAft>
              <a:buClr>
                <a:schemeClr val="lt1"/>
              </a:buClr>
              <a:buSzPts val="1200"/>
              <a:buChar char="■"/>
              <a:defRPr>
                <a:solidFill>
                  <a:schemeClr val="lt1"/>
                </a:solidFill>
              </a:defRPr>
            </a:lvl6pPr>
            <a:lvl7pPr indent="-304800" lvl="6" marL="3200400">
              <a:spcBef>
                <a:spcPts val="0"/>
              </a:spcBef>
              <a:spcAft>
                <a:spcPts val="0"/>
              </a:spcAft>
              <a:buClr>
                <a:schemeClr val="lt1"/>
              </a:buClr>
              <a:buSzPts val="1200"/>
              <a:buChar char="●"/>
              <a:defRPr>
                <a:solidFill>
                  <a:schemeClr val="lt1"/>
                </a:solidFill>
              </a:defRPr>
            </a:lvl7pPr>
            <a:lvl8pPr indent="-304800" lvl="7" marL="3657600">
              <a:spcBef>
                <a:spcPts val="0"/>
              </a:spcBef>
              <a:spcAft>
                <a:spcPts val="0"/>
              </a:spcAft>
              <a:buClr>
                <a:schemeClr val="lt1"/>
              </a:buClr>
              <a:buSzPts val="1200"/>
              <a:buChar char="○"/>
              <a:defRPr>
                <a:solidFill>
                  <a:schemeClr val="lt1"/>
                </a:solidFill>
              </a:defRPr>
            </a:lvl8pPr>
            <a:lvl9pPr indent="-304800" lvl="8" marL="4114800">
              <a:spcBef>
                <a:spcPts val="0"/>
              </a:spcBef>
              <a:spcAft>
                <a:spcPts val="0"/>
              </a:spcAft>
              <a:buClr>
                <a:schemeClr val="lt1"/>
              </a:buClr>
              <a:buSzPts val="1200"/>
              <a:buChar char="■"/>
              <a:defRPr>
                <a:solidFill>
                  <a:schemeClr val="lt1"/>
                </a:solidFill>
              </a:defRPr>
            </a:lvl9pPr>
          </a:lstStyle>
          <a:p/>
        </p:txBody>
      </p:sp>
      <p:sp>
        <p:nvSpPr>
          <p:cNvPr id="416" name="Google Shape;416;p37"/>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Clr>
                <a:schemeClr val="lt1"/>
              </a:buClr>
              <a:buSzPts val="1400"/>
              <a:buChar char="●"/>
              <a:defRPr>
                <a:solidFill>
                  <a:schemeClr val="lt1"/>
                </a:solidFill>
              </a:defRPr>
            </a:lvl1pPr>
            <a:lvl2pPr lvl="1">
              <a:spcBef>
                <a:spcPts val="0"/>
              </a:spcBef>
              <a:spcAft>
                <a:spcPts val="0"/>
              </a:spcAft>
              <a:buClr>
                <a:schemeClr val="lt1"/>
              </a:buClr>
              <a:buSzPts val="1400"/>
              <a:buChar char="○"/>
              <a:defRPr>
                <a:solidFill>
                  <a:schemeClr val="lt1"/>
                </a:solidFill>
              </a:defRPr>
            </a:lvl2pPr>
            <a:lvl3pPr lvl="2">
              <a:spcBef>
                <a:spcPts val="0"/>
              </a:spcBef>
              <a:spcAft>
                <a:spcPts val="0"/>
              </a:spcAft>
              <a:buClr>
                <a:schemeClr val="lt1"/>
              </a:buClr>
              <a:buSzPts val="1400"/>
              <a:buChar char="■"/>
              <a:defRPr>
                <a:solidFill>
                  <a:schemeClr val="lt1"/>
                </a:solidFill>
              </a:defRPr>
            </a:lvl3pPr>
            <a:lvl4pPr lvl="3">
              <a:spcBef>
                <a:spcPts val="0"/>
              </a:spcBef>
              <a:spcAft>
                <a:spcPts val="0"/>
              </a:spcAft>
              <a:buClr>
                <a:schemeClr val="lt1"/>
              </a:buClr>
              <a:buSzPts val="1400"/>
              <a:buChar char="●"/>
              <a:defRPr>
                <a:solidFill>
                  <a:schemeClr val="lt1"/>
                </a:solidFill>
              </a:defRPr>
            </a:lvl4pPr>
            <a:lvl5pPr lvl="4">
              <a:spcBef>
                <a:spcPts val="0"/>
              </a:spcBef>
              <a:spcAft>
                <a:spcPts val="0"/>
              </a:spcAft>
              <a:buClr>
                <a:schemeClr val="lt1"/>
              </a:buClr>
              <a:buSzPts val="1400"/>
              <a:buChar char="○"/>
              <a:defRPr>
                <a:solidFill>
                  <a:schemeClr val="lt1"/>
                </a:solidFill>
              </a:defRPr>
            </a:lvl5pPr>
            <a:lvl6pPr lvl="5">
              <a:spcBef>
                <a:spcPts val="0"/>
              </a:spcBef>
              <a:spcAft>
                <a:spcPts val="0"/>
              </a:spcAft>
              <a:buClr>
                <a:schemeClr val="lt1"/>
              </a:buClr>
              <a:buSzPts val="1400"/>
              <a:buChar char="■"/>
              <a:defRPr>
                <a:solidFill>
                  <a:schemeClr val="lt1"/>
                </a:solidFill>
              </a:defRPr>
            </a:lvl6pPr>
            <a:lvl7pPr lvl="6">
              <a:spcBef>
                <a:spcPts val="0"/>
              </a:spcBef>
              <a:spcAft>
                <a:spcPts val="0"/>
              </a:spcAft>
              <a:buClr>
                <a:schemeClr val="lt1"/>
              </a:buClr>
              <a:buSzPts val="1400"/>
              <a:buChar char="●"/>
              <a:defRPr>
                <a:solidFill>
                  <a:schemeClr val="lt1"/>
                </a:solidFill>
              </a:defRPr>
            </a:lvl7pPr>
            <a:lvl8pPr lvl="7">
              <a:spcBef>
                <a:spcPts val="0"/>
              </a:spcBef>
              <a:spcAft>
                <a:spcPts val="0"/>
              </a:spcAft>
              <a:buClr>
                <a:schemeClr val="lt1"/>
              </a:buClr>
              <a:buSzPts val="1400"/>
              <a:buChar char="○"/>
              <a:defRPr>
                <a:solidFill>
                  <a:schemeClr val="lt1"/>
                </a:solidFill>
              </a:defRPr>
            </a:lvl8pPr>
            <a:lvl9pPr lvl="8">
              <a:spcBef>
                <a:spcPts val="0"/>
              </a:spcBef>
              <a:spcAft>
                <a:spcPts val="0"/>
              </a:spcAft>
              <a:buClr>
                <a:schemeClr val="lt1"/>
              </a:buClr>
              <a:buSzPts val="1400"/>
              <a:buChar char="■"/>
              <a:defRPr>
                <a:solidFill>
                  <a:schemeClr val="lt1"/>
                </a:solidFill>
              </a:defRPr>
            </a:lvl9pPr>
          </a:lstStyle>
          <a:p/>
        </p:txBody>
      </p:sp>
      <p:sp>
        <p:nvSpPr>
          <p:cNvPr id="417" name="Google Shape;417;p37"/>
          <p:cNvSpPr txBox="1"/>
          <p:nvPr>
            <p:ph idx="5" type="subTitle"/>
          </p:nvPr>
        </p:nvSpPr>
        <p:spPr>
          <a:xfrm>
            <a:off x="311725" y="3582900"/>
            <a:ext cx="4027500" cy="4812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18" name="Google Shape;418;p37"/>
          <p:cNvSpPr txBox="1"/>
          <p:nvPr>
            <p:ph idx="6" type="subTitle"/>
          </p:nvPr>
        </p:nvSpPr>
        <p:spPr>
          <a:xfrm>
            <a:off x="4804825" y="3582900"/>
            <a:ext cx="4027500" cy="4812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19" name="Google Shape;419;p37"/>
          <p:cNvSpPr txBox="1"/>
          <p:nvPr>
            <p:ph idx="12" type="sldNum"/>
          </p:nvPr>
        </p:nvSpPr>
        <p:spPr>
          <a:xfrm>
            <a:off x="8556784" y="4749851"/>
            <a:ext cx="548700" cy="393600"/>
          </a:xfrm>
          <a:prstGeom prst="rect">
            <a:avLst/>
          </a:prstGeom>
        </p:spPr>
        <p:txBody>
          <a:bodyPr anchorCtr="0" anchor="ctr" bIns="91425" lIns="91425" spcFirstLastPara="1" rIns="91425" wrap="square" tIns="91425">
            <a:noAutofit/>
          </a:bodyPr>
          <a:lstStyle>
            <a:lvl1pPr lvl="0">
              <a:buNone/>
              <a:defRPr>
                <a:solidFill>
                  <a:srgbClr val="000000"/>
                </a:solidFill>
              </a:defRPr>
            </a:lvl1pPr>
            <a:lvl2pPr lvl="1">
              <a:buNone/>
              <a:defRPr>
                <a:solidFill>
                  <a:srgbClr val="000000"/>
                </a:solidFill>
              </a:defRPr>
            </a:lvl2pPr>
            <a:lvl3pPr lvl="2">
              <a:buNone/>
              <a:defRPr>
                <a:solidFill>
                  <a:srgbClr val="000000"/>
                </a:solidFill>
              </a:defRPr>
            </a:lvl3pPr>
            <a:lvl4pPr lvl="3">
              <a:buNone/>
              <a:defRPr>
                <a:solidFill>
                  <a:srgbClr val="000000"/>
                </a:solidFill>
              </a:defRPr>
            </a:lvl4pPr>
            <a:lvl5pPr lvl="4">
              <a:buNone/>
              <a:defRPr>
                <a:solidFill>
                  <a:srgbClr val="000000"/>
                </a:solidFill>
              </a:defRPr>
            </a:lvl5pPr>
            <a:lvl6pPr lvl="5">
              <a:buNone/>
              <a:defRPr>
                <a:solidFill>
                  <a:srgbClr val="000000"/>
                </a:solidFill>
              </a:defRPr>
            </a:lvl6pPr>
            <a:lvl7pPr lvl="6">
              <a:buNone/>
              <a:defRPr>
                <a:solidFill>
                  <a:srgbClr val="000000"/>
                </a:solidFill>
              </a:defRPr>
            </a:lvl7pPr>
            <a:lvl8pPr lvl="7">
              <a:buNone/>
              <a:defRPr>
                <a:solidFill>
                  <a:srgbClr val="000000"/>
                </a:solidFill>
              </a:defRPr>
            </a:lvl8pPr>
            <a:lvl9pPr lvl="8">
              <a:buNone/>
              <a:defRPr>
                <a:solidFill>
                  <a:srgbClr val="000000"/>
                </a:solidFill>
              </a:defRPr>
            </a:lvl9pPr>
          </a:lstStyle>
          <a:p>
            <a:pPr indent="0" lvl="0" marL="0" rtl="0" algn="r">
              <a:spcBef>
                <a:spcPts val="0"/>
              </a:spcBef>
              <a:spcAft>
                <a:spcPts val="0"/>
              </a:spcAft>
              <a:buNone/>
            </a:pPr>
            <a:fld id="{00000000-1234-1234-1234-123412341234}" type="slidenum">
              <a:rPr lang="en"/>
              <a:t>‹#›</a:t>
            </a:fld>
            <a:endParaRPr/>
          </a:p>
        </p:txBody>
      </p:sp>
      <p:sp>
        <p:nvSpPr>
          <p:cNvPr id="420" name="Google Shape;420;p37"/>
          <p:cNvSpPr txBox="1"/>
          <p:nvPr>
            <p:ph idx="7" type="subTitle"/>
          </p:nvPr>
        </p:nvSpPr>
        <p:spPr>
          <a:xfrm>
            <a:off x="3154650" y="4675975"/>
            <a:ext cx="2835000" cy="466800"/>
          </a:xfrm>
          <a:prstGeom prst="rect">
            <a:avLst/>
          </a:prstGeom>
          <a:noFill/>
          <a:ln>
            <a:noFill/>
          </a:ln>
        </p:spPr>
        <p:txBody>
          <a:bodyPr anchorCtr="0" anchor="ctr" bIns="0" lIns="0" spcFirstLastPara="1" rIns="0" wrap="square" tIns="0">
            <a:noAutofit/>
          </a:bodyPr>
          <a:lstStyle>
            <a:lvl1pPr lvl="0" algn="ct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pic>
        <p:nvPicPr>
          <p:cNvPr id="421" name="Google Shape;421;p37"/>
          <p:cNvPicPr preferRelativeResize="0"/>
          <p:nvPr/>
        </p:nvPicPr>
        <p:blipFill>
          <a:blip r:embed="rId2">
            <a:alphaModFix/>
          </a:blip>
          <a:stretch>
            <a:fillRect/>
          </a:stretch>
        </p:blipFill>
        <p:spPr>
          <a:xfrm>
            <a:off x="228600" y="4837043"/>
            <a:ext cx="567051" cy="144675"/>
          </a:xfrm>
          <a:prstGeom prst="rect">
            <a:avLst/>
          </a:prstGeom>
          <a:noFill/>
          <a:ln>
            <a:noFill/>
          </a:ln>
        </p:spPr>
      </p:pic>
      <p:sp>
        <p:nvSpPr>
          <p:cNvPr id="422" name="Google Shape;422;p37"/>
          <p:cNvSpPr txBox="1"/>
          <p:nvPr>
            <p:ph idx="8" type="sldNum"/>
          </p:nvPr>
        </p:nvSpPr>
        <p:spPr>
          <a:xfrm>
            <a:off x="8348225" y="4666247"/>
            <a:ext cx="567000" cy="466800"/>
          </a:xfrm>
          <a:prstGeom prst="rect">
            <a:avLst/>
          </a:prstGeom>
        </p:spPr>
        <p:txBody>
          <a:bodyPr anchorCtr="0" anchor="ctr" bIns="91425" lIns="91425" spcFirstLastPara="1" rIns="91425" wrap="square" tIns="91425">
            <a:noAutofit/>
          </a:bodyPr>
          <a:lstStyle>
            <a:lvl1pPr lvl="0">
              <a:buNone/>
              <a:defRPr sz="700">
                <a:solidFill>
                  <a:schemeClr val="lt1"/>
                </a:solidFill>
              </a:defRPr>
            </a:lvl1pPr>
            <a:lvl2pPr lvl="1">
              <a:buNone/>
              <a:defRPr sz="700">
                <a:solidFill>
                  <a:schemeClr val="lt1"/>
                </a:solidFill>
              </a:defRPr>
            </a:lvl2pPr>
            <a:lvl3pPr lvl="2">
              <a:buNone/>
              <a:defRPr sz="700">
                <a:solidFill>
                  <a:schemeClr val="lt1"/>
                </a:solidFill>
              </a:defRPr>
            </a:lvl3pPr>
            <a:lvl4pPr lvl="3">
              <a:buNone/>
              <a:defRPr sz="700">
                <a:solidFill>
                  <a:schemeClr val="lt1"/>
                </a:solidFill>
              </a:defRPr>
            </a:lvl4pPr>
            <a:lvl5pPr lvl="4">
              <a:buNone/>
              <a:defRPr sz="700">
                <a:solidFill>
                  <a:schemeClr val="lt1"/>
                </a:solidFill>
              </a:defRPr>
            </a:lvl5pPr>
            <a:lvl6pPr lvl="5">
              <a:buNone/>
              <a:defRPr sz="700">
                <a:solidFill>
                  <a:schemeClr val="lt1"/>
                </a:solidFill>
              </a:defRPr>
            </a:lvl6pPr>
            <a:lvl7pPr lvl="6">
              <a:buNone/>
              <a:defRPr sz="700">
                <a:solidFill>
                  <a:schemeClr val="lt1"/>
                </a:solidFill>
              </a:defRPr>
            </a:lvl7pPr>
            <a:lvl8pPr lvl="7">
              <a:buNone/>
              <a:defRPr sz="700">
                <a:solidFill>
                  <a:schemeClr val="lt1"/>
                </a:solidFill>
              </a:defRPr>
            </a:lvl8pPr>
            <a:lvl9pPr lvl="8">
              <a:buNone/>
              <a:defRPr sz="700">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423" name="Shape 423"/>
        <p:cNvGrpSpPr/>
        <p:nvPr/>
      </p:nvGrpSpPr>
      <p:grpSpPr>
        <a:xfrm>
          <a:off x="0" y="0"/>
          <a:ext cx="0" cy="0"/>
          <a:chOff x="0" y="0"/>
          <a:chExt cx="0" cy="0"/>
        </a:xfrm>
      </p:grpSpPr>
      <p:sp>
        <p:nvSpPr>
          <p:cNvPr id="424" name="Google Shape;424;p38"/>
          <p:cNvSpPr txBox="1"/>
          <p:nvPr>
            <p:ph idx="1" type="body"/>
          </p:nvPr>
        </p:nvSpPr>
        <p:spPr>
          <a:xfrm>
            <a:off x="311700" y="3911700"/>
            <a:ext cx="2627100" cy="1018500"/>
          </a:xfrm>
          <a:prstGeom prst="rect">
            <a:avLst/>
          </a:prstGeom>
          <a:noFill/>
          <a:ln>
            <a:noFill/>
          </a:ln>
        </p:spPr>
        <p:txBody>
          <a:bodyPr anchorCtr="0" anchor="ctr" bIns="91425" lIns="91425" spcFirstLastPara="1" rIns="91425" wrap="square" tIns="91425">
            <a:noAutofit/>
          </a:bodyPr>
          <a:lstStyle>
            <a:lvl1pPr indent="-304800" lvl="0" marL="457200">
              <a:spcBef>
                <a:spcPts val="0"/>
              </a:spcBef>
              <a:spcAft>
                <a:spcPts val="0"/>
              </a:spcAft>
              <a:buClr>
                <a:schemeClr val="lt1"/>
              </a:buClr>
              <a:buSzPts val="1200"/>
              <a:buChar char="●"/>
              <a:defRPr>
                <a:solidFill>
                  <a:schemeClr val="lt1"/>
                </a:solidFill>
              </a:defRPr>
            </a:lvl1pPr>
            <a:lvl2pPr indent="-304800" lvl="1" marL="914400">
              <a:spcBef>
                <a:spcPts val="0"/>
              </a:spcBef>
              <a:spcAft>
                <a:spcPts val="0"/>
              </a:spcAft>
              <a:buClr>
                <a:schemeClr val="lt1"/>
              </a:buClr>
              <a:buSzPts val="1200"/>
              <a:buChar char="○"/>
              <a:defRPr>
                <a:solidFill>
                  <a:schemeClr val="lt1"/>
                </a:solidFill>
              </a:defRPr>
            </a:lvl2pPr>
            <a:lvl3pPr indent="-304800" lvl="2" marL="1371600">
              <a:spcBef>
                <a:spcPts val="0"/>
              </a:spcBef>
              <a:spcAft>
                <a:spcPts val="0"/>
              </a:spcAft>
              <a:buClr>
                <a:schemeClr val="lt1"/>
              </a:buClr>
              <a:buSzPts val="1200"/>
              <a:buChar char="■"/>
              <a:defRPr>
                <a:solidFill>
                  <a:schemeClr val="lt1"/>
                </a:solidFill>
              </a:defRPr>
            </a:lvl3pPr>
            <a:lvl4pPr indent="-304800" lvl="3" marL="1828800">
              <a:spcBef>
                <a:spcPts val="0"/>
              </a:spcBef>
              <a:spcAft>
                <a:spcPts val="0"/>
              </a:spcAft>
              <a:buClr>
                <a:schemeClr val="lt1"/>
              </a:buClr>
              <a:buSzPts val="1200"/>
              <a:buChar char="●"/>
              <a:defRPr>
                <a:solidFill>
                  <a:schemeClr val="lt1"/>
                </a:solidFill>
              </a:defRPr>
            </a:lvl4pPr>
            <a:lvl5pPr indent="-304800" lvl="4" marL="2286000">
              <a:spcBef>
                <a:spcPts val="0"/>
              </a:spcBef>
              <a:spcAft>
                <a:spcPts val="0"/>
              </a:spcAft>
              <a:buClr>
                <a:schemeClr val="lt1"/>
              </a:buClr>
              <a:buSzPts val="1200"/>
              <a:buChar char="○"/>
              <a:defRPr>
                <a:solidFill>
                  <a:schemeClr val="lt1"/>
                </a:solidFill>
              </a:defRPr>
            </a:lvl5pPr>
            <a:lvl6pPr indent="-304800" lvl="5" marL="2743200">
              <a:spcBef>
                <a:spcPts val="0"/>
              </a:spcBef>
              <a:spcAft>
                <a:spcPts val="0"/>
              </a:spcAft>
              <a:buClr>
                <a:schemeClr val="lt1"/>
              </a:buClr>
              <a:buSzPts val="1200"/>
              <a:buChar char="■"/>
              <a:defRPr>
                <a:solidFill>
                  <a:schemeClr val="lt1"/>
                </a:solidFill>
              </a:defRPr>
            </a:lvl6pPr>
            <a:lvl7pPr indent="-304800" lvl="6" marL="3200400">
              <a:spcBef>
                <a:spcPts val="0"/>
              </a:spcBef>
              <a:spcAft>
                <a:spcPts val="0"/>
              </a:spcAft>
              <a:buClr>
                <a:schemeClr val="lt1"/>
              </a:buClr>
              <a:buSzPts val="1200"/>
              <a:buChar char="●"/>
              <a:defRPr>
                <a:solidFill>
                  <a:schemeClr val="lt1"/>
                </a:solidFill>
              </a:defRPr>
            </a:lvl7pPr>
            <a:lvl8pPr indent="-304800" lvl="7" marL="3657600">
              <a:spcBef>
                <a:spcPts val="0"/>
              </a:spcBef>
              <a:spcAft>
                <a:spcPts val="0"/>
              </a:spcAft>
              <a:buClr>
                <a:schemeClr val="lt1"/>
              </a:buClr>
              <a:buSzPts val="1200"/>
              <a:buChar char="○"/>
              <a:defRPr>
                <a:solidFill>
                  <a:schemeClr val="lt1"/>
                </a:solidFill>
              </a:defRPr>
            </a:lvl8pPr>
            <a:lvl9pPr indent="-304800" lvl="8" marL="4114800">
              <a:spcBef>
                <a:spcPts val="0"/>
              </a:spcBef>
              <a:spcAft>
                <a:spcPts val="0"/>
              </a:spcAft>
              <a:buClr>
                <a:schemeClr val="lt1"/>
              </a:buClr>
              <a:buSzPts val="1200"/>
              <a:buChar char="■"/>
              <a:defRPr>
                <a:solidFill>
                  <a:schemeClr val="lt1"/>
                </a:solidFill>
              </a:defRPr>
            </a:lvl9pPr>
          </a:lstStyle>
          <a:p/>
        </p:txBody>
      </p:sp>
      <p:sp>
        <p:nvSpPr>
          <p:cNvPr id="425" name="Google Shape;425;p38"/>
          <p:cNvSpPr/>
          <p:nvPr>
            <p:ph idx="2" type="pic"/>
          </p:nvPr>
        </p:nvSpPr>
        <p:spPr>
          <a:xfrm>
            <a:off x="6205225" y="1128325"/>
            <a:ext cx="2627100" cy="2273100"/>
          </a:xfrm>
          <a:prstGeom prst="rect">
            <a:avLst/>
          </a:prstGeom>
          <a:noFill/>
          <a:ln>
            <a:noFill/>
          </a:ln>
        </p:spPr>
      </p:sp>
      <p:sp>
        <p:nvSpPr>
          <p:cNvPr id="426" name="Google Shape;426;p38"/>
          <p:cNvSpPr/>
          <p:nvPr>
            <p:ph idx="3" type="pic"/>
          </p:nvPr>
        </p:nvSpPr>
        <p:spPr>
          <a:xfrm>
            <a:off x="311725" y="1128325"/>
            <a:ext cx="2627100" cy="2273100"/>
          </a:xfrm>
          <a:prstGeom prst="rect">
            <a:avLst/>
          </a:prstGeom>
          <a:noFill/>
          <a:ln>
            <a:noFill/>
          </a:ln>
        </p:spPr>
      </p:sp>
      <p:sp>
        <p:nvSpPr>
          <p:cNvPr id="427" name="Google Shape;427;p38"/>
          <p:cNvSpPr txBox="1"/>
          <p:nvPr>
            <p:ph idx="4" type="body"/>
          </p:nvPr>
        </p:nvSpPr>
        <p:spPr>
          <a:xfrm>
            <a:off x="6205225" y="3911700"/>
            <a:ext cx="2627100" cy="1018500"/>
          </a:xfrm>
          <a:prstGeom prst="rect">
            <a:avLst/>
          </a:prstGeom>
          <a:noFill/>
          <a:ln>
            <a:noFill/>
          </a:ln>
        </p:spPr>
        <p:txBody>
          <a:bodyPr anchorCtr="0" anchor="ctr" bIns="91425" lIns="91425" spcFirstLastPara="1" rIns="91425" wrap="square" tIns="91425">
            <a:noAutofit/>
          </a:bodyPr>
          <a:lstStyle>
            <a:lvl1pPr indent="-304800" lvl="0" marL="457200">
              <a:spcBef>
                <a:spcPts val="0"/>
              </a:spcBef>
              <a:spcAft>
                <a:spcPts val="0"/>
              </a:spcAft>
              <a:buClr>
                <a:schemeClr val="lt1"/>
              </a:buClr>
              <a:buSzPts val="1200"/>
              <a:buChar char="●"/>
              <a:defRPr>
                <a:solidFill>
                  <a:schemeClr val="lt1"/>
                </a:solidFill>
              </a:defRPr>
            </a:lvl1pPr>
            <a:lvl2pPr indent="-304800" lvl="1" marL="914400">
              <a:spcBef>
                <a:spcPts val="0"/>
              </a:spcBef>
              <a:spcAft>
                <a:spcPts val="0"/>
              </a:spcAft>
              <a:buClr>
                <a:schemeClr val="lt1"/>
              </a:buClr>
              <a:buSzPts val="1200"/>
              <a:buChar char="○"/>
              <a:defRPr>
                <a:solidFill>
                  <a:schemeClr val="lt1"/>
                </a:solidFill>
              </a:defRPr>
            </a:lvl2pPr>
            <a:lvl3pPr indent="-304800" lvl="2" marL="1371600">
              <a:spcBef>
                <a:spcPts val="0"/>
              </a:spcBef>
              <a:spcAft>
                <a:spcPts val="0"/>
              </a:spcAft>
              <a:buClr>
                <a:schemeClr val="lt1"/>
              </a:buClr>
              <a:buSzPts val="1200"/>
              <a:buChar char="■"/>
              <a:defRPr>
                <a:solidFill>
                  <a:schemeClr val="lt1"/>
                </a:solidFill>
              </a:defRPr>
            </a:lvl3pPr>
            <a:lvl4pPr indent="-304800" lvl="3" marL="1828800">
              <a:spcBef>
                <a:spcPts val="0"/>
              </a:spcBef>
              <a:spcAft>
                <a:spcPts val="0"/>
              </a:spcAft>
              <a:buClr>
                <a:schemeClr val="lt1"/>
              </a:buClr>
              <a:buSzPts val="1200"/>
              <a:buChar char="●"/>
              <a:defRPr>
                <a:solidFill>
                  <a:schemeClr val="lt1"/>
                </a:solidFill>
              </a:defRPr>
            </a:lvl4pPr>
            <a:lvl5pPr indent="-304800" lvl="4" marL="2286000">
              <a:spcBef>
                <a:spcPts val="0"/>
              </a:spcBef>
              <a:spcAft>
                <a:spcPts val="0"/>
              </a:spcAft>
              <a:buClr>
                <a:schemeClr val="lt1"/>
              </a:buClr>
              <a:buSzPts val="1200"/>
              <a:buChar char="○"/>
              <a:defRPr>
                <a:solidFill>
                  <a:schemeClr val="lt1"/>
                </a:solidFill>
              </a:defRPr>
            </a:lvl5pPr>
            <a:lvl6pPr indent="-304800" lvl="5" marL="2743200">
              <a:spcBef>
                <a:spcPts val="0"/>
              </a:spcBef>
              <a:spcAft>
                <a:spcPts val="0"/>
              </a:spcAft>
              <a:buClr>
                <a:schemeClr val="lt1"/>
              </a:buClr>
              <a:buSzPts val="1200"/>
              <a:buChar char="■"/>
              <a:defRPr>
                <a:solidFill>
                  <a:schemeClr val="lt1"/>
                </a:solidFill>
              </a:defRPr>
            </a:lvl6pPr>
            <a:lvl7pPr indent="-304800" lvl="6" marL="3200400">
              <a:spcBef>
                <a:spcPts val="0"/>
              </a:spcBef>
              <a:spcAft>
                <a:spcPts val="0"/>
              </a:spcAft>
              <a:buClr>
                <a:schemeClr val="lt1"/>
              </a:buClr>
              <a:buSzPts val="1200"/>
              <a:buChar char="●"/>
              <a:defRPr>
                <a:solidFill>
                  <a:schemeClr val="lt1"/>
                </a:solidFill>
              </a:defRPr>
            </a:lvl7pPr>
            <a:lvl8pPr indent="-304800" lvl="7" marL="3657600">
              <a:spcBef>
                <a:spcPts val="0"/>
              </a:spcBef>
              <a:spcAft>
                <a:spcPts val="0"/>
              </a:spcAft>
              <a:buClr>
                <a:schemeClr val="lt1"/>
              </a:buClr>
              <a:buSzPts val="1200"/>
              <a:buChar char="○"/>
              <a:defRPr>
                <a:solidFill>
                  <a:schemeClr val="lt1"/>
                </a:solidFill>
              </a:defRPr>
            </a:lvl8pPr>
            <a:lvl9pPr indent="-304800" lvl="8" marL="4114800">
              <a:spcBef>
                <a:spcPts val="0"/>
              </a:spcBef>
              <a:spcAft>
                <a:spcPts val="0"/>
              </a:spcAft>
              <a:buClr>
                <a:schemeClr val="lt1"/>
              </a:buClr>
              <a:buSzPts val="1200"/>
              <a:buChar char="■"/>
              <a:defRPr>
                <a:solidFill>
                  <a:schemeClr val="lt1"/>
                </a:solidFill>
              </a:defRPr>
            </a:lvl9pPr>
          </a:lstStyle>
          <a:p/>
        </p:txBody>
      </p:sp>
      <p:sp>
        <p:nvSpPr>
          <p:cNvPr id="428" name="Google Shape;428;p38"/>
          <p:cNvSpPr/>
          <p:nvPr>
            <p:ph idx="5" type="pic"/>
          </p:nvPr>
        </p:nvSpPr>
        <p:spPr>
          <a:xfrm>
            <a:off x="3255250" y="1128325"/>
            <a:ext cx="2627100" cy="2273100"/>
          </a:xfrm>
          <a:prstGeom prst="rect">
            <a:avLst/>
          </a:prstGeom>
          <a:noFill/>
          <a:ln>
            <a:noFill/>
          </a:ln>
        </p:spPr>
      </p:sp>
      <p:sp>
        <p:nvSpPr>
          <p:cNvPr id="429" name="Google Shape;429;p38"/>
          <p:cNvSpPr txBox="1"/>
          <p:nvPr>
            <p:ph idx="6" type="body"/>
          </p:nvPr>
        </p:nvSpPr>
        <p:spPr>
          <a:xfrm>
            <a:off x="3255250" y="3911700"/>
            <a:ext cx="2627100" cy="1018500"/>
          </a:xfrm>
          <a:prstGeom prst="rect">
            <a:avLst/>
          </a:prstGeom>
          <a:noFill/>
          <a:ln>
            <a:noFill/>
          </a:ln>
        </p:spPr>
        <p:txBody>
          <a:bodyPr anchorCtr="0" anchor="ctr" bIns="91425" lIns="91425" spcFirstLastPara="1" rIns="91425" wrap="square" tIns="91425">
            <a:noAutofit/>
          </a:bodyPr>
          <a:lstStyle>
            <a:lvl1pPr indent="-304800" lvl="0" marL="457200">
              <a:spcBef>
                <a:spcPts val="0"/>
              </a:spcBef>
              <a:spcAft>
                <a:spcPts val="0"/>
              </a:spcAft>
              <a:buClr>
                <a:schemeClr val="lt1"/>
              </a:buClr>
              <a:buSzPts val="1200"/>
              <a:buChar char="●"/>
              <a:defRPr>
                <a:solidFill>
                  <a:schemeClr val="lt1"/>
                </a:solidFill>
              </a:defRPr>
            </a:lvl1pPr>
            <a:lvl2pPr indent="-304800" lvl="1" marL="914400">
              <a:spcBef>
                <a:spcPts val="0"/>
              </a:spcBef>
              <a:spcAft>
                <a:spcPts val="0"/>
              </a:spcAft>
              <a:buClr>
                <a:schemeClr val="lt1"/>
              </a:buClr>
              <a:buSzPts val="1200"/>
              <a:buChar char="○"/>
              <a:defRPr>
                <a:solidFill>
                  <a:schemeClr val="lt1"/>
                </a:solidFill>
              </a:defRPr>
            </a:lvl2pPr>
            <a:lvl3pPr indent="-304800" lvl="2" marL="1371600">
              <a:spcBef>
                <a:spcPts val="0"/>
              </a:spcBef>
              <a:spcAft>
                <a:spcPts val="0"/>
              </a:spcAft>
              <a:buClr>
                <a:schemeClr val="lt1"/>
              </a:buClr>
              <a:buSzPts val="1200"/>
              <a:buChar char="■"/>
              <a:defRPr>
                <a:solidFill>
                  <a:schemeClr val="lt1"/>
                </a:solidFill>
              </a:defRPr>
            </a:lvl3pPr>
            <a:lvl4pPr indent="-304800" lvl="3" marL="1828800">
              <a:spcBef>
                <a:spcPts val="0"/>
              </a:spcBef>
              <a:spcAft>
                <a:spcPts val="0"/>
              </a:spcAft>
              <a:buClr>
                <a:schemeClr val="lt1"/>
              </a:buClr>
              <a:buSzPts val="1200"/>
              <a:buChar char="●"/>
              <a:defRPr>
                <a:solidFill>
                  <a:schemeClr val="lt1"/>
                </a:solidFill>
              </a:defRPr>
            </a:lvl4pPr>
            <a:lvl5pPr indent="-304800" lvl="4" marL="2286000">
              <a:spcBef>
                <a:spcPts val="0"/>
              </a:spcBef>
              <a:spcAft>
                <a:spcPts val="0"/>
              </a:spcAft>
              <a:buClr>
                <a:schemeClr val="lt1"/>
              </a:buClr>
              <a:buSzPts val="1200"/>
              <a:buChar char="○"/>
              <a:defRPr>
                <a:solidFill>
                  <a:schemeClr val="lt1"/>
                </a:solidFill>
              </a:defRPr>
            </a:lvl5pPr>
            <a:lvl6pPr indent="-304800" lvl="5" marL="2743200">
              <a:spcBef>
                <a:spcPts val="0"/>
              </a:spcBef>
              <a:spcAft>
                <a:spcPts val="0"/>
              </a:spcAft>
              <a:buClr>
                <a:schemeClr val="lt1"/>
              </a:buClr>
              <a:buSzPts val="1200"/>
              <a:buChar char="■"/>
              <a:defRPr>
                <a:solidFill>
                  <a:schemeClr val="lt1"/>
                </a:solidFill>
              </a:defRPr>
            </a:lvl6pPr>
            <a:lvl7pPr indent="-304800" lvl="6" marL="3200400">
              <a:spcBef>
                <a:spcPts val="0"/>
              </a:spcBef>
              <a:spcAft>
                <a:spcPts val="0"/>
              </a:spcAft>
              <a:buClr>
                <a:schemeClr val="lt1"/>
              </a:buClr>
              <a:buSzPts val="1200"/>
              <a:buChar char="●"/>
              <a:defRPr>
                <a:solidFill>
                  <a:schemeClr val="lt1"/>
                </a:solidFill>
              </a:defRPr>
            </a:lvl7pPr>
            <a:lvl8pPr indent="-304800" lvl="7" marL="3657600">
              <a:spcBef>
                <a:spcPts val="0"/>
              </a:spcBef>
              <a:spcAft>
                <a:spcPts val="0"/>
              </a:spcAft>
              <a:buClr>
                <a:schemeClr val="lt1"/>
              </a:buClr>
              <a:buSzPts val="1200"/>
              <a:buChar char="○"/>
              <a:defRPr>
                <a:solidFill>
                  <a:schemeClr val="lt1"/>
                </a:solidFill>
              </a:defRPr>
            </a:lvl8pPr>
            <a:lvl9pPr indent="-304800" lvl="8" marL="4114800">
              <a:spcBef>
                <a:spcPts val="0"/>
              </a:spcBef>
              <a:spcAft>
                <a:spcPts val="0"/>
              </a:spcAft>
              <a:buClr>
                <a:schemeClr val="lt1"/>
              </a:buClr>
              <a:buSzPts val="1200"/>
              <a:buChar char="■"/>
              <a:defRPr>
                <a:solidFill>
                  <a:schemeClr val="lt1"/>
                </a:solidFill>
              </a:defRPr>
            </a:lvl9pPr>
          </a:lstStyle>
          <a:p/>
        </p:txBody>
      </p:sp>
      <p:sp>
        <p:nvSpPr>
          <p:cNvPr id="430" name="Google Shape;430;p38"/>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Clr>
                <a:schemeClr val="lt1"/>
              </a:buClr>
              <a:buSzPts val="1400"/>
              <a:buChar char="●"/>
              <a:defRPr>
                <a:solidFill>
                  <a:schemeClr val="lt1"/>
                </a:solidFill>
              </a:defRPr>
            </a:lvl1pPr>
            <a:lvl2pPr lvl="1">
              <a:spcBef>
                <a:spcPts val="0"/>
              </a:spcBef>
              <a:spcAft>
                <a:spcPts val="0"/>
              </a:spcAft>
              <a:buClr>
                <a:schemeClr val="lt1"/>
              </a:buClr>
              <a:buSzPts val="1400"/>
              <a:buChar char="○"/>
              <a:defRPr>
                <a:solidFill>
                  <a:schemeClr val="lt1"/>
                </a:solidFill>
              </a:defRPr>
            </a:lvl2pPr>
            <a:lvl3pPr lvl="2">
              <a:spcBef>
                <a:spcPts val="0"/>
              </a:spcBef>
              <a:spcAft>
                <a:spcPts val="0"/>
              </a:spcAft>
              <a:buClr>
                <a:schemeClr val="lt1"/>
              </a:buClr>
              <a:buSzPts val="1400"/>
              <a:buChar char="■"/>
              <a:defRPr>
                <a:solidFill>
                  <a:schemeClr val="lt1"/>
                </a:solidFill>
              </a:defRPr>
            </a:lvl3pPr>
            <a:lvl4pPr lvl="3">
              <a:spcBef>
                <a:spcPts val="0"/>
              </a:spcBef>
              <a:spcAft>
                <a:spcPts val="0"/>
              </a:spcAft>
              <a:buClr>
                <a:schemeClr val="lt1"/>
              </a:buClr>
              <a:buSzPts val="1400"/>
              <a:buChar char="●"/>
              <a:defRPr>
                <a:solidFill>
                  <a:schemeClr val="lt1"/>
                </a:solidFill>
              </a:defRPr>
            </a:lvl4pPr>
            <a:lvl5pPr lvl="4">
              <a:spcBef>
                <a:spcPts val="0"/>
              </a:spcBef>
              <a:spcAft>
                <a:spcPts val="0"/>
              </a:spcAft>
              <a:buClr>
                <a:schemeClr val="lt1"/>
              </a:buClr>
              <a:buSzPts val="1400"/>
              <a:buChar char="○"/>
              <a:defRPr>
                <a:solidFill>
                  <a:schemeClr val="lt1"/>
                </a:solidFill>
              </a:defRPr>
            </a:lvl5pPr>
            <a:lvl6pPr lvl="5">
              <a:spcBef>
                <a:spcPts val="0"/>
              </a:spcBef>
              <a:spcAft>
                <a:spcPts val="0"/>
              </a:spcAft>
              <a:buClr>
                <a:schemeClr val="lt1"/>
              </a:buClr>
              <a:buSzPts val="1400"/>
              <a:buChar char="■"/>
              <a:defRPr>
                <a:solidFill>
                  <a:schemeClr val="lt1"/>
                </a:solidFill>
              </a:defRPr>
            </a:lvl6pPr>
            <a:lvl7pPr lvl="6">
              <a:spcBef>
                <a:spcPts val="0"/>
              </a:spcBef>
              <a:spcAft>
                <a:spcPts val="0"/>
              </a:spcAft>
              <a:buClr>
                <a:schemeClr val="lt1"/>
              </a:buClr>
              <a:buSzPts val="1400"/>
              <a:buChar char="●"/>
              <a:defRPr>
                <a:solidFill>
                  <a:schemeClr val="lt1"/>
                </a:solidFill>
              </a:defRPr>
            </a:lvl7pPr>
            <a:lvl8pPr lvl="7">
              <a:spcBef>
                <a:spcPts val="0"/>
              </a:spcBef>
              <a:spcAft>
                <a:spcPts val="0"/>
              </a:spcAft>
              <a:buClr>
                <a:schemeClr val="lt1"/>
              </a:buClr>
              <a:buSzPts val="1400"/>
              <a:buChar char="○"/>
              <a:defRPr>
                <a:solidFill>
                  <a:schemeClr val="lt1"/>
                </a:solidFill>
              </a:defRPr>
            </a:lvl8pPr>
            <a:lvl9pPr lvl="8">
              <a:spcBef>
                <a:spcPts val="0"/>
              </a:spcBef>
              <a:spcAft>
                <a:spcPts val="0"/>
              </a:spcAft>
              <a:buClr>
                <a:schemeClr val="lt1"/>
              </a:buClr>
              <a:buSzPts val="1400"/>
              <a:buChar char="■"/>
              <a:defRPr>
                <a:solidFill>
                  <a:schemeClr val="lt1"/>
                </a:solidFill>
              </a:defRPr>
            </a:lvl9pPr>
          </a:lstStyle>
          <a:p/>
        </p:txBody>
      </p:sp>
      <p:sp>
        <p:nvSpPr>
          <p:cNvPr id="431" name="Google Shape;431;p38"/>
          <p:cNvSpPr txBox="1"/>
          <p:nvPr>
            <p:ph idx="7" type="subTitle"/>
          </p:nvPr>
        </p:nvSpPr>
        <p:spPr>
          <a:xfrm>
            <a:off x="311725" y="3430500"/>
            <a:ext cx="2627100" cy="4812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32" name="Google Shape;432;p38"/>
          <p:cNvSpPr txBox="1"/>
          <p:nvPr>
            <p:ph idx="8" type="subTitle"/>
          </p:nvPr>
        </p:nvSpPr>
        <p:spPr>
          <a:xfrm>
            <a:off x="6205225" y="3430500"/>
            <a:ext cx="2627100" cy="4812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33" name="Google Shape;433;p38"/>
          <p:cNvSpPr txBox="1"/>
          <p:nvPr>
            <p:ph idx="9" type="subTitle"/>
          </p:nvPr>
        </p:nvSpPr>
        <p:spPr>
          <a:xfrm>
            <a:off x="3255250" y="3430500"/>
            <a:ext cx="2627100" cy="4812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34" name="Google Shape;434;p38"/>
          <p:cNvSpPr txBox="1"/>
          <p:nvPr>
            <p:ph idx="12" type="sldNum"/>
          </p:nvPr>
        </p:nvSpPr>
        <p:spPr>
          <a:xfrm>
            <a:off x="8556784" y="4749851"/>
            <a:ext cx="548700" cy="393600"/>
          </a:xfrm>
          <a:prstGeom prst="rect">
            <a:avLst/>
          </a:prstGeom>
        </p:spPr>
        <p:txBody>
          <a:bodyPr anchorCtr="0" anchor="ctr" bIns="91425" lIns="91425" spcFirstLastPara="1" rIns="91425" wrap="square" tIns="91425">
            <a:noAutofit/>
          </a:bodyPr>
          <a:lstStyle>
            <a:lvl1pPr lvl="0">
              <a:buNone/>
              <a:defRPr>
                <a:solidFill>
                  <a:srgbClr val="000000"/>
                </a:solidFill>
              </a:defRPr>
            </a:lvl1pPr>
            <a:lvl2pPr lvl="1">
              <a:buNone/>
              <a:defRPr>
                <a:solidFill>
                  <a:srgbClr val="000000"/>
                </a:solidFill>
              </a:defRPr>
            </a:lvl2pPr>
            <a:lvl3pPr lvl="2">
              <a:buNone/>
              <a:defRPr>
                <a:solidFill>
                  <a:srgbClr val="000000"/>
                </a:solidFill>
              </a:defRPr>
            </a:lvl3pPr>
            <a:lvl4pPr lvl="3">
              <a:buNone/>
              <a:defRPr>
                <a:solidFill>
                  <a:srgbClr val="000000"/>
                </a:solidFill>
              </a:defRPr>
            </a:lvl4pPr>
            <a:lvl5pPr lvl="4">
              <a:buNone/>
              <a:defRPr>
                <a:solidFill>
                  <a:srgbClr val="000000"/>
                </a:solidFill>
              </a:defRPr>
            </a:lvl5pPr>
            <a:lvl6pPr lvl="5">
              <a:buNone/>
              <a:defRPr>
                <a:solidFill>
                  <a:srgbClr val="000000"/>
                </a:solidFill>
              </a:defRPr>
            </a:lvl6pPr>
            <a:lvl7pPr lvl="6">
              <a:buNone/>
              <a:defRPr>
                <a:solidFill>
                  <a:srgbClr val="000000"/>
                </a:solidFill>
              </a:defRPr>
            </a:lvl7pPr>
            <a:lvl8pPr lvl="7">
              <a:buNone/>
              <a:defRPr>
                <a:solidFill>
                  <a:srgbClr val="000000"/>
                </a:solidFill>
              </a:defRPr>
            </a:lvl8pPr>
            <a:lvl9pPr lvl="8">
              <a:buNone/>
              <a:defRPr>
                <a:solidFill>
                  <a:srgbClr val="000000"/>
                </a:solidFill>
              </a:defRPr>
            </a:lvl9pPr>
          </a:lstStyle>
          <a:p>
            <a:pPr indent="0" lvl="0" marL="0" rtl="0" algn="r">
              <a:spcBef>
                <a:spcPts val="0"/>
              </a:spcBef>
              <a:spcAft>
                <a:spcPts val="0"/>
              </a:spcAft>
              <a:buNone/>
            </a:pPr>
            <a:fld id="{00000000-1234-1234-1234-123412341234}" type="slidenum">
              <a:rPr lang="en"/>
              <a:t>‹#›</a:t>
            </a:fld>
            <a:endParaRPr/>
          </a:p>
        </p:txBody>
      </p:sp>
      <p:sp>
        <p:nvSpPr>
          <p:cNvPr id="435" name="Google Shape;435;p38"/>
          <p:cNvSpPr txBox="1"/>
          <p:nvPr>
            <p:ph idx="13" type="subTitle"/>
          </p:nvPr>
        </p:nvSpPr>
        <p:spPr>
          <a:xfrm>
            <a:off x="3154650" y="4675975"/>
            <a:ext cx="2835000" cy="466800"/>
          </a:xfrm>
          <a:prstGeom prst="rect">
            <a:avLst/>
          </a:prstGeom>
          <a:noFill/>
          <a:ln>
            <a:noFill/>
          </a:ln>
        </p:spPr>
        <p:txBody>
          <a:bodyPr anchorCtr="0" anchor="ctr" bIns="0" lIns="0" spcFirstLastPara="1" rIns="0" wrap="square" tIns="0">
            <a:noAutofit/>
          </a:bodyPr>
          <a:lstStyle>
            <a:lvl1pPr lvl="0" algn="ct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pic>
        <p:nvPicPr>
          <p:cNvPr id="436" name="Google Shape;436;p38"/>
          <p:cNvPicPr preferRelativeResize="0"/>
          <p:nvPr/>
        </p:nvPicPr>
        <p:blipFill>
          <a:blip r:embed="rId2">
            <a:alphaModFix/>
          </a:blip>
          <a:stretch>
            <a:fillRect/>
          </a:stretch>
        </p:blipFill>
        <p:spPr>
          <a:xfrm>
            <a:off x="228600" y="4837043"/>
            <a:ext cx="567051" cy="144675"/>
          </a:xfrm>
          <a:prstGeom prst="rect">
            <a:avLst/>
          </a:prstGeom>
          <a:noFill/>
          <a:ln>
            <a:noFill/>
          </a:ln>
        </p:spPr>
      </p:pic>
      <p:sp>
        <p:nvSpPr>
          <p:cNvPr id="437" name="Google Shape;437;p38"/>
          <p:cNvSpPr txBox="1"/>
          <p:nvPr>
            <p:ph idx="14" type="sldNum"/>
          </p:nvPr>
        </p:nvSpPr>
        <p:spPr>
          <a:xfrm>
            <a:off x="8348225" y="4666247"/>
            <a:ext cx="567000" cy="466800"/>
          </a:xfrm>
          <a:prstGeom prst="rect">
            <a:avLst/>
          </a:prstGeom>
        </p:spPr>
        <p:txBody>
          <a:bodyPr anchorCtr="0" anchor="ctr" bIns="91425" lIns="91425" spcFirstLastPara="1" rIns="91425" wrap="square" tIns="91425">
            <a:noAutofit/>
          </a:bodyPr>
          <a:lstStyle>
            <a:lvl1pPr lvl="0">
              <a:buNone/>
              <a:defRPr sz="700">
                <a:solidFill>
                  <a:schemeClr val="lt1"/>
                </a:solidFill>
              </a:defRPr>
            </a:lvl1pPr>
            <a:lvl2pPr lvl="1">
              <a:buNone/>
              <a:defRPr sz="700">
                <a:solidFill>
                  <a:schemeClr val="lt1"/>
                </a:solidFill>
              </a:defRPr>
            </a:lvl2pPr>
            <a:lvl3pPr lvl="2">
              <a:buNone/>
              <a:defRPr sz="700">
                <a:solidFill>
                  <a:schemeClr val="lt1"/>
                </a:solidFill>
              </a:defRPr>
            </a:lvl3pPr>
            <a:lvl4pPr lvl="3">
              <a:buNone/>
              <a:defRPr sz="700">
                <a:solidFill>
                  <a:schemeClr val="lt1"/>
                </a:solidFill>
              </a:defRPr>
            </a:lvl4pPr>
            <a:lvl5pPr lvl="4">
              <a:buNone/>
              <a:defRPr sz="700">
                <a:solidFill>
                  <a:schemeClr val="lt1"/>
                </a:solidFill>
              </a:defRPr>
            </a:lvl5pPr>
            <a:lvl6pPr lvl="5">
              <a:buNone/>
              <a:defRPr sz="700">
                <a:solidFill>
                  <a:schemeClr val="lt1"/>
                </a:solidFill>
              </a:defRPr>
            </a:lvl6pPr>
            <a:lvl7pPr lvl="6">
              <a:buNone/>
              <a:defRPr sz="700">
                <a:solidFill>
                  <a:schemeClr val="lt1"/>
                </a:solidFill>
              </a:defRPr>
            </a:lvl7pPr>
            <a:lvl8pPr lvl="7">
              <a:buNone/>
              <a:defRPr sz="700">
                <a:solidFill>
                  <a:schemeClr val="lt1"/>
                </a:solidFill>
              </a:defRPr>
            </a:lvl8pPr>
            <a:lvl9pPr lvl="8">
              <a:buNone/>
              <a:defRPr sz="700">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438" name="Shape 438"/>
        <p:cNvGrpSpPr/>
        <p:nvPr/>
      </p:nvGrpSpPr>
      <p:grpSpPr>
        <a:xfrm>
          <a:off x="0" y="0"/>
          <a:ext cx="0" cy="0"/>
          <a:chOff x="0" y="0"/>
          <a:chExt cx="0" cy="0"/>
        </a:xfrm>
      </p:grpSpPr>
      <p:sp>
        <p:nvSpPr>
          <p:cNvPr id="439" name="Google Shape;439;p39"/>
          <p:cNvSpPr/>
          <p:nvPr>
            <p:ph idx="2" type="pic"/>
          </p:nvPr>
        </p:nvSpPr>
        <p:spPr>
          <a:xfrm>
            <a:off x="311700" y="445025"/>
            <a:ext cx="8520600" cy="4218300"/>
          </a:xfrm>
          <a:prstGeom prst="rect">
            <a:avLst/>
          </a:prstGeom>
          <a:noFill/>
          <a:ln>
            <a:noFill/>
          </a:ln>
        </p:spPr>
      </p:sp>
      <p:sp>
        <p:nvSpPr>
          <p:cNvPr id="440" name="Google Shape;440;p39"/>
          <p:cNvSpPr txBox="1"/>
          <p:nvPr>
            <p:ph idx="1" type="subTitle"/>
          </p:nvPr>
        </p:nvSpPr>
        <p:spPr>
          <a:xfrm>
            <a:off x="3154650" y="4675975"/>
            <a:ext cx="2835000" cy="466800"/>
          </a:xfrm>
          <a:prstGeom prst="rect">
            <a:avLst/>
          </a:prstGeom>
          <a:noFill/>
          <a:ln>
            <a:noFill/>
          </a:ln>
        </p:spPr>
        <p:txBody>
          <a:bodyPr anchorCtr="0" anchor="ctr" bIns="0" lIns="0" spcFirstLastPara="1" rIns="0" wrap="square" tIns="0">
            <a:noAutofit/>
          </a:bodyPr>
          <a:lstStyle>
            <a:lvl1pPr lvl="0" algn="ct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pic>
        <p:nvPicPr>
          <p:cNvPr id="441" name="Google Shape;441;p39"/>
          <p:cNvPicPr preferRelativeResize="0"/>
          <p:nvPr/>
        </p:nvPicPr>
        <p:blipFill>
          <a:blip r:embed="rId2">
            <a:alphaModFix/>
          </a:blip>
          <a:stretch>
            <a:fillRect/>
          </a:stretch>
        </p:blipFill>
        <p:spPr>
          <a:xfrm>
            <a:off x="228600" y="4837043"/>
            <a:ext cx="567051" cy="144675"/>
          </a:xfrm>
          <a:prstGeom prst="rect">
            <a:avLst/>
          </a:prstGeom>
          <a:noFill/>
          <a:ln>
            <a:noFill/>
          </a:ln>
        </p:spPr>
      </p:pic>
      <p:sp>
        <p:nvSpPr>
          <p:cNvPr id="442" name="Google Shape;442;p39"/>
          <p:cNvSpPr txBox="1"/>
          <p:nvPr>
            <p:ph idx="12" type="sldNum"/>
          </p:nvPr>
        </p:nvSpPr>
        <p:spPr>
          <a:xfrm>
            <a:off x="8348225" y="4666247"/>
            <a:ext cx="567000" cy="466800"/>
          </a:xfrm>
          <a:prstGeom prst="rect">
            <a:avLst/>
          </a:prstGeom>
        </p:spPr>
        <p:txBody>
          <a:bodyPr anchorCtr="0" anchor="ctr" bIns="91425" lIns="91425" spcFirstLastPara="1" rIns="91425" wrap="square" tIns="91425">
            <a:noAutofit/>
          </a:bodyPr>
          <a:lstStyle>
            <a:lvl1pPr lvl="0">
              <a:buNone/>
              <a:defRPr sz="700">
                <a:solidFill>
                  <a:schemeClr val="lt1"/>
                </a:solidFill>
              </a:defRPr>
            </a:lvl1pPr>
            <a:lvl2pPr lvl="1">
              <a:buNone/>
              <a:defRPr sz="700">
                <a:solidFill>
                  <a:schemeClr val="lt1"/>
                </a:solidFill>
              </a:defRPr>
            </a:lvl2pPr>
            <a:lvl3pPr lvl="2">
              <a:buNone/>
              <a:defRPr sz="700">
                <a:solidFill>
                  <a:schemeClr val="lt1"/>
                </a:solidFill>
              </a:defRPr>
            </a:lvl3pPr>
            <a:lvl4pPr lvl="3">
              <a:buNone/>
              <a:defRPr sz="700">
                <a:solidFill>
                  <a:schemeClr val="lt1"/>
                </a:solidFill>
              </a:defRPr>
            </a:lvl4pPr>
            <a:lvl5pPr lvl="4">
              <a:buNone/>
              <a:defRPr sz="700">
                <a:solidFill>
                  <a:schemeClr val="lt1"/>
                </a:solidFill>
              </a:defRPr>
            </a:lvl5pPr>
            <a:lvl6pPr lvl="5">
              <a:buNone/>
              <a:defRPr sz="700">
                <a:solidFill>
                  <a:schemeClr val="lt1"/>
                </a:solidFill>
              </a:defRPr>
            </a:lvl6pPr>
            <a:lvl7pPr lvl="6">
              <a:buNone/>
              <a:defRPr sz="700">
                <a:solidFill>
                  <a:schemeClr val="lt1"/>
                </a:solidFill>
              </a:defRPr>
            </a:lvl7pPr>
            <a:lvl8pPr lvl="7">
              <a:buNone/>
              <a:defRPr sz="700">
                <a:solidFill>
                  <a:schemeClr val="lt1"/>
                </a:solidFill>
              </a:defRPr>
            </a:lvl8pPr>
            <a:lvl9pPr lvl="8">
              <a:buNone/>
              <a:defRPr sz="700">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443" name="Shape 443"/>
        <p:cNvGrpSpPr/>
        <p:nvPr/>
      </p:nvGrpSpPr>
      <p:grpSpPr>
        <a:xfrm>
          <a:off x="0" y="0"/>
          <a:ext cx="0" cy="0"/>
          <a:chOff x="0" y="0"/>
          <a:chExt cx="0" cy="0"/>
        </a:xfrm>
      </p:grpSpPr>
      <p:sp>
        <p:nvSpPr>
          <p:cNvPr id="444" name="Google Shape;444;p40"/>
          <p:cNvSpPr/>
          <p:nvPr>
            <p:ph idx="2" type="pic"/>
          </p:nvPr>
        </p:nvSpPr>
        <p:spPr>
          <a:xfrm>
            <a:off x="3389600" y="118913"/>
            <a:ext cx="1643700" cy="1535100"/>
          </a:xfrm>
          <a:prstGeom prst="rect">
            <a:avLst/>
          </a:prstGeom>
          <a:noFill/>
          <a:ln>
            <a:noFill/>
          </a:ln>
        </p:spPr>
      </p:sp>
      <p:sp>
        <p:nvSpPr>
          <p:cNvPr id="445" name="Google Shape;445;p40"/>
          <p:cNvSpPr/>
          <p:nvPr>
            <p:ph idx="3" type="pic"/>
          </p:nvPr>
        </p:nvSpPr>
        <p:spPr>
          <a:xfrm>
            <a:off x="5195935" y="118913"/>
            <a:ext cx="1643700" cy="1535100"/>
          </a:xfrm>
          <a:prstGeom prst="rect">
            <a:avLst/>
          </a:prstGeom>
          <a:noFill/>
          <a:ln>
            <a:noFill/>
          </a:ln>
        </p:spPr>
      </p:sp>
      <p:sp>
        <p:nvSpPr>
          <p:cNvPr id="446" name="Google Shape;446;p40"/>
          <p:cNvSpPr/>
          <p:nvPr>
            <p:ph idx="4" type="pic"/>
          </p:nvPr>
        </p:nvSpPr>
        <p:spPr>
          <a:xfrm>
            <a:off x="7002270" y="118913"/>
            <a:ext cx="1643700" cy="1535100"/>
          </a:xfrm>
          <a:prstGeom prst="rect">
            <a:avLst/>
          </a:prstGeom>
          <a:noFill/>
          <a:ln>
            <a:noFill/>
          </a:ln>
        </p:spPr>
      </p:sp>
      <p:sp>
        <p:nvSpPr>
          <p:cNvPr id="447" name="Google Shape;447;p40"/>
          <p:cNvSpPr/>
          <p:nvPr>
            <p:ph idx="5" type="pic"/>
          </p:nvPr>
        </p:nvSpPr>
        <p:spPr>
          <a:xfrm>
            <a:off x="3389588" y="1804212"/>
            <a:ext cx="1643700" cy="1535100"/>
          </a:xfrm>
          <a:prstGeom prst="rect">
            <a:avLst/>
          </a:prstGeom>
          <a:noFill/>
          <a:ln>
            <a:noFill/>
          </a:ln>
        </p:spPr>
      </p:sp>
      <p:sp>
        <p:nvSpPr>
          <p:cNvPr id="448" name="Google Shape;448;p40"/>
          <p:cNvSpPr/>
          <p:nvPr>
            <p:ph idx="6" type="pic"/>
          </p:nvPr>
        </p:nvSpPr>
        <p:spPr>
          <a:xfrm>
            <a:off x="5195922" y="1804212"/>
            <a:ext cx="1643700" cy="1535100"/>
          </a:xfrm>
          <a:prstGeom prst="rect">
            <a:avLst/>
          </a:prstGeom>
          <a:noFill/>
          <a:ln>
            <a:noFill/>
          </a:ln>
        </p:spPr>
      </p:sp>
      <p:sp>
        <p:nvSpPr>
          <p:cNvPr id="449" name="Google Shape;449;p40"/>
          <p:cNvSpPr/>
          <p:nvPr>
            <p:ph idx="7" type="pic"/>
          </p:nvPr>
        </p:nvSpPr>
        <p:spPr>
          <a:xfrm>
            <a:off x="7002257" y="1804212"/>
            <a:ext cx="1643700" cy="1535100"/>
          </a:xfrm>
          <a:prstGeom prst="rect">
            <a:avLst/>
          </a:prstGeom>
          <a:noFill/>
          <a:ln>
            <a:noFill/>
          </a:ln>
        </p:spPr>
      </p:sp>
      <p:sp>
        <p:nvSpPr>
          <p:cNvPr id="450" name="Google Shape;450;p40"/>
          <p:cNvSpPr txBox="1"/>
          <p:nvPr>
            <p:ph type="title"/>
          </p:nvPr>
        </p:nvSpPr>
        <p:spPr>
          <a:xfrm>
            <a:off x="351550" y="445025"/>
            <a:ext cx="2596800" cy="1706400"/>
          </a:xfrm>
          <a:prstGeom prst="rect">
            <a:avLst/>
          </a:prstGeom>
          <a:noFill/>
          <a:ln>
            <a:noFill/>
          </a:ln>
        </p:spPr>
        <p:txBody>
          <a:bodyPr anchorCtr="0" anchor="ctr"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451" name="Google Shape;451;p40"/>
          <p:cNvSpPr/>
          <p:nvPr>
            <p:ph idx="8" type="pic"/>
          </p:nvPr>
        </p:nvSpPr>
        <p:spPr>
          <a:xfrm>
            <a:off x="3389588" y="3489487"/>
            <a:ext cx="1643700" cy="1535100"/>
          </a:xfrm>
          <a:prstGeom prst="rect">
            <a:avLst/>
          </a:prstGeom>
          <a:noFill/>
          <a:ln>
            <a:noFill/>
          </a:ln>
        </p:spPr>
      </p:sp>
      <p:sp>
        <p:nvSpPr>
          <p:cNvPr id="452" name="Google Shape;452;p40"/>
          <p:cNvSpPr/>
          <p:nvPr>
            <p:ph idx="9" type="pic"/>
          </p:nvPr>
        </p:nvSpPr>
        <p:spPr>
          <a:xfrm>
            <a:off x="5195922" y="3489487"/>
            <a:ext cx="1643700" cy="1535100"/>
          </a:xfrm>
          <a:prstGeom prst="rect">
            <a:avLst/>
          </a:prstGeom>
          <a:noFill/>
          <a:ln>
            <a:noFill/>
          </a:ln>
        </p:spPr>
      </p:sp>
      <p:sp>
        <p:nvSpPr>
          <p:cNvPr id="453" name="Google Shape;453;p40"/>
          <p:cNvSpPr/>
          <p:nvPr>
            <p:ph idx="13" type="pic"/>
          </p:nvPr>
        </p:nvSpPr>
        <p:spPr>
          <a:xfrm>
            <a:off x="7002257" y="3489487"/>
            <a:ext cx="1643700" cy="1535100"/>
          </a:xfrm>
          <a:prstGeom prst="rect">
            <a:avLst/>
          </a:prstGeom>
          <a:noFill/>
          <a:ln>
            <a:noFill/>
          </a:ln>
        </p:spPr>
      </p:sp>
      <p:sp>
        <p:nvSpPr>
          <p:cNvPr id="454" name="Google Shape;454;p40"/>
          <p:cNvSpPr txBox="1"/>
          <p:nvPr>
            <p:ph idx="12" type="sldNum"/>
          </p:nvPr>
        </p:nvSpPr>
        <p:spPr>
          <a:xfrm>
            <a:off x="8556784" y="4749851"/>
            <a:ext cx="548700" cy="393600"/>
          </a:xfrm>
          <a:prstGeom prst="rect">
            <a:avLst/>
          </a:prstGeom>
        </p:spPr>
        <p:txBody>
          <a:bodyPr anchorCtr="0" anchor="ctr" bIns="91425" lIns="91425" spcFirstLastPara="1" rIns="91425" wrap="square" tIns="91425">
            <a:noAutofit/>
          </a:bodyPr>
          <a:lstStyle>
            <a:lvl1pPr lvl="0">
              <a:buNone/>
              <a:defRPr>
                <a:solidFill>
                  <a:srgbClr val="000000"/>
                </a:solidFill>
              </a:defRPr>
            </a:lvl1pPr>
            <a:lvl2pPr lvl="1">
              <a:buNone/>
              <a:defRPr>
                <a:solidFill>
                  <a:srgbClr val="000000"/>
                </a:solidFill>
              </a:defRPr>
            </a:lvl2pPr>
            <a:lvl3pPr lvl="2">
              <a:buNone/>
              <a:defRPr>
                <a:solidFill>
                  <a:srgbClr val="000000"/>
                </a:solidFill>
              </a:defRPr>
            </a:lvl3pPr>
            <a:lvl4pPr lvl="3">
              <a:buNone/>
              <a:defRPr>
                <a:solidFill>
                  <a:srgbClr val="000000"/>
                </a:solidFill>
              </a:defRPr>
            </a:lvl4pPr>
            <a:lvl5pPr lvl="4">
              <a:buNone/>
              <a:defRPr>
                <a:solidFill>
                  <a:srgbClr val="000000"/>
                </a:solidFill>
              </a:defRPr>
            </a:lvl5pPr>
            <a:lvl6pPr lvl="5">
              <a:buNone/>
              <a:defRPr>
                <a:solidFill>
                  <a:srgbClr val="000000"/>
                </a:solidFill>
              </a:defRPr>
            </a:lvl6pPr>
            <a:lvl7pPr lvl="6">
              <a:buNone/>
              <a:defRPr>
                <a:solidFill>
                  <a:srgbClr val="000000"/>
                </a:solidFill>
              </a:defRPr>
            </a:lvl7pPr>
            <a:lvl8pPr lvl="7">
              <a:buNone/>
              <a:defRPr>
                <a:solidFill>
                  <a:srgbClr val="000000"/>
                </a:solidFill>
              </a:defRPr>
            </a:lvl8pPr>
            <a:lvl9pPr lvl="8">
              <a:buNone/>
              <a:defRPr>
                <a:solidFill>
                  <a:srgbClr val="000000"/>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5564">
          <p15:clr>
            <a:srgbClr val="E46962"/>
          </p15:clr>
        </p15:guide>
      </p15:sldGuideLst>
    </p:ext>
  </p:extLst>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CUSTOM_6">
    <p:spTree>
      <p:nvGrpSpPr>
        <p:cNvPr id="455" name="Shape 455"/>
        <p:cNvGrpSpPr/>
        <p:nvPr/>
      </p:nvGrpSpPr>
      <p:grpSpPr>
        <a:xfrm>
          <a:off x="0" y="0"/>
          <a:ext cx="0" cy="0"/>
          <a:chOff x="0" y="0"/>
          <a:chExt cx="0" cy="0"/>
        </a:xfrm>
      </p:grpSpPr>
      <p:sp>
        <p:nvSpPr>
          <p:cNvPr id="456" name="Google Shape;456;p41"/>
          <p:cNvSpPr txBox="1"/>
          <p:nvPr>
            <p:ph idx="12" type="sldNum"/>
          </p:nvPr>
        </p:nvSpPr>
        <p:spPr>
          <a:xfrm>
            <a:off x="8556784"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457" name="Google Shape;457;p41"/>
          <p:cNvPicPr preferRelativeResize="0"/>
          <p:nvPr/>
        </p:nvPicPr>
        <p:blipFill rotWithShape="1">
          <a:blip r:embed="rId2">
            <a:alphaModFix/>
          </a:blip>
          <a:srcRect b="-9999" l="0" r="0" t="0"/>
          <a:stretch/>
        </p:blipFill>
        <p:spPr>
          <a:xfrm>
            <a:off x="0" y="0"/>
            <a:ext cx="9144003" cy="5143501"/>
          </a:xfrm>
          <a:prstGeom prst="rect">
            <a:avLst/>
          </a:prstGeom>
          <a:noFill/>
          <a:ln>
            <a:noFill/>
          </a:ln>
        </p:spPr>
      </p:pic>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ALT 2 1">
  <p:cSld name="BLANK_1_1_1_1_1_1_1">
    <p:spTree>
      <p:nvGrpSpPr>
        <p:cNvPr id="458" name="Shape 458"/>
        <p:cNvGrpSpPr/>
        <p:nvPr/>
      </p:nvGrpSpPr>
      <p:grpSpPr>
        <a:xfrm>
          <a:off x="0" y="0"/>
          <a:ext cx="0" cy="0"/>
          <a:chOff x="0" y="0"/>
          <a:chExt cx="0" cy="0"/>
        </a:xfrm>
      </p:grpSpPr>
      <p:pic>
        <p:nvPicPr>
          <p:cNvPr id="459" name="Google Shape;459;p42"/>
          <p:cNvPicPr preferRelativeResize="0"/>
          <p:nvPr/>
        </p:nvPicPr>
        <p:blipFill rotWithShape="1">
          <a:blip r:embed="rId2">
            <a:alphaModFix/>
          </a:blip>
          <a:srcRect b="-9999" l="0" r="0" t="0"/>
          <a:stretch/>
        </p:blipFill>
        <p:spPr>
          <a:xfrm>
            <a:off x="0" y="0"/>
            <a:ext cx="9144003" cy="5143501"/>
          </a:xfrm>
          <a:prstGeom prst="rect">
            <a:avLst/>
          </a:prstGeom>
          <a:noFill/>
          <a:ln>
            <a:noFill/>
          </a:ln>
        </p:spPr>
      </p:pic>
      <p:sp>
        <p:nvSpPr>
          <p:cNvPr id="460" name="Google Shape;460;p42"/>
          <p:cNvSpPr/>
          <p:nvPr>
            <p:ph idx="2" type="pic"/>
          </p:nvPr>
        </p:nvSpPr>
        <p:spPr>
          <a:xfrm>
            <a:off x="9425" y="-3075"/>
            <a:ext cx="9144000" cy="4641000"/>
          </a:xfrm>
          <a:prstGeom prst="rect">
            <a:avLst/>
          </a:prstGeom>
          <a:noFill/>
          <a:ln>
            <a:noFill/>
          </a:ln>
        </p:spPr>
      </p:sp>
      <p:sp>
        <p:nvSpPr>
          <p:cNvPr id="461" name="Google Shape;461;p42"/>
          <p:cNvSpPr txBox="1"/>
          <p:nvPr>
            <p:ph type="title"/>
          </p:nvPr>
        </p:nvSpPr>
        <p:spPr>
          <a:xfrm>
            <a:off x="234125" y="3337800"/>
            <a:ext cx="8574600" cy="1114800"/>
          </a:xfrm>
          <a:prstGeom prst="rect">
            <a:avLst/>
          </a:prstGeom>
          <a:noFill/>
          <a:ln>
            <a:noFill/>
          </a:ln>
        </p:spPr>
        <p:txBody>
          <a:bodyPr anchorCtr="0" anchor="b" bIns="0" lIns="0" spcFirstLastPara="1" rIns="0" wrap="square" tIns="0">
            <a:noAutofit/>
          </a:bodyPr>
          <a:lstStyle>
            <a:lvl1pPr lvl="0">
              <a:spcBef>
                <a:spcPts val="0"/>
              </a:spcBef>
              <a:spcAft>
                <a:spcPts val="0"/>
              </a:spcAft>
              <a:buNone/>
              <a:defRPr sz="3400"/>
            </a:lvl1pPr>
            <a:lvl2pPr lvl="1">
              <a:lnSpc>
                <a:spcPct val="115000"/>
              </a:lnSpc>
              <a:spcBef>
                <a:spcPts val="0"/>
              </a:spcBef>
              <a:spcAft>
                <a:spcPts val="0"/>
              </a:spcAft>
              <a:buNone/>
              <a:defRPr sz="3400"/>
            </a:lvl2pPr>
            <a:lvl3pPr lvl="2">
              <a:lnSpc>
                <a:spcPct val="115000"/>
              </a:lnSpc>
              <a:spcBef>
                <a:spcPts val="0"/>
              </a:spcBef>
              <a:spcAft>
                <a:spcPts val="0"/>
              </a:spcAft>
              <a:buNone/>
              <a:defRPr sz="3400"/>
            </a:lvl3pPr>
            <a:lvl4pPr lvl="3">
              <a:lnSpc>
                <a:spcPct val="115000"/>
              </a:lnSpc>
              <a:spcBef>
                <a:spcPts val="0"/>
              </a:spcBef>
              <a:spcAft>
                <a:spcPts val="0"/>
              </a:spcAft>
              <a:buNone/>
              <a:defRPr sz="3400"/>
            </a:lvl4pPr>
            <a:lvl5pPr lvl="4">
              <a:lnSpc>
                <a:spcPct val="115000"/>
              </a:lnSpc>
              <a:spcBef>
                <a:spcPts val="0"/>
              </a:spcBef>
              <a:spcAft>
                <a:spcPts val="0"/>
              </a:spcAft>
              <a:buNone/>
              <a:defRPr sz="3400"/>
            </a:lvl5pPr>
            <a:lvl6pPr lvl="5">
              <a:lnSpc>
                <a:spcPct val="115000"/>
              </a:lnSpc>
              <a:spcBef>
                <a:spcPts val="0"/>
              </a:spcBef>
              <a:spcAft>
                <a:spcPts val="0"/>
              </a:spcAft>
              <a:buNone/>
              <a:defRPr sz="3400"/>
            </a:lvl6pPr>
            <a:lvl7pPr lvl="6">
              <a:lnSpc>
                <a:spcPct val="115000"/>
              </a:lnSpc>
              <a:spcBef>
                <a:spcPts val="0"/>
              </a:spcBef>
              <a:spcAft>
                <a:spcPts val="0"/>
              </a:spcAft>
              <a:buNone/>
              <a:defRPr sz="3400"/>
            </a:lvl7pPr>
            <a:lvl8pPr lvl="7">
              <a:lnSpc>
                <a:spcPct val="115000"/>
              </a:lnSpc>
              <a:spcBef>
                <a:spcPts val="0"/>
              </a:spcBef>
              <a:spcAft>
                <a:spcPts val="0"/>
              </a:spcAft>
              <a:buNone/>
              <a:defRPr sz="3400"/>
            </a:lvl8pPr>
            <a:lvl9pPr lvl="8">
              <a:lnSpc>
                <a:spcPct val="115000"/>
              </a:lnSpc>
              <a:spcBef>
                <a:spcPts val="0"/>
              </a:spcBef>
              <a:spcAft>
                <a:spcPts val="0"/>
              </a:spcAft>
              <a:buNone/>
              <a:defRPr sz="3400"/>
            </a:lvl9pPr>
          </a:lstStyle>
          <a:p/>
        </p:txBody>
      </p:sp>
      <p:sp>
        <p:nvSpPr>
          <p:cNvPr id="462" name="Google Shape;462;p42"/>
          <p:cNvSpPr txBox="1"/>
          <p:nvPr>
            <p:ph idx="1" type="subTitle"/>
          </p:nvPr>
        </p:nvSpPr>
        <p:spPr>
          <a:xfrm>
            <a:off x="228600" y="228600"/>
            <a:ext cx="2870100" cy="228600"/>
          </a:xfrm>
          <a:prstGeom prst="rect">
            <a:avLst/>
          </a:prstGeom>
          <a:noFill/>
          <a:ln>
            <a:noFill/>
          </a:ln>
        </p:spPr>
        <p:txBody>
          <a:bodyPr anchorCtr="0" anchor="ctr"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sp>
        <p:nvSpPr>
          <p:cNvPr id="463" name="Google Shape;463;p42"/>
          <p:cNvSpPr txBox="1"/>
          <p:nvPr>
            <p:ph idx="3" type="subTitle"/>
          </p:nvPr>
        </p:nvSpPr>
        <p:spPr>
          <a:xfrm>
            <a:off x="320625" y="4675975"/>
            <a:ext cx="2700000" cy="236400"/>
          </a:xfrm>
          <a:prstGeom prst="rect">
            <a:avLst/>
          </a:prstGeom>
          <a:noFill/>
          <a:ln>
            <a:noFill/>
          </a:ln>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464" name="Google Shape;464;p42"/>
          <p:cNvSpPr txBox="1"/>
          <p:nvPr>
            <p:ph idx="4" type="subTitle"/>
          </p:nvPr>
        </p:nvSpPr>
        <p:spPr>
          <a:xfrm>
            <a:off x="4716740" y="4675975"/>
            <a:ext cx="2294700" cy="236400"/>
          </a:xfrm>
          <a:prstGeom prst="rect">
            <a:avLst/>
          </a:prstGeom>
          <a:noFill/>
          <a:ln>
            <a:noFill/>
          </a:ln>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465" name="Google Shape;465;p42"/>
          <p:cNvSpPr txBox="1"/>
          <p:nvPr>
            <p:ph idx="5" type="subTitle"/>
          </p:nvPr>
        </p:nvSpPr>
        <p:spPr>
          <a:xfrm>
            <a:off x="6859200" y="4683725"/>
            <a:ext cx="2056500" cy="228600"/>
          </a:xfrm>
          <a:prstGeom prst="rect">
            <a:avLst/>
          </a:prstGeom>
          <a:noFill/>
          <a:ln>
            <a:noFill/>
          </a:ln>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466" name="Google Shape;466;p42"/>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467" name="Google Shape;467;p42"/>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68" name="Google Shape;468;p42"/>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lvl1pPr lvl="0" algn="r">
              <a:buNone/>
              <a:defRPr sz="1300">
                <a:solidFill>
                  <a:schemeClr val="tx1"/>
                </a:solidFill>
              </a:defRPr>
            </a:lvl1pPr>
            <a:lvl2pPr lvl="1" algn="r">
              <a:buNone/>
              <a:defRPr sz="1300">
                <a:solidFill>
                  <a:schemeClr val="tx1"/>
                </a:solidFill>
              </a:defRPr>
            </a:lvl2pPr>
            <a:lvl3pPr lvl="2" algn="r">
              <a:buNone/>
              <a:defRPr sz="1300">
                <a:solidFill>
                  <a:schemeClr val="tx1"/>
                </a:solidFill>
              </a:defRPr>
            </a:lvl3pPr>
            <a:lvl4pPr lvl="3" algn="r">
              <a:buNone/>
              <a:defRPr sz="1300">
                <a:solidFill>
                  <a:schemeClr val="tx1"/>
                </a:solidFill>
              </a:defRPr>
            </a:lvl4pPr>
            <a:lvl5pPr lvl="4" algn="r">
              <a:buNone/>
              <a:defRPr sz="1300">
                <a:solidFill>
                  <a:schemeClr val="tx1"/>
                </a:solidFill>
              </a:defRPr>
            </a:lvl5pPr>
            <a:lvl6pPr lvl="5" algn="r">
              <a:buNone/>
              <a:defRPr sz="1300">
                <a:solidFill>
                  <a:schemeClr val="tx1"/>
                </a:solidFill>
              </a:defRPr>
            </a:lvl6pPr>
            <a:lvl7pPr lvl="6" algn="r">
              <a:buNone/>
              <a:defRPr sz="1300">
                <a:solidFill>
                  <a:schemeClr val="tx1"/>
                </a:solidFill>
              </a:defRPr>
            </a:lvl7pPr>
            <a:lvl8pPr lvl="7" algn="r">
              <a:buNone/>
              <a:defRPr sz="1300">
                <a:solidFill>
                  <a:schemeClr val="tx1"/>
                </a:solidFill>
              </a:defRPr>
            </a:lvl8pPr>
            <a:lvl9pPr lvl="8" algn="r">
              <a:buNone/>
              <a:defRPr sz="1300">
                <a:solidFill>
                  <a:schemeClr val="tx1"/>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33">
          <p15:clr>
            <a:srgbClr val="E46962"/>
          </p15:clr>
        </p15:guide>
        <p15:guide id="10" pos="4292">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png"/><Relationship Id="rId3" Type="http://schemas.openxmlformats.org/officeDocument/2006/relationships/image" Target="../media/image5.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explorer.testnet.chain.robinhood.com/tx/0x0023f35941a1490017d220c94b41124f53b044b7416f59ea278208ee500e3b03" TargetMode="External"/><Relationship Id="rId3" Type="http://schemas.openxmlformats.org/officeDocument/2006/relationships/hyperlink" Target="https://explorer.testnet.chain.robinhood.com/tx/0xf98156ad950c82abe4ce3ab0eac3da0ae860d1abd91fdb9eb545aa87e7e2fcc8" TargetMode="Externa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chiron-receipts.vercel.app" TargetMode="Externa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s>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47"/>
          <p:cNvSpPr txBox="1"/>
          <p:nvPr>
            <p:ph idx="13" type="subTitle"/>
          </p:nvPr>
        </p:nvSpPr>
        <p:spPr>
          <a:xfrm>
            <a:off x="3154650" y="4675975"/>
            <a:ext cx="2835000" cy="4668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solidFill>
                  <a:schemeClr val="lt1"/>
                </a:solidFill>
              </a:rPr>
              <a:t>Open House Singapore</a:t>
            </a:r>
            <a:endParaRPr/>
          </a:p>
        </p:txBody>
      </p:sp>
      <p:sp>
        <p:nvSpPr>
          <p:cNvPr id="525" name="Google Shape;525;p47"/>
          <p:cNvSpPr txBox="1"/>
          <p:nvPr>
            <p:ph idx="1" type="subTitle"/>
          </p:nvPr>
        </p:nvSpPr>
        <p:spPr>
          <a:xfrm>
            <a:off x="6859200" y="4683725"/>
            <a:ext cx="2056500" cy="228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
            </a:r>
            <a:endParaRPr/>
          </a:p>
        </p:txBody>
      </p:sp>
      <p:sp>
        <p:nvSpPr>
          <p:cNvPr id="526" name="Google Shape;526;p47"/>
          <p:cNvSpPr txBox="1"/>
          <p:nvPr>
            <p:ph idx="2" type="subTitle"/>
          </p:nvPr>
        </p:nvSpPr>
        <p:spPr>
          <a:xfrm>
            <a:off x="320625" y="4675975"/>
            <a:ext cx="2700000" cy="236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None/>
            </a:pPr>
            <a:r>
              <a:rPr lang="en"/>
              <a:t/>
            </a:r>
            <a:endParaRPr/>
          </a:p>
        </p:txBody>
      </p:sp>
      <p:sp>
        <p:nvSpPr>
          <p:cNvPr id="527" name="Google Shape;527;p47"/>
          <p:cNvSpPr txBox="1"/>
          <p:nvPr>
            <p:ph idx="4294967295" type="sldNum"/>
          </p:nvPr>
        </p:nvSpPr>
        <p:spPr>
          <a:xfrm>
            <a:off x="8556784" y="4749851"/>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28" name="Google Shape;528;p47"/>
          <p:cNvSpPr txBox="1"/>
          <p:nvPr>
            <p:ph idx="12" type="sldNum"/>
          </p:nvPr>
        </p:nvSpPr>
        <p:spPr>
          <a:xfrm>
            <a:off x="8348225" y="4666247"/>
            <a:ext cx="567000" cy="4668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29" name="Google Shape;529;p47"/>
          <p:cNvSpPr/>
          <p:nvPr/>
        </p:nvSpPr>
        <p:spPr>
          <a:xfrm>
            <a:off x="102062" y="114500"/>
            <a:ext cx="8919600" cy="489000"/>
          </a:xfrm>
          <a:prstGeom prst="rect">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sz="1500" b="0">
                <a:solidFill>
                  <a:srgbClr val="D4FF00"/>
                </a:solidFill>
                <a:latin typeface="Urbanist SemiBold"/>
              </a:rPr>
              <a:t>Signet</a:t>
            </a:r>
            <a:endParaRPr b="1">
              <a:solidFill>
                <a:schemeClr val="lt1"/>
              </a:solidFill>
            </a:endParaRPr>
          </a:p>
          <a:p>
            <a:r>
              <a:rPr sz="1200" b="0">
                <a:solidFill>
                  <a:srgbClr val="FFFFFF"/>
                </a:solidFill>
                <a:latin typeface="Urbanist Medium"/>
              </a:rPr>
              <a:t>One line: AI trading agents whose track record is provable and whose strategy stays private.</a:t>
            </a:r>
          </a:p>
        </p:txBody>
      </p:sp>
      <p:sp>
        <p:nvSpPr>
          <p:cNvPr id="530" name="Google Shape;530;p47"/>
          <p:cNvSpPr/>
          <p:nvPr/>
        </p:nvSpPr>
        <p:spPr>
          <a:xfrm>
            <a:off x="65338" y="765133"/>
            <a:ext cx="2788500" cy="1070100"/>
          </a:xfrm>
          <a:prstGeom prst="rect">
            <a:avLst/>
          </a:prstGeom>
          <a:noFill/>
          <a:ln cap="flat" cmpd="sng" w="16675">
            <a:solidFill>
              <a:schemeClr val="dk2"/>
            </a:solidFill>
            <a:prstDash val="solid"/>
            <a:round/>
            <a:headEnd len="sm" w="sm" type="none"/>
            <a:tailEnd len="sm" w="sm" type="none"/>
          </a:ln>
        </p:spPr>
        <p:txBody>
          <a:bodyPr anchorCtr="0" anchor="t" bIns="53300" lIns="53300" spcFirstLastPara="1" rIns="53300" wrap="square" tIns="53300">
            <a:noAutofit/>
          </a:bodyPr>
          <a:lstStyle/>
          <a:p>
            <a:pPr indent="0" lvl="0" marL="0" rtl="0" algn="l">
              <a:spcBef>
                <a:spcPts val="0"/>
              </a:spcBef>
              <a:spcAft>
                <a:spcPts val="0"/>
              </a:spcAft>
              <a:buNone/>
            </a:pPr>
            <a:r>
              <a:rPr sz="1300" b="0">
                <a:solidFill>
                  <a:srgbClr val="D4FF00"/>
                </a:solidFill>
                <a:latin typeface="Urbanist SemiBold"/>
              </a:rPr>
              <a:t>Who is This For</a:t>
            </a:r>
            <a:endParaRPr b="1" sz="1316">
              <a:solidFill>
                <a:schemeClr val="lt1"/>
              </a:solidFill>
            </a:endParaRPr>
          </a:p>
          <a:p>
            <a:r>
              <a:rPr sz="1000" b="0">
                <a:solidFill>
                  <a:srgbClr val="FFFFFF"/>
                </a:solidFill>
                <a:latin typeface="Urbanist Medium"/>
              </a:rPr>
              <a:t>The operator behind @DeployFinance, who gave an AI agent $100,000 for 70 days and posted the result. Their followers pick which agent holds Stock Tokens.</a:t>
            </a:r>
          </a:p>
        </p:txBody>
      </p:sp>
      <p:sp>
        <p:nvSpPr>
          <p:cNvPr id="531" name="Google Shape;531;p47"/>
          <p:cNvSpPr/>
          <p:nvPr/>
        </p:nvSpPr>
        <p:spPr>
          <a:xfrm>
            <a:off x="3130808" y="765133"/>
            <a:ext cx="2788500" cy="1070100"/>
          </a:xfrm>
          <a:prstGeom prst="rect">
            <a:avLst/>
          </a:prstGeom>
          <a:noFill/>
          <a:ln cap="flat" cmpd="sng" w="16675">
            <a:solidFill>
              <a:schemeClr val="dk2"/>
            </a:solidFill>
            <a:prstDash val="solid"/>
            <a:round/>
            <a:headEnd len="sm" w="sm" type="none"/>
            <a:tailEnd len="sm" w="sm" type="none"/>
          </a:ln>
        </p:spPr>
        <p:txBody>
          <a:bodyPr anchorCtr="0" anchor="t" bIns="53300" lIns="53300" spcFirstLastPara="1" rIns="53300" wrap="square" tIns="53300">
            <a:noAutofit/>
          </a:bodyPr>
          <a:lstStyle/>
          <a:p>
            <a:pPr indent="0" lvl="0" marL="0" rtl="0" algn="l">
              <a:spcBef>
                <a:spcPts val="0"/>
              </a:spcBef>
              <a:spcAft>
                <a:spcPts val="0"/>
              </a:spcAft>
              <a:buNone/>
            </a:pPr>
            <a:r>
              <a:rPr sz="1300" b="0">
                <a:solidFill>
                  <a:srgbClr val="D4FF00"/>
                </a:solidFill>
                <a:latin typeface="Urbanist SemiBold"/>
              </a:rPr>
              <a:t>What They Do Today</a:t>
            </a:r>
            <a:endParaRPr b="1" sz="1316">
              <a:solidFill>
                <a:schemeClr val="lt1"/>
              </a:solidFill>
            </a:endParaRPr>
          </a:p>
          <a:p>
            <a:r>
              <a:rPr sz="1000" b="0">
                <a:solidFill>
                  <a:srgbClr val="FFFFFF"/>
                </a:solidFill>
                <a:latin typeface="Urbanist Medium"/>
              </a:rPr>
              <a:t>“I don't mind showing my Polymarket PnL.. i do mind showing every single bet” (@Al_Nadim_nabil). They post a screenshot: 0 of 22 viral bot posts gave a wallet to check.</a:t>
            </a:r>
          </a:p>
        </p:txBody>
      </p:sp>
      <p:sp>
        <p:nvSpPr>
          <p:cNvPr id="532" name="Google Shape;532;p47"/>
          <p:cNvSpPr/>
          <p:nvPr/>
        </p:nvSpPr>
        <p:spPr>
          <a:xfrm>
            <a:off x="65338" y="1943976"/>
            <a:ext cx="2788500" cy="1070100"/>
          </a:xfrm>
          <a:prstGeom prst="rect">
            <a:avLst/>
          </a:prstGeom>
          <a:noFill/>
          <a:ln cap="flat" cmpd="sng" w="38100">
            <a:solidFill>
              <a:schemeClr val="dk2"/>
            </a:solidFill>
            <a:prstDash val="solid"/>
            <a:round/>
            <a:headEnd len="sm" w="sm" type="none"/>
            <a:tailEnd len="sm" w="sm" type="none"/>
          </a:ln>
        </p:spPr>
        <p:txBody>
          <a:bodyPr anchorCtr="0" anchor="t" bIns="53300" lIns="53300" spcFirstLastPara="1" rIns="53300" wrap="square" tIns="53300">
            <a:noAutofit/>
          </a:bodyPr>
          <a:lstStyle/>
          <a:p>
            <a:pPr indent="0" lvl="0" marL="0" rtl="0" algn="l">
              <a:spcBef>
                <a:spcPts val="0"/>
              </a:spcBef>
              <a:spcAft>
                <a:spcPts val="0"/>
              </a:spcAft>
              <a:buNone/>
            </a:pPr>
            <a:r>
              <a:rPr sz="1300" b="0">
                <a:solidFill>
                  <a:srgbClr val="D4FF00"/>
                </a:solidFill>
                <a:latin typeface="Urbanist SemiBold"/>
              </a:rPr>
              <a:t>The Wedge</a:t>
            </a:r>
            <a:endParaRPr b="1" sz="1316">
              <a:solidFill>
                <a:schemeClr val="lt1"/>
              </a:solidFill>
            </a:endParaRPr>
          </a:p>
          <a:p>
            <a:r>
              <a:rPr sz="1000" b="0">
                <a:solidFill>
                  <a:srgbClr val="FFFFFF"/>
                </a:solidFill>
                <a:latin typeface="Urbanist Medium"/>
              </a:rPr>
              <a:t>Stock Token bot operators on Robinhood Chain. Their next record is a measurement, not a screenshot: each trade names the Intel TDX measurement and model that made it.</a:t>
            </a:r>
          </a:p>
        </p:txBody>
      </p:sp>
      <p:sp>
        <p:nvSpPr>
          <p:cNvPr id="533" name="Google Shape;533;p47"/>
          <p:cNvSpPr/>
          <p:nvPr/>
        </p:nvSpPr>
        <p:spPr>
          <a:xfrm>
            <a:off x="3130806" y="1943976"/>
            <a:ext cx="2788500" cy="1070100"/>
          </a:xfrm>
          <a:prstGeom prst="rect">
            <a:avLst/>
          </a:prstGeom>
          <a:noFill/>
          <a:ln cap="flat" cmpd="sng" w="16675">
            <a:solidFill>
              <a:schemeClr val="dk2"/>
            </a:solidFill>
            <a:prstDash val="solid"/>
            <a:round/>
            <a:headEnd len="sm" w="sm" type="none"/>
            <a:tailEnd len="sm" w="sm" type="none"/>
          </a:ln>
        </p:spPr>
        <p:txBody>
          <a:bodyPr anchorCtr="0" anchor="t" bIns="53300" lIns="53300" spcFirstLastPara="1" rIns="53300" wrap="square" tIns="53300">
            <a:noAutofit/>
          </a:bodyPr>
          <a:lstStyle/>
          <a:p>
            <a:pPr indent="0" lvl="0" marL="0" rtl="0" algn="l">
              <a:spcBef>
                <a:spcPts val="0"/>
              </a:spcBef>
              <a:spcAft>
                <a:spcPts val="0"/>
              </a:spcAft>
              <a:buNone/>
            </a:pPr>
            <a:r>
              <a:rPr sz="1300" b="0">
                <a:solidFill>
                  <a:srgbClr val="D4FF00"/>
                </a:solidFill>
                <a:latin typeface="Urbanist SemiBold"/>
              </a:rPr>
              <a:t>Why Now</a:t>
            </a:r>
            <a:endParaRPr b="1" sz="1316">
              <a:solidFill>
                <a:schemeClr val="lt1"/>
              </a:solidFill>
            </a:endParaRPr>
          </a:p>
          <a:p>
            <a:r>
              <a:rPr sz="1000" b="0">
                <a:solidFill>
                  <a:srgbClr val="FFFFFF"/>
                </a:solidFill>
                <a:latin typeface="Urbanist Medium"/>
              </a:rPr>
              <a:t>Robinhood has 150,000+ agentic accounts and does not audit agents. Stock Tokens became Morpho collateral on Oct 22. Phala runs 2,529 TEE workloads.</a:t>
            </a:r>
          </a:p>
        </p:txBody>
      </p:sp>
      <p:sp>
        <p:nvSpPr>
          <p:cNvPr id="534" name="Google Shape;534;p47"/>
          <p:cNvSpPr/>
          <p:nvPr/>
        </p:nvSpPr>
        <p:spPr>
          <a:xfrm>
            <a:off x="6196266" y="765112"/>
            <a:ext cx="2788500" cy="1070100"/>
          </a:xfrm>
          <a:prstGeom prst="rect">
            <a:avLst/>
          </a:prstGeom>
          <a:noFill/>
          <a:ln cap="flat" cmpd="sng" w="16675">
            <a:solidFill>
              <a:schemeClr val="dk2"/>
            </a:solidFill>
            <a:prstDash val="solid"/>
            <a:round/>
            <a:headEnd len="sm" w="sm" type="none"/>
            <a:tailEnd len="sm" w="sm" type="none"/>
          </a:ln>
        </p:spPr>
        <p:txBody>
          <a:bodyPr anchorCtr="0" anchor="t" bIns="53300" lIns="53300" spcFirstLastPara="1" rIns="53300" wrap="square" tIns="53300">
            <a:noAutofit/>
          </a:bodyPr>
          <a:lstStyle/>
          <a:p>
            <a:pPr indent="0" lvl="0" marL="0" rtl="0" algn="l">
              <a:spcBef>
                <a:spcPts val="0"/>
              </a:spcBef>
              <a:spcAft>
                <a:spcPts val="0"/>
              </a:spcAft>
              <a:buNone/>
            </a:pPr>
            <a:r>
              <a:rPr sz="1300" b="0">
                <a:solidFill>
                  <a:srgbClr val="D4FF00"/>
                </a:solidFill>
                <a:latin typeface="Urbanist SemiBold"/>
              </a:rPr>
              <a:t>Alternatives and Gaps</a:t>
            </a:r>
            <a:endParaRPr b="1" sz="1316">
              <a:solidFill>
                <a:schemeClr val="lt1"/>
              </a:solidFill>
            </a:endParaRPr>
          </a:p>
          <a:p>
            <a:r>
              <a:rPr sz="1000" b="0">
                <a:solidFill>
                  <a:srgbClr val="FFFFFF"/>
                </a:solidFill>
                <a:latin typeface="Urbanist Medium"/>
              </a:rPr>
              <a:t>ARCANA: 51 agents, the platform holds keys and prompts. Hyperliquid: 9,478 vaults, no proof of which code trades. Knidos: testnet, proves rules, not the model.</a:t>
            </a:r>
          </a:p>
        </p:txBody>
      </p:sp>
      <p:sp>
        <p:nvSpPr>
          <p:cNvPr id="535" name="Google Shape;535;p47"/>
          <p:cNvSpPr/>
          <p:nvPr/>
        </p:nvSpPr>
        <p:spPr>
          <a:xfrm>
            <a:off x="6196265" y="1943955"/>
            <a:ext cx="2788500" cy="1070100"/>
          </a:xfrm>
          <a:prstGeom prst="rect">
            <a:avLst/>
          </a:prstGeom>
          <a:noFill/>
          <a:ln cap="flat" cmpd="sng" w="16675">
            <a:solidFill>
              <a:schemeClr val="dk2"/>
            </a:solidFill>
            <a:prstDash val="solid"/>
            <a:round/>
            <a:headEnd len="sm" w="sm" type="none"/>
            <a:tailEnd len="sm" w="sm" type="none"/>
          </a:ln>
        </p:spPr>
        <p:txBody>
          <a:bodyPr anchorCtr="0" anchor="t" bIns="53300" lIns="53300" spcFirstLastPara="1" rIns="53300" wrap="square" tIns="53300">
            <a:noAutofit/>
          </a:bodyPr>
          <a:lstStyle/>
          <a:p>
            <a:pPr indent="0" lvl="0" marL="0" rtl="0" algn="l">
              <a:spcBef>
                <a:spcPts val="0"/>
              </a:spcBef>
              <a:spcAft>
                <a:spcPts val="0"/>
              </a:spcAft>
              <a:buNone/>
            </a:pPr>
            <a:r>
              <a:rPr sz="1300" b="0">
                <a:solidFill>
                  <a:srgbClr val="D4FF00"/>
                </a:solidFill>
                <a:latin typeface="Urbanist SemiBold"/>
              </a:rPr>
              <a:t>Why Onchain, Why Arbitrum</a:t>
            </a:r>
            <a:endParaRPr b="1" sz="1316">
              <a:solidFill>
                <a:schemeClr val="lt1"/>
              </a:solidFill>
            </a:endParaRPr>
          </a:p>
          <a:p>
            <a:r>
              <a:rPr sz="1000" b="0">
                <a:solidFill>
                  <a:srgbClr val="FFFFFF"/>
                </a:solidFill>
                <a:latin typeface="Urbanist Medium"/>
              </a:rPr>
              <a:t>A Stylus verifier in Rust walks Intel's cert chain in one tx: 2.37M gas. Robinhood Chain Stock Tokens settle a TSLA trade for 1 USDG. Receipts on chain name the code.</a:t>
            </a:r>
          </a:p>
        </p:txBody>
      </p:sp>
      <p:sp>
        <p:nvSpPr>
          <p:cNvPr id="536" name="Google Shape;536;p47"/>
          <p:cNvSpPr/>
          <p:nvPr/>
        </p:nvSpPr>
        <p:spPr>
          <a:xfrm>
            <a:off x="65275" y="3151285"/>
            <a:ext cx="4331400" cy="1301400"/>
          </a:xfrm>
          <a:prstGeom prst="rect">
            <a:avLst/>
          </a:prstGeom>
          <a:noFill/>
          <a:ln cap="flat" cmpd="sng" w="20100">
            <a:solidFill>
              <a:schemeClr val="dk2"/>
            </a:solidFill>
            <a:prstDash val="solid"/>
            <a:round/>
            <a:headEnd len="sm" w="sm" type="none"/>
            <a:tailEnd len="sm" w="sm" type="none"/>
          </a:ln>
        </p:spPr>
        <p:txBody>
          <a:bodyPr anchorCtr="0" anchor="t" bIns="64175" lIns="64175" spcFirstLastPara="1" rIns="64175" wrap="square" tIns="64175">
            <a:noAutofit/>
          </a:bodyPr>
          <a:lstStyle/>
          <a:p>
            <a:pPr indent="0" lvl="0" marL="0" rtl="0" algn="l">
              <a:spcBef>
                <a:spcPts val="0"/>
              </a:spcBef>
              <a:spcAft>
                <a:spcPts val="0"/>
              </a:spcAft>
              <a:buNone/>
            </a:pPr>
            <a:r>
              <a:rPr sz="1400" b="0">
                <a:solidFill>
                  <a:srgbClr val="D4FF00"/>
                </a:solidFill>
                <a:latin typeface="Urbanist SemiBold"/>
              </a:rPr>
              <a:t>First 5-10 Users</a:t>
            </a:r>
            <a:endParaRPr b="1" sz="1383">
              <a:solidFill>
                <a:schemeClr val="lt1"/>
              </a:solidFill>
            </a:endParaRPr>
          </a:p>
          <a:p>
            <a:r>
              <a:rPr sz="1200" b="0">
                <a:solidFill>
                  <a:srgbClr val="FFFFFF"/>
                </a:solidFill>
                <a:latin typeface="Urbanist Medium"/>
              </a:rPr>
              <a:t>@Arcana_Arena (40 creators), @HarmonicAgents (2,502), Meridian402 (market maker), @DeployFinance (7,285), @GrowiHF (+$2.94M PnL), @senpi_ai (14,741), @betashop (22,573), @the_nof1 (54,390), @OxSimpleFarmer (28,443), @Agent_Minimum (471).</a:t>
            </a:r>
          </a:p>
        </p:txBody>
      </p:sp>
      <p:sp>
        <p:nvSpPr>
          <p:cNvPr id="537" name="Google Shape;537;p47"/>
          <p:cNvSpPr/>
          <p:nvPr/>
        </p:nvSpPr>
        <p:spPr>
          <a:xfrm>
            <a:off x="4653427" y="3151285"/>
            <a:ext cx="4331400" cy="1301400"/>
          </a:xfrm>
          <a:prstGeom prst="rect">
            <a:avLst/>
          </a:prstGeom>
          <a:noFill/>
          <a:ln cap="flat" cmpd="sng" w="20100">
            <a:solidFill>
              <a:schemeClr val="dk2"/>
            </a:solidFill>
            <a:prstDash val="solid"/>
            <a:round/>
            <a:headEnd len="sm" w="sm" type="none"/>
            <a:tailEnd len="sm" w="sm" type="none"/>
          </a:ln>
        </p:spPr>
        <p:txBody>
          <a:bodyPr anchorCtr="0" anchor="t" bIns="64175" lIns="64175" spcFirstLastPara="1" rIns="64175" wrap="square" tIns="64175">
            <a:noAutofit/>
          </a:bodyPr>
          <a:lstStyle/>
          <a:p>
            <a:pPr indent="0" lvl="0" marL="0" rtl="0" algn="l">
              <a:spcBef>
                <a:spcPts val="0"/>
              </a:spcBef>
              <a:spcAft>
                <a:spcPts val="0"/>
              </a:spcAft>
              <a:buNone/>
            </a:pPr>
            <a:r>
              <a:rPr sz="1400" b="0">
                <a:solidFill>
                  <a:srgbClr val="D4FF00"/>
                </a:solidFill>
                <a:latin typeface="Urbanist SemiBold"/>
              </a:rPr>
              <a:t>Ship This Weekend</a:t>
            </a:r>
            <a:endParaRPr b="1" sz="1383">
              <a:solidFill>
                <a:schemeClr val="lt1"/>
              </a:solidFill>
            </a:endParaRPr>
          </a:p>
          <a:p>
            <a:r>
              <a:rPr sz="1200" b="0">
                <a:solidFill>
                  <a:srgbClr val="FFFFFF"/>
                </a:solidFill>
                <a:latin typeface="Urbanist Medium"/>
              </a:rPr>
              <a:t>The measured image commits to the strategy's hash; the strategy text stays inside the enclave. The decision loop moves into the enclave. Five creator DMs with the TSLA receipt and verify_receipt.</a:t>
            </a:r>
          </a:p>
        </p:txBody>
      </p:sp>
      <p:sp>
        <p:nvSpPr>
          <p:cNvPr id="538" name="TextBox 537"/>
          <p:cNvSpPr txBox="1"/>
          <p:nvPr/>
        </p:nvSpPr>
        <p:spPr>
          <a:xfrm>
            <a:off x="109728" y="4462272"/>
            <a:ext cx="8924544" cy="219456"/>
          </a:xfrm>
          <a:prstGeom prst="rect">
            <a:avLst/>
          </a:prstGeom>
          <a:noFill/>
        </p:spPr>
        <p:txBody>
          <a:bodyPr wrap="square" anchor="t" lIns="18288" rIns="18288" tIns="12801" bIns="12801">
            <a:spAutoFit/>
          </a:bodyPr>
          <a:lstStyle/>
          <a:p>
            <a:pPr algn="l">
              <a:spcBef>
                <a:spcPts val="0"/>
              </a:spcBef>
              <a:spcAft>
                <a:spcPts val="0"/>
              </a:spcAft>
            </a:pPr>
            <a:r>
              <a:rPr sz="650" b="0">
                <a:solidFill>
                  <a:srgbClr val="FFFFFF"/>
                </a:solidFill>
                <a:latin typeface="Urbanist Medium"/>
              </a:rPr>
              <a:t>Sources: fxtwitter 2026-10-24 (posts, followers); tx 0x0023f359...3b03, chain 46630; Robinhood newsroom 2026-09-29; Morpho launch 2026-10-22; Phala 2025 report; arcana-arena.com block 95,182,673; Hyperliquid stats API 2026-10-24; cast estimate 2,371,819 gas.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01" name="Rectangle 500"/>
          <p:cNvSpPr/>
          <p:nvPr/>
        </p:nvSpPr>
        <p:spPr>
          <a:xfrm>
            <a:off x="365760" y="777240"/>
            <a:ext cx="5943600" cy="1828800"/>
          </a:xfrm>
          <a:prstGeom prst="rect">
            <a:avLst/>
          </a:prstGeom>
          <a:solidFill>
            <a:srgbClr val="000000"/>
          </a:solidFill>
          <a:ln w="38100">
            <a:solidFill>
              <a:srgbClr val="D4F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502920" y="914400"/>
            <a:ext cx="5669280" cy="1554480"/>
          </a:xfrm>
        </p:spPr>
        <p:txBody>
          <a:bodyPr wrap="square" anchor="ctr" lIns="45720" rIns="45720" tIns="32003" bIns="32003"/>
          <a:lstStyle/>
          <a:p>
            <a:pPr algn="ctr">
              <a:spcBef>
                <a:spcPts val="0"/>
              </a:spcBef>
              <a:spcAft>
                <a:spcPts val="0"/>
              </a:spcAft>
            </a:pPr>
            <a:r>
              <a:rPr sz="8800" b="0">
                <a:solidFill>
                  <a:srgbClr val="D4FF00"/>
                </a:solidFill>
                <a:latin typeface="Urbanist SemiBold"/>
              </a:rPr>
              <a:t>SIGNET</a:t>
            </a:r>
          </a:p>
        </p:txBody>
      </p:sp>
      <p:sp>
        <p:nvSpPr>
          <p:cNvPr id="497" name="Google Shape;497;p45"/>
          <p:cNvSpPr txBox="1"/>
          <p:nvPr>
            <p:ph idx="7" type="subTitle"/>
          </p:nvPr>
        </p:nvSpPr>
        <p:spPr>
          <a:xfrm>
            <a:off x="3154650" y="4675975"/>
            <a:ext cx="2835000" cy="4668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Open House Singapore</a:t>
            </a:r>
            <a:endParaRPr/>
          </a:p>
        </p:txBody>
      </p:sp>
      <p:sp>
        <p:nvSpPr>
          <p:cNvPr id="500" name="Google Shape;500;p45"/>
          <p:cNvSpPr txBox="1"/>
          <p:nvPr>
            <p:ph idx="12" type="sldNum"/>
          </p:nvPr>
        </p:nvSpPr>
        <p:spPr>
          <a:xfrm>
            <a:off x="8348225" y="4666247"/>
            <a:ext cx="567000" cy="4668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02" name="TextBox 501"/>
          <p:cNvSpPr txBox="1"/>
          <p:nvPr/>
        </p:nvSpPr>
        <p:spPr>
          <a:xfrm>
            <a:off x="365760" y="2788920"/>
            <a:ext cx="6035040" cy="1005840"/>
          </a:xfrm>
          <a:prstGeom prst="rect">
            <a:avLst/>
          </a:prstGeom>
          <a:noFill/>
        </p:spPr>
        <p:txBody>
          <a:bodyPr wrap="square" anchor="t" lIns="45720" rIns="45720" tIns="32003" bIns="32003">
            <a:spAutoFit/>
          </a:bodyPr>
          <a:lstStyle/>
          <a:p>
            <a:pPr algn="l">
              <a:spcBef>
                <a:spcPts val="0"/>
              </a:spcBef>
              <a:spcAft>
                <a:spcPts val="0"/>
              </a:spcAft>
            </a:pPr>
            <a:r>
              <a:rPr sz="2600" b="0">
                <a:solidFill>
                  <a:srgbClr val="FFFFFF"/>
                </a:solidFill>
                <a:latin typeface="Urbanist SemiBold"/>
              </a:rPr>
              <a:t>AI trading agents with a provable record and a private strategy</a:t>
            </a:r>
          </a:p>
        </p:txBody>
      </p:sp>
      <p:sp>
        <p:nvSpPr>
          <p:cNvPr id="503" name="TextBox 502"/>
          <p:cNvSpPr txBox="1"/>
          <p:nvPr/>
        </p:nvSpPr>
        <p:spPr>
          <a:xfrm>
            <a:off x="365760" y="3931920"/>
            <a:ext cx="6217920" cy="365760"/>
          </a:xfrm>
          <a:prstGeom prst="rect">
            <a:avLst/>
          </a:prstGeom>
          <a:noFill/>
        </p:spPr>
        <p:txBody>
          <a:bodyPr wrap="square" anchor="t" lIns="45720" rIns="45720" tIns="32003" bIns="32003">
            <a:spAutoFit/>
          </a:bodyPr>
          <a:lstStyle/>
          <a:p>
            <a:pPr algn="l">
              <a:spcBef>
                <a:spcPts val="0"/>
              </a:spcBef>
              <a:spcAft>
                <a:spcPts val="0"/>
              </a:spcAft>
            </a:pPr>
            <a:r>
              <a:rPr sz="1400" b="0">
                <a:solidFill>
                  <a:srgbClr val="00125F"/>
                </a:solidFill>
                <a:latin typeface="Urbanist SemiBold"/>
              </a:rPr>
              <a:t>On Robinhood Chain  |  Arbitrum Founder House Singapore</a:t>
            </a:r>
          </a:p>
        </p:txBody>
      </p:sp>
      <p:pic>
        <p:nvPicPr>
          <p:cNvPr id="504" name="Picture 503" descr="image.png"/>
          <p:cNvPicPr>
            <a:picLocks noChangeAspect="1"/>
          </p:cNvPicPr>
          <p:nvPr/>
        </p:nvPicPr>
        <p:blipFill>
          <a:blip r:embed="rId2"/>
          <a:stretch>
            <a:fillRect/>
          </a:stretch>
        </p:blipFill>
        <p:spPr>
          <a:xfrm>
            <a:off x="6309360" y="320040"/>
            <a:ext cx="3017520" cy="3017520"/>
          </a:xfrm>
          <a:prstGeom prst="rect">
            <a:avLst/>
          </a:prstGeom>
        </p:spPr>
      </p:pic>
      <p:pic>
        <p:nvPicPr>
          <p:cNvPr id="505" name="Picture 504" descr="image.png"/>
          <p:cNvPicPr>
            <a:picLocks noChangeAspect="1"/>
          </p:cNvPicPr>
          <p:nvPr/>
        </p:nvPicPr>
        <p:blipFill>
          <a:blip r:embed="rId3"/>
          <a:stretch>
            <a:fillRect/>
          </a:stretch>
        </p:blipFill>
        <p:spPr>
          <a:xfrm>
            <a:off x="6400800" y="3246120"/>
            <a:ext cx="2377440" cy="82296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74320" y="182880"/>
            <a:ext cx="8595360" cy="960120"/>
          </a:xfrm>
        </p:spPr>
        <p:txBody>
          <a:bodyPr wrap="square" anchor="ctr" lIns="45720" rIns="45720" tIns="32003" bIns="32003"/>
          <a:lstStyle/>
          <a:p>
            <a:pPr algn="l">
              <a:spcBef>
                <a:spcPts val="0"/>
              </a:spcBef>
              <a:spcAft>
                <a:spcPts val="0"/>
              </a:spcAft>
            </a:pPr>
            <a:r>
              <a:rPr sz="2800" b="0">
                <a:solidFill>
                  <a:srgbClr val="D4FF00"/>
                </a:solidFill>
                <a:latin typeface="Urbanist SemiBold"/>
              </a:rPr>
              <a:t>0 of 22 viral AI trading bot posts gave a wallet you could check</a:t>
            </a:r>
          </a:p>
        </p:txBody>
      </p:sp>
      <p:sp>
        <p:nvSpPr>
          <p:cNvPr id="497" name="Google Shape;497;p45"/>
          <p:cNvSpPr txBox="1"/>
          <p:nvPr>
            <p:ph idx="7" type="subTitle"/>
          </p:nvPr>
        </p:nvSpPr>
        <p:spPr>
          <a:xfrm>
            <a:off x="3154650" y="4675975"/>
            <a:ext cx="2835000" cy="4668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Open House Singapore</a:t>
            </a:r>
            <a:endParaRPr/>
          </a:p>
        </p:txBody>
      </p:sp>
      <p:sp>
        <p:nvSpPr>
          <p:cNvPr id="500" name="Google Shape;500;p45"/>
          <p:cNvSpPr txBox="1"/>
          <p:nvPr>
            <p:ph idx="12" type="sldNum"/>
          </p:nvPr>
        </p:nvSpPr>
        <p:spPr>
          <a:xfrm>
            <a:off x="8348225" y="4666247"/>
            <a:ext cx="567000" cy="4668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01" name="Rectangle 500"/>
          <p:cNvSpPr/>
          <p:nvPr/>
        </p:nvSpPr>
        <p:spPr>
          <a:xfrm>
            <a:off x="274320" y="1280160"/>
            <a:ext cx="4023360" cy="2926080"/>
          </a:xfrm>
          <a:prstGeom prst="rect">
            <a:avLst/>
          </a:prstGeom>
          <a:solidFill>
            <a:srgbClr val="00125F"/>
          </a:solidFill>
          <a:ln w="19050">
            <a:solidFill>
              <a:srgbClr val="D4FF0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6809" bIns="76809"/>
          <a:lstStyle/>
          <a:p>
            <a:pPr algn="ctr">
              <a:spcBef>
                <a:spcPts val="0"/>
              </a:spcBef>
              <a:spcAft>
                <a:spcPts val="400"/>
              </a:spcAft>
            </a:pPr>
            <a:r>
              <a:rPr sz="8000" b="0">
                <a:solidFill>
                  <a:srgbClr val="D4FF00"/>
                </a:solidFill>
                <a:latin typeface="Urbanist SemiBold"/>
              </a:rPr>
              <a:t>0 / 22</a:t>
            </a:r>
          </a:p>
          <a:p>
            <a:pPr algn="ctr">
              <a:spcBef>
                <a:spcPts val="0"/>
              </a:spcBef>
              <a:spcAft>
                <a:spcPts val="0"/>
              </a:spcAft>
            </a:pPr>
            <a:r>
              <a:rPr sz="1500" b="0">
                <a:solidFill>
                  <a:srgbClr val="FFFFFF"/>
                </a:solidFill>
                <a:latin typeface="Urbanist Medium"/>
              </a:rPr>
              <a:t>viral “my AI trading bot made 200x” posts that gave a wallet address to check. @Meta_ZET vetted all 22.</a:t>
            </a:r>
          </a:p>
        </p:txBody>
      </p:sp>
      <p:sp>
        <p:nvSpPr>
          <p:cNvPr id="502" name="Rectangle 501"/>
          <p:cNvSpPr/>
          <p:nvPr/>
        </p:nvSpPr>
        <p:spPr>
          <a:xfrm>
            <a:off x="4480560" y="1280160"/>
            <a:ext cx="4389120" cy="2926080"/>
          </a:xfrm>
          <a:prstGeom prst="rect">
            <a:avLst/>
          </a:prstGeom>
          <a:solidFill>
            <a:srgbClr val="00125F"/>
          </a:solidFill>
          <a:ln w="19050">
            <a:solidFill>
              <a:srgbClr val="D4FF00"/>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0020" bIns="160020"/>
          <a:lstStyle/>
          <a:p>
            <a:pPr algn="l">
              <a:spcBef>
                <a:spcPts val="0"/>
              </a:spcBef>
              <a:spcAft>
                <a:spcPts val="1000"/>
              </a:spcAft>
            </a:pPr>
            <a:r>
              <a:rPr sz="2400" b="0">
                <a:solidFill>
                  <a:srgbClr val="FFFFFF"/>
                </a:solidFill>
                <a:latin typeface="Urbanist SemiBold"/>
              </a:rPr>
              <a:t>“Until an agent can prove its track record without human intervention, it's just a cool demo.”</a:t>
            </a:r>
          </a:p>
          <a:p>
            <a:pPr algn="l">
              <a:spcBef>
                <a:spcPts val="0"/>
              </a:spcBef>
              <a:spcAft>
                <a:spcPts val="0"/>
              </a:spcAft>
            </a:pPr>
            <a:r>
              <a:rPr sz="1200" b="0">
                <a:solidFill>
                  <a:srgbClr val="D4FF00"/>
                </a:solidFill>
                <a:latin typeface="Urbanist SemiBold"/>
              </a:rPr>
              <a:t>@AndresLeo383120, 522 followers, 2026-07-14</a:t>
            </a:r>
          </a:p>
        </p:txBody>
      </p:sp>
      <p:sp>
        <p:nvSpPr>
          <p:cNvPr id="503" name="TextBox 502"/>
          <p:cNvSpPr txBox="1"/>
          <p:nvPr/>
        </p:nvSpPr>
        <p:spPr>
          <a:xfrm>
            <a:off x="274320" y="4334256"/>
            <a:ext cx="8595360" cy="329184"/>
          </a:xfrm>
          <a:prstGeom prst="rect">
            <a:avLst/>
          </a:prstGeom>
          <a:noFill/>
        </p:spPr>
        <p:txBody>
          <a:bodyPr wrap="square" anchor="ctr" lIns="18288" rIns="18288" tIns="12801" bIns="12801">
            <a:spAutoFit/>
          </a:bodyPr>
          <a:lstStyle/>
          <a:p>
            <a:pPr algn="l">
              <a:spcBef>
                <a:spcPts val="0"/>
              </a:spcBef>
              <a:spcAft>
                <a:spcPts val="0"/>
              </a:spcAft>
            </a:pPr>
            <a:r>
              <a:rPr sz="900" b="0">
                <a:solidFill>
                  <a:srgbClr val="00125F"/>
                </a:solidFill>
                <a:latin typeface="Urbanist SemiBold"/>
              </a:rPr>
              <a:t>Source: gtm/signals.md rows 1 and 14, both re-read through api.fxtwitter.com on 2026-10-24; text verbatim, follower counts as of that read.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74320" y="182880"/>
            <a:ext cx="8595360" cy="960120"/>
          </a:xfrm>
        </p:spPr>
        <p:txBody>
          <a:bodyPr wrap="square" anchor="ctr" lIns="45720" rIns="45720" tIns="32003" bIns="32003"/>
          <a:lstStyle/>
          <a:p>
            <a:pPr algn="l">
              <a:spcBef>
                <a:spcPts val="0"/>
              </a:spcBef>
              <a:spcAft>
                <a:spcPts val="0"/>
              </a:spcAft>
            </a:pPr>
            <a:r>
              <a:rPr sz="2800" b="0">
                <a:solidFill>
                  <a:srgbClr val="D4FF00"/>
                </a:solidFill>
                <a:latin typeface="Urbanist SemiBold"/>
              </a:rPr>
              <a:t>Robinhood opened accounts to 150,000+ agents. Nobody can check which code trades.</a:t>
            </a:r>
          </a:p>
        </p:txBody>
      </p:sp>
      <p:sp>
        <p:nvSpPr>
          <p:cNvPr id="497" name="Google Shape;497;p45"/>
          <p:cNvSpPr txBox="1"/>
          <p:nvPr>
            <p:ph idx="7" type="subTitle"/>
          </p:nvPr>
        </p:nvSpPr>
        <p:spPr>
          <a:xfrm>
            <a:off x="3154650" y="4675975"/>
            <a:ext cx="2835000" cy="4668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Open House Singapore</a:t>
            </a:r>
            <a:endParaRPr/>
          </a:p>
        </p:txBody>
      </p:sp>
      <p:sp>
        <p:nvSpPr>
          <p:cNvPr id="500" name="Google Shape;500;p45"/>
          <p:cNvSpPr txBox="1"/>
          <p:nvPr>
            <p:ph idx="12" type="sldNum"/>
          </p:nvPr>
        </p:nvSpPr>
        <p:spPr>
          <a:xfrm>
            <a:off x="8348225" y="4666247"/>
            <a:ext cx="567000" cy="4668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01" name="Rectangle 500"/>
          <p:cNvSpPr/>
          <p:nvPr/>
        </p:nvSpPr>
        <p:spPr>
          <a:xfrm>
            <a:off x="274320" y="1280160"/>
            <a:ext cx="2743200" cy="1371600"/>
          </a:xfrm>
          <a:prstGeom prst="rect">
            <a:avLst/>
          </a:prstGeom>
          <a:solidFill>
            <a:srgbClr val="00125F"/>
          </a:solidFill>
          <a:ln w="19050">
            <a:solidFill>
              <a:srgbClr val="D4FF0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6809" bIns="76809"/>
          <a:lstStyle/>
          <a:p>
            <a:pPr algn="l">
              <a:spcBef>
                <a:spcPts val="0"/>
              </a:spcBef>
              <a:spcAft>
                <a:spcPts val="200"/>
              </a:spcAft>
            </a:pPr>
            <a:r>
              <a:rPr sz="4000" b="0">
                <a:solidFill>
                  <a:srgbClr val="D4FF00"/>
                </a:solidFill>
                <a:latin typeface="Urbanist SemiBold"/>
              </a:rPr>
              <a:t>150,000+</a:t>
            </a:r>
          </a:p>
          <a:p>
            <a:pPr algn="l">
              <a:spcBef>
                <a:spcPts val="0"/>
              </a:spcBef>
              <a:spcAft>
                <a:spcPts val="0"/>
              </a:spcAft>
            </a:pPr>
            <a:r>
              <a:rPr sz="1300" b="0">
                <a:solidFill>
                  <a:srgbClr val="FFFFFF"/>
                </a:solidFill>
                <a:latin typeface="Urbanist Medium"/>
              </a:rPr>
              <a:t>customers with agentic trading accounts</a:t>
            </a:r>
          </a:p>
        </p:txBody>
      </p:sp>
      <p:sp>
        <p:nvSpPr>
          <p:cNvPr id="502" name="Rectangle 501"/>
          <p:cNvSpPr/>
          <p:nvPr/>
        </p:nvSpPr>
        <p:spPr>
          <a:xfrm>
            <a:off x="3200400" y="1280160"/>
            <a:ext cx="2743200" cy="1371600"/>
          </a:xfrm>
          <a:prstGeom prst="rect">
            <a:avLst/>
          </a:prstGeom>
          <a:solidFill>
            <a:srgbClr val="00125F"/>
          </a:solidFill>
          <a:ln w="19050">
            <a:solidFill>
              <a:srgbClr val="D4FF0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6809" bIns="76809"/>
          <a:lstStyle/>
          <a:p>
            <a:pPr algn="l">
              <a:spcBef>
                <a:spcPts val="0"/>
              </a:spcBef>
              <a:spcAft>
                <a:spcPts val="200"/>
              </a:spcAft>
            </a:pPr>
            <a:r>
              <a:rPr sz="4000" b="0">
                <a:solidFill>
                  <a:srgbClr val="D4FF00"/>
                </a:solidFill>
                <a:latin typeface="Urbanist SemiBold"/>
              </a:rPr>
              <a:t>~30M</a:t>
            </a:r>
          </a:p>
          <a:p>
            <a:pPr algn="l">
              <a:spcBef>
                <a:spcPts val="0"/>
              </a:spcBef>
              <a:spcAft>
                <a:spcPts val="0"/>
              </a:spcAft>
            </a:pPr>
            <a:r>
              <a:rPr sz="1300" b="0">
                <a:solidFill>
                  <a:srgbClr val="FFFFFF"/>
                </a:solidFill>
                <a:latin typeface="Urbanist Medium"/>
              </a:rPr>
              <a:t>agent tool uses a day</a:t>
            </a:r>
          </a:p>
        </p:txBody>
      </p:sp>
      <p:sp>
        <p:nvSpPr>
          <p:cNvPr id="503" name="Rectangle 502"/>
          <p:cNvSpPr/>
          <p:nvPr/>
        </p:nvSpPr>
        <p:spPr>
          <a:xfrm>
            <a:off x="6126480" y="1280160"/>
            <a:ext cx="2743200" cy="1371600"/>
          </a:xfrm>
          <a:prstGeom prst="rect">
            <a:avLst/>
          </a:prstGeom>
          <a:solidFill>
            <a:srgbClr val="00125F"/>
          </a:solidFill>
          <a:ln w="19050">
            <a:solidFill>
              <a:srgbClr val="D4FF0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6809" bIns="76809"/>
          <a:lstStyle/>
          <a:p>
            <a:pPr algn="l">
              <a:spcBef>
                <a:spcPts val="0"/>
              </a:spcBef>
              <a:spcAft>
                <a:spcPts val="0"/>
              </a:spcAft>
            </a:pPr>
            <a:r>
              <a:rPr sz="1400" b="0">
                <a:solidFill>
                  <a:srgbClr val="FFFFFF"/>
                </a:solidFill>
                <a:latin typeface="Urbanist SemiBold"/>
              </a:rPr>
              <a:t>“Robinhood does not control, supervise, monitor, recommend, or audit agents.”</a:t>
            </a:r>
          </a:p>
        </p:txBody>
      </p:sp>
      <p:sp>
        <p:nvSpPr>
          <p:cNvPr id="504" name="Rectangle 503"/>
          <p:cNvSpPr/>
          <p:nvPr/>
        </p:nvSpPr>
        <p:spPr>
          <a:xfrm>
            <a:off x="274320" y="2788920"/>
            <a:ext cx="8595360" cy="1463040"/>
          </a:xfrm>
          <a:prstGeom prst="rect">
            <a:avLst/>
          </a:prstGeom>
          <a:solidFill>
            <a:srgbClr val="00125F"/>
          </a:solidFill>
          <a:ln w="19050">
            <a:solidFill>
              <a:srgbClr val="D4FF00"/>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15214" bIns="115214"/>
          <a:lstStyle/>
          <a:p>
            <a:pPr algn="l">
              <a:spcBef>
                <a:spcPts val="0"/>
              </a:spcBef>
              <a:spcAft>
                <a:spcPts val="800"/>
              </a:spcAft>
            </a:pPr>
            <a:r>
              <a:rPr sz="1800" b="0">
                <a:solidFill>
                  <a:srgbClr val="FFFFFF"/>
                </a:solidFill>
                <a:latin typeface="Urbanist SemiBold"/>
              </a:rPr>
              <a:t>The account answers how much an agent can lose. </a:t>
            </a:r>
            <a:r>
              <a:rPr sz="1800" b="0">
                <a:solidFill>
                  <a:srgbClr val="D4FF00"/>
                </a:solidFill>
                <a:latin typeface="Urbanist SemiBold"/>
              </a:rPr>
              <a:t>It does not say which code is trading, or whether that code earned the record.</a:t>
            </a:r>
          </a:p>
          <a:p>
            <a:pPr algn="l">
              <a:spcBef>
                <a:spcPts val="0"/>
              </a:spcBef>
              <a:spcAft>
                <a:spcPts val="0"/>
              </a:spcAft>
            </a:pPr>
            <a:r>
              <a:rPr sz="1400" b="0">
                <a:solidFill>
                  <a:srgbClr val="FFFFFF"/>
                </a:solidFill>
                <a:latin typeface="Urbanist Medium"/>
              </a:rPr>
              <a:t>Copy trading pays for screenshots: “Most copy trading platforms just show a fake leaderboard to get new users.” @Uchi_Yeager18</a:t>
            </a:r>
          </a:p>
        </p:txBody>
      </p:sp>
      <p:sp>
        <p:nvSpPr>
          <p:cNvPr id="505" name="TextBox 504"/>
          <p:cNvSpPr txBox="1"/>
          <p:nvPr/>
        </p:nvSpPr>
        <p:spPr>
          <a:xfrm>
            <a:off x="274320" y="4334256"/>
            <a:ext cx="8595360" cy="329184"/>
          </a:xfrm>
          <a:prstGeom prst="rect">
            <a:avLst/>
          </a:prstGeom>
          <a:noFill/>
        </p:spPr>
        <p:txBody>
          <a:bodyPr wrap="square" anchor="ctr" lIns="18288" rIns="18288" tIns="12801" bIns="12801">
            <a:spAutoFit/>
          </a:bodyPr>
          <a:lstStyle/>
          <a:p>
            <a:pPr algn="l">
              <a:spcBef>
                <a:spcPts val="0"/>
              </a:spcBef>
              <a:spcAft>
                <a:spcPts val="0"/>
              </a:spcAft>
            </a:pPr>
            <a:r>
              <a:rPr sz="900" b="0">
                <a:solidFill>
                  <a:srgbClr val="00125F"/>
                </a:solidFill>
                <a:latin typeface="Urbanist SemiBold"/>
              </a:rPr>
              <a:t>Sources: Robinhood newsroom, HOOD Summit, 2026-09-29 (150,000+ agentic accounts, ~30M tool uses a day, audit statement); gtm/signals.md row 10, fxtwitter 2026-10-24.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74320" y="182880"/>
            <a:ext cx="8595360" cy="960120"/>
          </a:xfrm>
        </p:spPr>
        <p:txBody>
          <a:bodyPr wrap="square" anchor="ctr" lIns="45720" rIns="45720" tIns="32003" bIns="32003"/>
          <a:lstStyle/>
          <a:p>
            <a:pPr algn="l">
              <a:spcBef>
                <a:spcPts val="0"/>
              </a:spcBef>
              <a:spcAft>
                <a:spcPts val="0"/>
              </a:spcAft>
            </a:pPr>
            <a:r>
              <a:rPr sz="2800" b="0">
                <a:solidFill>
                  <a:srgbClr val="D4FF00"/>
                </a:solidFill>
                <a:latin typeface="Urbanist SemiBold"/>
              </a:rPr>
              <a:t>Three steps turn a track record into something you can check</a:t>
            </a:r>
          </a:p>
        </p:txBody>
      </p:sp>
      <p:sp>
        <p:nvSpPr>
          <p:cNvPr id="497" name="Google Shape;497;p45"/>
          <p:cNvSpPr txBox="1"/>
          <p:nvPr>
            <p:ph idx="7" type="subTitle"/>
          </p:nvPr>
        </p:nvSpPr>
        <p:spPr>
          <a:xfrm>
            <a:off x="3154650" y="4675975"/>
            <a:ext cx="2835000" cy="4668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Open House Singapore</a:t>
            </a:r>
            <a:endParaRPr/>
          </a:p>
        </p:txBody>
      </p:sp>
      <p:sp>
        <p:nvSpPr>
          <p:cNvPr id="500" name="Google Shape;500;p45"/>
          <p:cNvSpPr txBox="1"/>
          <p:nvPr>
            <p:ph idx="12" type="sldNum"/>
          </p:nvPr>
        </p:nvSpPr>
        <p:spPr>
          <a:xfrm>
            <a:off x="8348225" y="4666247"/>
            <a:ext cx="567000" cy="4668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01" name="Rectangle 500"/>
          <p:cNvSpPr/>
          <p:nvPr/>
        </p:nvSpPr>
        <p:spPr>
          <a:xfrm>
            <a:off x="274320" y="1280160"/>
            <a:ext cx="2743200" cy="2971800"/>
          </a:xfrm>
          <a:prstGeom prst="rect">
            <a:avLst/>
          </a:prstGeom>
          <a:solidFill>
            <a:srgbClr val="00125F"/>
          </a:solidFill>
          <a:ln w="19050">
            <a:solidFill>
              <a:srgbClr val="D4FF00"/>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868680" bIns="115214"/>
          <a:lstStyle/>
          <a:p>
            <a:pPr algn="l">
              <a:spcBef>
                <a:spcPts val="0"/>
              </a:spcBef>
              <a:spcAft>
                <a:spcPts val="800"/>
              </a:spcAft>
            </a:pPr>
            <a:r>
              <a:rPr sz="2000" b="0">
                <a:solidFill>
                  <a:srgbClr val="FFFFFF"/>
                </a:solidFill>
                <a:latin typeface="Urbanist SemiBold"/>
              </a:rPr>
              <a:t>The creator's agent runs in a TEE</a:t>
            </a:r>
          </a:p>
          <a:p>
            <a:pPr algn="l">
              <a:spcBef>
                <a:spcPts val="0"/>
              </a:spcBef>
              <a:spcAft>
                <a:spcPts val="0"/>
              </a:spcAft>
            </a:pPr>
            <a:r>
              <a:rPr sz="1500" b="0">
                <a:solidFill>
                  <a:srgbClr val="FFFFFF"/>
                </a:solidFill>
                <a:latin typeface="Urbanist Medium"/>
              </a:rPr>
              <a:t>An Intel TDX confidential VM. The agent makes its trading key inside it. The strategy and prompts never leave.</a:t>
            </a:r>
          </a:p>
        </p:txBody>
      </p:sp>
      <p:sp>
        <p:nvSpPr>
          <p:cNvPr id="502" name="Oval 501"/>
          <p:cNvSpPr/>
          <p:nvPr/>
        </p:nvSpPr>
        <p:spPr>
          <a:xfrm>
            <a:off x="438912" y="1417320"/>
            <a:ext cx="640080" cy="640080"/>
          </a:xfrm>
          <a:prstGeom prst="ellipse">
            <a:avLst/>
          </a:prstGeom>
          <a:solidFill>
            <a:srgbClr val="D4F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0"/>
              </a:spcAft>
            </a:pPr>
            <a:r>
              <a:rPr sz="3000" b="0">
                <a:solidFill>
                  <a:srgbClr val="00125F"/>
                </a:solidFill>
                <a:latin typeface="Urbanist SemiBold"/>
              </a:rPr>
              <a:t>1</a:t>
            </a:r>
          </a:p>
        </p:txBody>
      </p:sp>
      <p:sp>
        <p:nvSpPr>
          <p:cNvPr id="503" name="Rectangle 502"/>
          <p:cNvSpPr/>
          <p:nvPr/>
        </p:nvSpPr>
        <p:spPr>
          <a:xfrm>
            <a:off x="3200400" y="1280160"/>
            <a:ext cx="2743200" cy="2971800"/>
          </a:xfrm>
          <a:prstGeom prst="rect">
            <a:avLst/>
          </a:prstGeom>
          <a:solidFill>
            <a:srgbClr val="00125F"/>
          </a:solidFill>
          <a:ln w="19050">
            <a:solidFill>
              <a:srgbClr val="D4FF00"/>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868680" bIns="115214"/>
          <a:lstStyle/>
          <a:p>
            <a:pPr algn="l">
              <a:spcBef>
                <a:spcPts val="0"/>
              </a:spcBef>
              <a:spcAft>
                <a:spcPts val="800"/>
              </a:spcAft>
            </a:pPr>
            <a:r>
              <a:rPr sz="2000" b="0">
                <a:solidFill>
                  <a:srgbClr val="FFFFFF"/>
                </a:solidFill>
                <a:latin typeface="Urbanist SemiBold"/>
              </a:rPr>
              <a:t>Every receipt names the code and the model</a:t>
            </a:r>
          </a:p>
          <a:p>
            <a:pPr algn="l">
              <a:spcBef>
                <a:spcPts val="0"/>
              </a:spcBef>
              <a:spcAft>
                <a:spcPts val="0"/>
              </a:spcAft>
            </a:pPr>
            <a:r>
              <a:rPr sz="1500" b="0">
                <a:solidFill>
                  <a:srgbClr val="FFFFFF"/>
                </a:solidFill>
                <a:latin typeface="Urbanist Medium"/>
              </a:rPr>
              <a:t>TradeExecuted records the TDX measurement and the model hash. Stylus verifiers in Rust check both on chain.</a:t>
            </a:r>
          </a:p>
        </p:txBody>
      </p:sp>
      <p:sp>
        <p:nvSpPr>
          <p:cNvPr id="504" name="Oval 503"/>
          <p:cNvSpPr/>
          <p:nvPr/>
        </p:nvSpPr>
        <p:spPr>
          <a:xfrm>
            <a:off x="3364992" y="1417320"/>
            <a:ext cx="640080" cy="640080"/>
          </a:xfrm>
          <a:prstGeom prst="ellipse">
            <a:avLst/>
          </a:prstGeom>
          <a:solidFill>
            <a:srgbClr val="D4F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0"/>
              </a:spcAft>
            </a:pPr>
            <a:r>
              <a:rPr sz="3000" b="0">
                <a:solidFill>
                  <a:srgbClr val="00125F"/>
                </a:solidFill>
                <a:latin typeface="Urbanist SemiBold"/>
              </a:rPr>
              <a:t>2</a:t>
            </a:r>
          </a:p>
        </p:txBody>
      </p:sp>
      <p:sp>
        <p:nvSpPr>
          <p:cNvPr id="505" name="Rectangle 504"/>
          <p:cNvSpPr/>
          <p:nvPr/>
        </p:nvSpPr>
        <p:spPr>
          <a:xfrm>
            <a:off x="6126480" y="1280160"/>
            <a:ext cx="2743200" cy="2971800"/>
          </a:xfrm>
          <a:prstGeom prst="rect">
            <a:avLst/>
          </a:prstGeom>
          <a:solidFill>
            <a:srgbClr val="00125F"/>
          </a:solidFill>
          <a:ln w="19050">
            <a:solidFill>
              <a:srgbClr val="D4FF00"/>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868680" bIns="115214"/>
          <a:lstStyle/>
          <a:p>
            <a:pPr algn="l">
              <a:spcBef>
                <a:spcPts val="0"/>
              </a:spcBef>
              <a:spcAft>
                <a:spcPts val="800"/>
              </a:spcAft>
            </a:pPr>
            <a:r>
              <a:rPr sz="2000" b="0">
                <a:solidFill>
                  <a:srgbClr val="FFFFFF"/>
                </a:solidFill>
                <a:latin typeface="Urbanist SemiBold"/>
              </a:rPr>
              <a:t>Followers admit only that code</a:t>
            </a:r>
          </a:p>
          <a:p>
            <a:pPr algn="l">
              <a:spcBef>
                <a:spcPts val="0"/>
              </a:spcBef>
              <a:spcAft>
                <a:spcPts val="0"/>
              </a:spcAft>
            </a:pPr>
            <a:r>
              <a:rPr sz="1500" b="0">
                <a:solidFill>
                  <a:srgbClr val="FFFFFF"/>
                </a:solidFill>
                <a:latin typeface="Urbanist Medium"/>
              </a:rPr>
              <a:t>The follower's account stores the agent key only for a measurement they approved. A different workload is refused.</a:t>
            </a:r>
          </a:p>
        </p:txBody>
      </p:sp>
      <p:sp>
        <p:nvSpPr>
          <p:cNvPr id="506" name="Oval 505"/>
          <p:cNvSpPr/>
          <p:nvPr/>
        </p:nvSpPr>
        <p:spPr>
          <a:xfrm>
            <a:off x="6291072" y="1417320"/>
            <a:ext cx="640080" cy="640080"/>
          </a:xfrm>
          <a:prstGeom prst="ellipse">
            <a:avLst/>
          </a:prstGeom>
          <a:solidFill>
            <a:srgbClr val="D4F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0"/>
              </a:spcAft>
            </a:pPr>
            <a:r>
              <a:rPr sz="3000" b="0">
                <a:solidFill>
                  <a:srgbClr val="00125F"/>
                </a:solidFill>
                <a:latin typeface="Urbanist SemiBold"/>
              </a:rPr>
              <a:t>3</a:t>
            </a:r>
          </a:p>
        </p:txBody>
      </p:sp>
      <p:sp>
        <p:nvSpPr>
          <p:cNvPr id="507" name="TextBox 506"/>
          <p:cNvSpPr txBox="1"/>
          <p:nvPr/>
        </p:nvSpPr>
        <p:spPr>
          <a:xfrm>
            <a:off x="274320" y="4334256"/>
            <a:ext cx="8595360" cy="329184"/>
          </a:xfrm>
          <a:prstGeom prst="rect">
            <a:avLst/>
          </a:prstGeom>
          <a:noFill/>
        </p:spPr>
        <p:txBody>
          <a:bodyPr wrap="square" anchor="ctr" lIns="18288" rIns="18288" tIns="12801" bIns="12801">
            <a:spAutoFit/>
          </a:bodyPr>
          <a:lstStyle/>
          <a:p>
            <a:pPr algn="l">
              <a:spcBef>
                <a:spcPts val="0"/>
              </a:spcBef>
              <a:spcAft>
                <a:spcPts val="0"/>
              </a:spcAft>
            </a:pPr>
            <a:r>
              <a:rPr sz="900" b="0">
                <a:solidFill>
                  <a:srgbClr val="00125F"/>
                </a:solidFill>
                <a:latin typeface="Urbanist SemiBold"/>
              </a:rPr>
              <a:t>Sources: README.md, docs/ENGINEERING.md, contracts/src/AgentAccount.sol. The measurement is Intel TDX's hash of the workload; the account checks it in the transaction that admits the key.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74320" y="182880"/>
            <a:ext cx="8595360" cy="960120"/>
          </a:xfrm>
        </p:spPr>
        <p:txBody>
          <a:bodyPr wrap="square" anchor="ctr" lIns="45720" rIns="45720" tIns="32003" bIns="32003"/>
          <a:lstStyle/>
          <a:p>
            <a:pPr algn="l">
              <a:spcBef>
                <a:spcPts val="0"/>
              </a:spcBef>
              <a:spcAft>
                <a:spcPts val="0"/>
              </a:spcAft>
            </a:pPr>
            <a:r>
              <a:rPr sz="2800" b="0">
                <a:solidFill>
                  <a:srgbClr val="D4FF00"/>
                </a:solidFill>
                <a:latin typeface="Urbanist SemiBold"/>
              </a:rPr>
              <a:t>One real trade and one real refusal, both on chain</a:t>
            </a:r>
          </a:p>
        </p:txBody>
      </p:sp>
      <p:sp>
        <p:nvSpPr>
          <p:cNvPr id="497" name="Google Shape;497;p45"/>
          <p:cNvSpPr txBox="1"/>
          <p:nvPr>
            <p:ph idx="7" type="subTitle"/>
          </p:nvPr>
        </p:nvSpPr>
        <p:spPr>
          <a:xfrm>
            <a:off x="3154650" y="4675975"/>
            <a:ext cx="2835000" cy="4668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Open House Singapore</a:t>
            </a:r>
            <a:endParaRPr/>
          </a:p>
        </p:txBody>
      </p:sp>
      <p:sp>
        <p:nvSpPr>
          <p:cNvPr id="500" name="Google Shape;500;p45"/>
          <p:cNvSpPr txBox="1"/>
          <p:nvPr>
            <p:ph idx="12" type="sldNum"/>
          </p:nvPr>
        </p:nvSpPr>
        <p:spPr>
          <a:xfrm>
            <a:off x="8348225" y="4666247"/>
            <a:ext cx="567000" cy="4668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01" name="Rectangle 500"/>
          <p:cNvSpPr/>
          <p:nvPr/>
        </p:nvSpPr>
        <p:spPr>
          <a:xfrm>
            <a:off x="274320" y="1234440"/>
            <a:ext cx="4206240" cy="2286000"/>
          </a:xfrm>
          <a:prstGeom prst="rect">
            <a:avLst/>
          </a:prstGeom>
          <a:solidFill>
            <a:srgbClr val="00125F"/>
          </a:solidFill>
          <a:ln w="19050">
            <a:solidFill>
              <a:srgbClr val="D4FF00"/>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02412" bIns="102412"/>
          <a:lstStyle/>
          <a:p>
            <a:pPr algn="l">
              <a:spcBef>
                <a:spcPts val="0"/>
              </a:spcBef>
              <a:spcAft>
                <a:spcPts val="200"/>
              </a:spcAft>
            </a:pPr>
            <a:r>
              <a:rPr sz="1300" b="0">
                <a:solidFill>
                  <a:srgbClr val="D4FF00"/>
                </a:solidFill>
                <a:latin typeface="Urbanist SemiBold"/>
              </a:rPr>
              <a:t>ATTESTED TRADE</a:t>
            </a:r>
          </a:p>
          <a:p>
            <a:pPr algn="l">
              <a:spcBef>
                <a:spcPts val="0"/>
              </a:spcBef>
              <a:spcAft>
                <a:spcPts val="500"/>
              </a:spcAft>
            </a:pPr>
            <a:r>
              <a:rPr sz="2200" b="0">
                <a:solidFill>
                  <a:srgbClr val="FFFFFF"/>
                </a:solidFill>
                <a:latin typeface="Urbanist SemiBold"/>
              </a:rPr>
              <a:t>Bought TSLA with 1 USDG</a:t>
            </a:r>
          </a:p>
          <a:p>
            <a:pPr algn="l">
              <a:spcBef>
                <a:spcPts val="0"/>
              </a:spcBef>
              <a:spcAft>
                <a:spcPts val="500"/>
              </a:spcAft>
            </a:pPr>
            <a:r>
              <a:rPr sz="1600" b="0">
                <a:solidFill>
                  <a:srgbClr val="FFFFFF"/>
                </a:solidFill>
                <a:latin typeface="Urbanist Medium"/>
              </a:rPr>
              <a:t>TradeExecuted names the workload measurement 0xeb2d9462… and the model hash 0xc8536dbf…</a:t>
            </a:r>
          </a:p>
          <a:p>
            <a:pPr algn="l">
              <a:spcBef>
                <a:spcPts val="0"/>
              </a:spcBef>
              <a:spcAft>
                <a:spcPts val="500"/>
              </a:spcAft>
            </a:pPr>
            <a:r>
              <a:rPr sz="1600" b="0">
                <a:solidFill>
                  <a:srgbClr val="FFFFFF"/>
                </a:solidFill>
                <a:latin typeface="Urbanist SemiBold"/>
              </a:rPr>
              <a:t>Status success, 504,449 gas</a:t>
            </a:r>
          </a:p>
          <a:p>
            <a:pPr algn="l">
              <a:spcBef>
                <a:spcPts val="0"/>
              </a:spcBef>
              <a:spcAft>
                <a:spcPts val="0"/>
              </a:spcAft>
            </a:pPr>
            <a:r>
              <a:rPr sz="1400" b="0">
                <a:solidFill>
                  <a:srgbClr val="D4FF00"/>
                </a:solidFill>
                <a:latin typeface="Urbanist SemiBold"/>
                <a:hlinkClick r:id="rId2"/>
              </a:rPr>
              <a:t>tx 0x0023f359…3b03, block 127,188,951</a:t>
            </a:r>
          </a:p>
        </p:txBody>
      </p:sp>
      <p:sp>
        <p:nvSpPr>
          <p:cNvPr id="502" name="Rectangle 501"/>
          <p:cNvSpPr/>
          <p:nvPr/>
        </p:nvSpPr>
        <p:spPr>
          <a:xfrm>
            <a:off x="4663440" y="1234440"/>
            <a:ext cx="4206240" cy="2286000"/>
          </a:xfrm>
          <a:prstGeom prst="rect">
            <a:avLst/>
          </a:prstGeom>
          <a:solidFill>
            <a:srgbClr val="00125F"/>
          </a:solidFill>
          <a:ln w="19050">
            <a:solidFill>
              <a:srgbClr val="D4FF00"/>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02412" bIns="102412"/>
          <a:lstStyle/>
          <a:p>
            <a:pPr algn="l">
              <a:spcBef>
                <a:spcPts val="0"/>
              </a:spcBef>
              <a:spcAft>
                <a:spcPts val="200"/>
              </a:spcAft>
            </a:pPr>
            <a:r>
              <a:rPr sz="1300" b="0">
                <a:solidFill>
                  <a:srgbClr val="D4FF00"/>
                </a:solidFill>
                <a:latin typeface="Urbanist SemiBold"/>
              </a:rPr>
              <a:t>REFUSED WORKLOAD</a:t>
            </a:r>
          </a:p>
          <a:p>
            <a:pPr algn="l">
              <a:spcBef>
                <a:spcPts val="0"/>
              </a:spcBef>
              <a:spcAft>
                <a:spcPts val="500"/>
              </a:spcAft>
            </a:pPr>
            <a:r>
              <a:rPr sz="2200" b="0">
                <a:solidFill>
                  <a:srgbClr val="FFFFFF"/>
                </a:solidFill>
                <a:latin typeface="Urbanist SemiBold"/>
              </a:rPr>
              <a:t>A different workload</a:t>
            </a:r>
          </a:p>
          <a:p>
            <a:pPr algn="l">
              <a:spcBef>
                <a:spcPts val="0"/>
              </a:spcBef>
              <a:spcAft>
                <a:spcPts val="500"/>
              </a:spcAft>
            </a:pPr>
            <a:r>
              <a:rPr sz="1600" b="0">
                <a:solidFill>
                  <a:srgbClr val="FFFFFF"/>
                </a:solidFill>
                <a:latin typeface="Urbanist Medium"/>
              </a:rPr>
              <a:t>A genuine Intel quote from other code: registerAgent reverts MeasurementNotApproved</a:t>
            </a:r>
          </a:p>
          <a:p>
            <a:pPr algn="l">
              <a:spcBef>
                <a:spcPts val="0"/>
              </a:spcBef>
              <a:spcAft>
                <a:spcPts val="500"/>
              </a:spcAft>
            </a:pPr>
            <a:r>
              <a:rPr sz="1600" b="0">
                <a:solidFill>
                  <a:srgbClr val="FFFFFF"/>
                </a:solidFill>
                <a:latin typeface="Urbanist SemiBold"/>
              </a:rPr>
              <a:t>Status failed, 2,349,054 gas</a:t>
            </a:r>
          </a:p>
          <a:p>
            <a:pPr algn="l">
              <a:spcBef>
                <a:spcPts val="0"/>
              </a:spcBef>
              <a:spcAft>
                <a:spcPts val="0"/>
              </a:spcAft>
            </a:pPr>
            <a:r>
              <a:rPr sz="1400" b="0">
                <a:solidFill>
                  <a:srgbClr val="D4FF00"/>
                </a:solidFill>
                <a:latin typeface="Urbanist SemiBold"/>
                <a:hlinkClick r:id="rId3"/>
              </a:rPr>
              <a:t>tx 0xf98156ad…fcc8, block 127,632,496</a:t>
            </a:r>
          </a:p>
        </p:txBody>
      </p:sp>
      <p:sp>
        <p:nvSpPr>
          <p:cNvPr id="503" name="Rectangle 502"/>
          <p:cNvSpPr/>
          <p:nvPr/>
        </p:nvSpPr>
        <p:spPr>
          <a:xfrm>
            <a:off x="274320" y="3611880"/>
            <a:ext cx="8595360" cy="658368"/>
          </a:xfrm>
          <a:prstGeom prst="rect">
            <a:avLst/>
          </a:prstGeom>
          <a:solidFill>
            <a:srgbClr val="00125F"/>
          </a:solidFill>
          <a:ln w="19050">
            <a:solidFill>
              <a:srgbClr val="D4FF00"/>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89611" bIns="89611"/>
          <a:lstStyle/>
          <a:p>
            <a:pPr algn="l">
              <a:spcBef>
                <a:spcPts val="0"/>
              </a:spcBef>
              <a:spcAft>
                <a:spcPts val="0"/>
              </a:spcAft>
            </a:pPr>
            <a:r>
              <a:rPr sz="1400" b="0">
                <a:solidFill>
                  <a:srgbClr val="D4FF00"/>
                </a:solidFill>
                <a:latin typeface="Urbanist SemiBold"/>
              </a:rPr>
              <a:t>What you see: </a:t>
            </a:r>
            <a:r>
              <a:rPr sz="1400" b="0">
                <a:solidFill>
                  <a:srgbClr val="FFFFFF"/>
                </a:solidFill>
                <a:latin typeface="Urbanist Medium"/>
              </a:rPr>
              <a:t>open each link on the explorer. The trade's Logs tab shows the measurement and model hash. The refusal shows status failed. The app leaderboard lists each agent by measurement.</a:t>
            </a:r>
          </a:p>
        </p:txBody>
      </p:sp>
      <p:sp>
        <p:nvSpPr>
          <p:cNvPr id="504" name="TextBox 503"/>
          <p:cNvSpPr txBox="1"/>
          <p:nvPr/>
        </p:nvSpPr>
        <p:spPr>
          <a:xfrm>
            <a:off x="274320" y="4334256"/>
            <a:ext cx="8595360" cy="329184"/>
          </a:xfrm>
          <a:prstGeom prst="rect">
            <a:avLst/>
          </a:prstGeom>
          <a:noFill/>
        </p:spPr>
        <p:txBody>
          <a:bodyPr wrap="square" anchor="ctr" lIns="18288" rIns="18288" tIns="12801" bIns="12801">
            <a:spAutoFit/>
          </a:bodyPr>
          <a:lstStyle/>
          <a:p>
            <a:pPr algn="l">
              <a:spcBef>
                <a:spcPts val="0"/>
              </a:spcBef>
              <a:spcAft>
                <a:spcPts val="0"/>
              </a:spcAft>
            </a:pPr>
            <a:r>
              <a:rPr sz="900" b="0">
                <a:solidFill>
                  <a:srgbClr val="00125F"/>
                </a:solidFill>
                <a:latin typeface="Urbanist SemiBold"/>
              </a:rPr>
              <a:t>Sources: cast receipt on chain 46630 (rpc.testnet.chain.robinhood.com), 2026-10-24: trade status 1, gas 504,449; refusal status 0, gas 2,349,054. Explorer: explorer.testnet.chain.robinhood.com.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74320" y="182880"/>
            <a:ext cx="8595360" cy="960120"/>
          </a:xfrm>
        </p:spPr>
        <p:txBody>
          <a:bodyPr wrap="square" anchor="ctr" lIns="45720" rIns="45720" tIns="32003" bIns="32003"/>
          <a:lstStyle/>
          <a:p>
            <a:pPr algn="l">
              <a:spcBef>
                <a:spcPts val="0"/>
              </a:spcBef>
              <a:spcAft>
                <a:spcPts val="0"/>
              </a:spcAft>
            </a:pPr>
            <a:r>
              <a:rPr sz="2800" b="0">
                <a:solidFill>
                  <a:srgbClr val="D4FF00"/>
                </a:solidFill>
                <a:latin typeface="Urbanist SemiBold"/>
              </a:rPr>
              <a:t>Private strategy, public proof</a:t>
            </a:r>
          </a:p>
        </p:txBody>
      </p:sp>
      <p:sp>
        <p:nvSpPr>
          <p:cNvPr id="497" name="Google Shape;497;p45"/>
          <p:cNvSpPr txBox="1"/>
          <p:nvPr>
            <p:ph idx="7" type="subTitle"/>
          </p:nvPr>
        </p:nvSpPr>
        <p:spPr>
          <a:xfrm>
            <a:off x="3154650" y="4675975"/>
            <a:ext cx="2835000" cy="4668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Open House Singapore</a:t>
            </a:r>
            <a:endParaRPr/>
          </a:p>
        </p:txBody>
      </p:sp>
      <p:sp>
        <p:nvSpPr>
          <p:cNvPr id="500" name="Google Shape;500;p45"/>
          <p:cNvSpPr txBox="1"/>
          <p:nvPr>
            <p:ph idx="12" type="sldNum"/>
          </p:nvPr>
        </p:nvSpPr>
        <p:spPr>
          <a:xfrm>
            <a:off x="8348225" y="4666247"/>
            <a:ext cx="567000" cy="4668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01" name="Rectangle 500"/>
          <p:cNvSpPr/>
          <p:nvPr/>
        </p:nvSpPr>
        <p:spPr>
          <a:xfrm>
            <a:off x="274320" y="1280160"/>
            <a:ext cx="2743200" cy="2971800"/>
          </a:xfrm>
          <a:prstGeom prst="rect">
            <a:avLst/>
          </a:prstGeom>
          <a:solidFill>
            <a:srgbClr val="00125F"/>
          </a:solidFill>
          <a:ln w="19050">
            <a:solidFill>
              <a:srgbClr val="D4FF00"/>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15214" bIns="115214"/>
          <a:lstStyle/>
          <a:p>
            <a:pPr algn="l">
              <a:spcBef>
                <a:spcPts val="0"/>
              </a:spcBef>
              <a:spcAft>
                <a:spcPts val="200"/>
              </a:spcAft>
            </a:pPr>
            <a:r>
              <a:rPr sz="3600" b="0">
                <a:solidFill>
                  <a:srgbClr val="D4FF00"/>
                </a:solidFill>
                <a:latin typeface="Urbanist SemiBold"/>
              </a:rPr>
              <a:t>Sealed</a:t>
            </a:r>
          </a:p>
          <a:p>
            <a:pPr algn="l">
              <a:spcBef>
                <a:spcPts val="0"/>
              </a:spcBef>
              <a:spcAft>
                <a:spcPts val="600"/>
              </a:spcAft>
            </a:pPr>
            <a:r>
              <a:rPr sz="1700" b="0">
                <a:solidFill>
                  <a:srgbClr val="FFFFFF"/>
                </a:solidFill>
                <a:latin typeface="Urbanist SemiBold"/>
              </a:rPr>
              <a:t>Strategy hash in the measurement</a:t>
            </a:r>
          </a:p>
          <a:p>
            <a:pPr algn="l">
              <a:spcBef>
                <a:spcPts val="0"/>
              </a:spcBef>
              <a:spcAft>
                <a:spcPts val="0"/>
              </a:spcAft>
            </a:pPr>
            <a:r>
              <a:rPr sz="1400" b="0">
                <a:solidFill>
                  <a:srgbClr val="FFFFFF"/>
                </a:solidFill>
                <a:latin typeface="Urbanist Medium"/>
              </a:rPr>
              <a:t>The measured compose commits to the strategy's hash. The strategy text stays in the enclave. Ships this weekend.</a:t>
            </a:r>
          </a:p>
        </p:txBody>
      </p:sp>
      <p:sp>
        <p:nvSpPr>
          <p:cNvPr id="502" name="Rectangle 501"/>
          <p:cNvSpPr/>
          <p:nvPr/>
        </p:nvSpPr>
        <p:spPr>
          <a:xfrm>
            <a:off x="3200400" y="1280160"/>
            <a:ext cx="2743200" cy="2971800"/>
          </a:xfrm>
          <a:prstGeom prst="rect">
            <a:avLst/>
          </a:prstGeom>
          <a:solidFill>
            <a:srgbClr val="00125F"/>
          </a:solidFill>
          <a:ln w="19050">
            <a:solidFill>
              <a:srgbClr val="D4FF00"/>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15214" bIns="115214"/>
          <a:lstStyle/>
          <a:p>
            <a:pPr algn="l">
              <a:spcBef>
                <a:spcPts val="0"/>
              </a:spcBef>
              <a:spcAft>
                <a:spcPts val="200"/>
              </a:spcAft>
            </a:pPr>
            <a:r>
              <a:rPr sz="3600" b="0">
                <a:solidFill>
                  <a:srgbClr val="D4FF00"/>
                </a:solidFill>
                <a:latin typeface="Urbanist SemiBold"/>
              </a:rPr>
              <a:t>2.37M gas</a:t>
            </a:r>
          </a:p>
          <a:p>
            <a:pPr algn="l">
              <a:spcBef>
                <a:spcPts val="0"/>
              </a:spcBef>
              <a:spcAft>
                <a:spcPts val="600"/>
              </a:spcAft>
            </a:pPr>
            <a:r>
              <a:rPr sz="1700" b="0">
                <a:solidFill>
                  <a:srgbClr val="FFFFFF"/>
                </a:solidFill>
                <a:latin typeface="Urbanist SemiBold"/>
              </a:rPr>
              <a:t>Intel's cert chain in one transaction</a:t>
            </a:r>
          </a:p>
          <a:p>
            <a:pPr algn="l">
              <a:spcBef>
                <a:spcPts val="0"/>
              </a:spcBef>
              <a:spcAft>
                <a:spcPts val="0"/>
              </a:spcAft>
            </a:pPr>
            <a:r>
              <a:rPr sz="1400" b="0">
                <a:solidFill>
                  <a:srgbClr val="FFFFFF"/>
                </a:solidFill>
                <a:latin typeface="Urbanist Medium"/>
              </a:rPr>
              <a:t>A Stylus verifier in Rust walks the Intel certificate chain on chain, in the transaction that admits the key.</a:t>
            </a:r>
          </a:p>
        </p:txBody>
      </p:sp>
      <p:sp>
        <p:nvSpPr>
          <p:cNvPr id="503" name="Rectangle 502"/>
          <p:cNvSpPr/>
          <p:nvPr/>
        </p:nvSpPr>
        <p:spPr>
          <a:xfrm>
            <a:off x="6126480" y="1280160"/>
            <a:ext cx="2743200" cy="2971800"/>
          </a:xfrm>
          <a:prstGeom prst="rect">
            <a:avLst/>
          </a:prstGeom>
          <a:solidFill>
            <a:srgbClr val="00125F"/>
          </a:solidFill>
          <a:ln w="19050">
            <a:solidFill>
              <a:srgbClr val="D4FF00"/>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15214" bIns="115214"/>
          <a:lstStyle/>
          <a:p>
            <a:pPr algn="l">
              <a:spcBef>
                <a:spcPts val="0"/>
              </a:spcBef>
              <a:spcAft>
                <a:spcPts val="200"/>
              </a:spcAft>
            </a:pPr>
            <a:r>
              <a:rPr sz="3600" b="0">
                <a:solidFill>
                  <a:srgbClr val="D4FF00"/>
                </a:solidFill>
                <a:latin typeface="Urbanist SemiBold"/>
              </a:rPr>
              <a:t>43 of 43</a:t>
            </a:r>
          </a:p>
          <a:p>
            <a:pPr algn="l">
              <a:spcBef>
                <a:spcPts val="0"/>
              </a:spcBef>
              <a:spcAft>
                <a:spcPts val="600"/>
              </a:spcAft>
            </a:pPr>
            <a:r>
              <a:rPr sz="1700" b="0">
                <a:solidFill>
                  <a:srgbClr val="FFFFFF"/>
                </a:solidFill>
                <a:latin typeface="Urbanist SemiBold"/>
              </a:rPr>
              <a:t>TCB and QE identity checks</a:t>
            </a:r>
          </a:p>
          <a:p>
            <a:pPr algn="l">
              <a:spcBef>
                <a:spcPts val="0"/>
              </a:spcBef>
              <a:spcAft>
                <a:spcPts val="0"/>
              </a:spcAft>
            </a:pPr>
            <a:r>
              <a:rPr sz="1400" b="0">
                <a:solidFill>
                  <a:srgbClr val="FFFFFF"/>
                </a:solidFill>
                <a:latin typeface="Urbanist Medium"/>
              </a:rPr>
              <a:t>The verifier checks Intel's signed TCB Info, QE Identity and revocation lists. Revoked never passes. 45 tests, 43 of 43 guard mutants killed.</a:t>
            </a:r>
          </a:p>
        </p:txBody>
      </p:sp>
      <p:sp>
        <p:nvSpPr>
          <p:cNvPr id="504" name="TextBox 503"/>
          <p:cNvSpPr txBox="1"/>
          <p:nvPr/>
        </p:nvSpPr>
        <p:spPr>
          <a:xfrm>
            <a:off x="274320" y="4334256"/>
            <a:ext cx="8595360" cy="329184"/>
          </a:xfrm>
          <a:prstGeom prst="rect">
            <a:avLst/>
          </a:prstGeom>
          <a:noFill/>
        </p:spPr>
        <p:txBody>
          <a:bodyPr wrap="square" anchor="ctr" lIns="18288" rIns="18288" tIns="12801" bIns="12801">
            <a:spAutoFit/>
          </a:bodyPr>
          <a:lstStyle/>
          <a:p>
            <a:pPr algn="l">
              <a:spcBef>
                <a:spcPts val="0"/>
              </a:spcBef>
              <a:spcAft>
                <a:spcPts val="0"/>
              </a:spcAft>
            </a:pPr>
            <a:r>
              <a:rPr sz="900" b="0">
                <a:solidFill>
                  <a:srgbClr val="00125F"/>
                </a:solidFill>
                <a:latin typeface="Urbanist SemiBold"/>
              </a:rPr>
              <a:t>Sources: 2,371,819 gas by cast estimate on chain 46630 (docs/ENGINEERING.md); verifier/MUTATIONS.md, branch signet-contracts commit 960f010; strategy commitment, branch signet-strategy-commit commit 00e8cdf.</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74320" y="182880"/>
            <a:ext cx="8595360" cy="960120"/>
          </a:xfrm>
        </p:spPr>
        <p:txBody>
          <a:bodyPr wrap="square" anchor="ctr" lIns="45720" rIns="45720" tIns="32003" bIns="32003"/>
          <a:lstStyle/>
          <a:p>
            <a:pPr algn="l">
              <a:spcBef>
                <a:spcPts val="0"/>
              </a:spcBef>
              <a:spcAft>
                <a:spcPts val="0"/>
              </a:spcAft>
            </a:pPr>
            <a:r>
              <a:rPr sz="2800" b="0">
                <a:solidFill>
                  <a:srgbClr val="D4FF00"/>
                </a:solidFill>
                <a:latin typeface="Urbanist SemiBold"/>
              </a:rPr>
              <a:t>314 tests and 109 killed mutants guard the follower's account</a:t>
            </a:r>
          </a:p>
        </p:txBody>
      </p:sp>
      <p:sp>
        <p:nvSpPr>
          <p:cNvPr id="497" name="Google Shape;497;p45"/>
          <p:cNvSpPr txBox="1"/>
          <p:nvPr>
            <p:ph idx="7" type="subTitle"/>
          </p:nvPr>
        </p:nvSpPr>
        <p:spPr>
          <a:xfrm>
            <a:off x="3154650" y="4675975"/>
            <a:ext cx="2835000" cy="4668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Open House Singapore</a:t>
            </a:r>
            <a:endParaRPr/>
          </a:p>
        </p:txBody>
      </p:sp>
      <p:sp>
        <p:nvSpPr>
          <p:cNvPr id="500" name="Google Shape;500;p45"/>
          <p:cNvSpPr txBox="1"/>
          <p:nvPr>
            <p:ph idx="12" type="sldNum"/>
          </p:nvPr>
        </p:nvSpPr>
        <p:spPr>
          <a:xfrm>
            <a:off x="8348225" y="4666247"/>
            <a:ext cx="567000" cy="4668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01" name="Rectangle 500"/>
          <p:cNvSpPr/>
          <p:nvPr/>
        </p:nvSpPr>
        <p:spPr>
          <a:xfrm>
            <a:off x="274320" y="1280160"/>
            <a:ext cx="2084831" cy="1097280"/>
          </a:xfrm>
          <a:prstGeom prst="rect">
            <a:avLst/>
          </a:prstGeom>
          <a:solidFill>
            <a:srgbClr val="00125F"/>
          </a:solidFill>
          <a:ln w="19050">
            <a:solidFill>
              <a:srgbClr val="D4FF0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6809" bIns="76809"/>
          <a:lstStyle/>
          <a:p>
            <a:pPr algn="l">
              <a:spcBef>
                <a:spcPts val="0"/>
              </a:spcBef>
              <a:spcAft>
                <a:spcPts val="200"/>
              </a:spcAft>
            </a:pPr>
            <a:r>
              <a:rPr sz="3000" b="0">
                <a:solidFill>
                  <a:srgbClr val="D4FF00"/>
                </a:solidFill>
                <a:latin typeface="Urbanist SemiBold"/>
              </a:rPr>
              <a:t>314</a:t>
            </a:r>
          </a:p>
          <a:p>
            <a:pPr algn="l">
              <a:spcBef>
                <a:spcPts val="0"/>
              </a:spcBef>
              <a:spcAft>
                <a:spcPts val="0"/>
              </a:spcAft>
            </a:pPr>
            <a:r>
              <a:rPr sz="1200" b="0">
                <a:solidFill>
                  <a:srgbClr val="FFFFFF"/>
                </a:solidFill>
                <a:latin typeface="Urbanist Medium"/>
              </a:rPr>
              <a:t>forge tests, 21 suites</a:t>
            </a:r>
          </a:p>
        </p:txBody>
      </p:sp>
      <p:sp>
        <p:nvSpPr>
          <p:cNvPr id="502" name="Rectangle 501"/>
          <p:cNvSpPr/>
          <p:nvPr/>
        </p:nvSpPr>
        <p:spPr>
          <a:xfrm>
            <a:off x="2450591" y="1280160"/>
            <a:ext cx="2084831" cy="1097280"/>
          </a:xfrm>
          <a:prstGeom prst="rect">
            <a:avLst/>
          </a:prstGeom>
          <a:solidFill>
            <a:srgbClr val="00125F"/>
          </a:solidFill>
          <a:ln w="19050">
            <a:solidFill>
              <a:srgbClr val="D4FF0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6809" bIns="76809"/>
          <a:lstStyle/>
          <a:p>
            <a:pPr algn="l">
              <a:spcBef>
                <a:spcPts val="0"/>
              </a:spcBef>
              <a:spcAft>
                <a:spcPts val="200"/>
              </a:spcAft>
            </a:pPr>
            <a:r>
              <a:rPr sz="3000" b="0">
                <a:solidFill>
                  <a:srgbClr val="D4FF00"/>
                </a:solidFill>
                <a:latin typeface="Urbanist SemiBold"/>
              </a:rPr>
              <a:t>109 / 110</a:t>
            </a:r>
          </a:p>
          <a:p>
            <a:pPr algn="l">
              <a:spcBef>
                <a:spcPts val="0"/>
              </a:spcBef>
              <a:spcAft>
                <a:spcPts val="0"/>
              </a:spcAft>
            </a:pPr>
            <a:r>
              <a:rPr sz="1200" b="0">
                <a:solidFill>
                  <a:srgbClr val="FFFFFF"/>
                </a:solidFill>
                <a:latin typeface="Urbanist Medium"/>
              </a:rPr>
              <a:t>AgentAccount guard mutants killed</a:t>
            </a:r>
          </a:p>
        </p:txBody>
      </p:sp>
      <p:sp>
        <p:nvSpPr>
          <p:cNvPr id="503" name="Rectangle 502"/>
          <p:cNvSpPr/>
          <p:nvPr/>
        </p:nvSpPr>
        <p:spPr>
          <a:xfrm>
            <a:off x="4626864" y="1280160"/>
            <a:ext cx="2084831" cy="1097280"/>
          </a:xfrm>
          <a:prstGeom prst="rect">
            <a:avLst/>
          </a:prstGeom>
          <a:solidFill>
            <a:srgbClr val="00125F"/>
          </a:solidFill>
          <a:ln w="19050">
            <a:solidFill>
              <a:srgbClr val="D4FF0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6809" bIns="76809"/>
          <a:lstStyle/>
          <a:p>
            <a:pPr algn="l">
              <a:spcBef>
                <a:spcPts val="0"/>
              </a:spcBef>
              <a:spcAft>
                <a:spcPts val="200"/>
              </a:spcAft>
            </a:pPr>
            <a:r>
              <a:rPr sz="3000" b="0">
                <a:solidFill>
                  <a:srgbClr val="D4FF00"/>
                </a:solidFill>
                <a:latin typeface="Urbanist SemiBold"/>
              </a:rPr>
              <a:t>31 / 31</a:t>
            </a:r>
          </a:p>
          <a:p>
            <a:pPr algn="l">
              <a:spcBef>
                <a:spcPts val="0"/>
              </a:spcBef>
              <a:spcAft>
                <a:spcPts val="0"/>
              </a:spcAft>
            </a:pPr>
            <a:r>
              <a:rPr sz="1200" b="0">
                <a:solidFill>
                  <a:srgbClr val="FFFFFF"/>
                </a:solidFill>
                <a:latin typeface="Urbanist Medium"/>
              </a:rPr>
              <a:t>ChironGate guards killed</a:t>
            </a:r>
          </a:p>
        </p:txBody>
      </p:sp>
      <p:sp>
        <p:nvSpPr>
          <p:cNvPr id="504" name="Rectangle 503"/>
          <p:cNvSpPr/>
          <p:nvPr/>
        </p:nvSpPr>
        <p:spPr>
          <a:xfrm>
            <a:off x="6803136" y="1280160"/>
            <a:ext cx="2084831" cy="1097280"/>
          </a:xfrm>
          <a:prstGeom prst="rect">
            <a:avLst/>
          </a:prstGeom>
          <a:solidFill>
            <a:srgbClr val="00125F"/>
          </a:solidFill>
          <a:ln w="19050">
            <a:solidFill>
              <a:srgbClr val="D4FF0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6809" bIns="76809"/>
          <a:lstStyle/>
          <a:p>
            <a:pPr algn="l">
              <a:spcBef>
                <a:spcPts val="0"/>
              </a:spcBef>
              <a:spcAft>
                <a:spcPts val="200"/>
              </a:spcAft>
            </a:pPr>
            <a:r>
              <a:rPr sz="3000" b="0">
                <a:solidFill>
                  <a:srgbClr val="D4FF00"/>
                </a:solidFill>
                <a:latin typeface="Urbanist SemiBold"/>
              </a:rPr>
              <a:t>40</a:t>
            </a:r>
          </a:p>
          <a:p>
            <a:pPr algn="l">
              <a:spcBef>
                <a:spcPts val="0"/>
              </a:spcBef>
              <a:spcAft>
                <a:spcPts val="0"/>
              </a:spcAft>
            </a:pPr>
            <a:r>
              <a:rPr sz="1200" b="0">
                <a:solidFill>
                  <a:srgbClr val="FFFFFF"/>
                </a:solidFill>
                <a:latin typeface="Urbanist Medium"/>
              </a:rPr>
              <a:t>Rust tests across both verifiers</a:t>
            </a:r>
          </a:p>
        </p:txBody>
      </p:sp>
      <p:sp>
        <p:nvSpPr>
          <p:cNvPr id="505" name="Rectangle 504"/>
          <p:cNvSpPr/>
          <p:nvPr/>
        </p:nvSpPr>
        <p:spPr>
          <a:xfrm>
            <a:off x="274320" y="2514600"/>
            <a:ext cx="4206240" cy="1737360"/>
          </a:xfrm>
          <a:prstGeom prst="rect">
            <a:avLst/>
          </a:prstGeom>
          <a:solidFill>
            <a:srgbClr val="00125F"/>
          </a:solidFill>
          <a:ln w="19050">
            <a:solidFill>
              <a:srgbClr val="D4FF00"/>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89611" bIns="89611"/>
          <a:lstStyle/>
          <a:p>
            <a:pPr algn="l">
              <a:spcBef>
                <a:spcPts val="0"/>
              </a:spcBef>
              <a:spcAft>
                <a:spcPts val="300"/>
              </a:spcAft>
            </a:pPr>
            <a:r>
              <a:rPr sz="1300" b="0">
                <a:solidFill>
                  <a:srgbClr val="D4FF00"/>
                </a:solidFill>
                <a:latin typeface="Urbanist SemiBold"/>
              </a:rPr>
              <a:t>ROLES</a:t>
            </a:r>
          </a:p>
          <a:p>
            <a:pPr algn="l">
              <a:spcBef>
                <a:spcPts val="0"/>
              </a:spcBef>
              <a:spcAft>
                <a:spcPts val="300"/>
              </a:spcAft>
            </a:pPr>
            <a:r>
              <a:rPr sz="1300" b="0">
                <a:solidFill>
                  <a:srgbClr val="FFFFFF"/>
                </a:solidFill>
                <a:latin typeface="Urbanist SemiBold"/>
              </a:rPr>
              <a:t>Owner (follower): </a:t>
            </a:r>
            <a:r>
              <a:rPr sz="1300" b="0">
                <a:solidFill>
                  <a:srgbClr val="FFFFFF"/>
                </a:solidFill>
                <a:latin typeface="Urbanist Medium"/>
              </a:rPr>
              <a:t>approves a measurement, sets caps, pools and the model pin, pauses, revokes, withdraws. Two-step ownership.</a:t>
            </a:r>
          </a:p>
          <a:p>
            <a:pPr algn="l">
              <a:spcBef>
                <a:spcPts val="0"/>
              </a:spcBef>
              <a:spcAft>
                <a:spcPts val="300"/>
              </a:spcAft>
            </a:pPr>
            <a:r>
              <a:rPr sz="1300" b="0">
                <a:solidFill>
                  <a:srgbClr val="FFFFFF"/>
                </a:solidFill>
                <a:latin typeface="Urbanist SemiBold"/>
              </a:rPr>
              <a:t>Agent key: </a:t>
            </a:r>
            <a:r>
              <a:rPr sz="1300" b="0">
                <a:solidFill>
                  <a:srgbClr val="FFFFFF"/>
                </a:solidFill>
                <a:latin typeface="Urbanist Medium"/>
              </a:rPr>
              <a:t>calls execute with a receipt. Can never become owner.</a:t>
            </a:r>
          </a:p>
          <a:p>
            <a:pPr algn="l">
              <a:spcBef>
                <a:spcPts val="0"/>
              </a:spcBef>
              <a:spcAft>
                <a:spcPts val="0"/>
              </a:spcAft>
            </a:pPr>
            <a:r>
              <a:rPr sz="1300" b="0">
                <a:solidFill>
                  <a:srgbClr val="FFFFFF"/>
                </a:solidFill>
                <a:latin typeface="Urbanist SemiBold"/>
              </a:rPr>
              <a:t>Stylus verifiers: </a:t>
            </a:r>
            <a:r>
              <a:rPr sz="1300" b="0">
                <a:solidFill>
                  <a:srgbClr val="FFFFFF"/>
                </a:solidFill>
                <a:latin typeface="Urbanist Medium"/>
              </a:rPr>
              <a:t>admit the key, check the receipt.</a:t>
            </a:r>
          </a:p>
        </p:txBody>
      </p:sp>
      <p:sp>
        <p:nvSpPr>
          <p:cNvPr id="506" name="Rectangle 505"/>
          <p:cNvSpPr/>
          <p:nvPr/>
        </p:nvSpPr>
        <p:spPr>
          <a:xfrm>
            <a:off x="4663440" y="2514600"/>
            <a:ext cx="4206240" cy="1737360"/>
          </a:xfrm>
          <a:prstGeom prst="rect">
            <a:avLst/>
          </a:prstGeom>
          <a:solidFill>
            <a:srgbClr val="00125F"/>
          </a:solidFill>
          <a:ln w="19050">
            <a:solidFill>
              <a:srgbClr val="D4FF00"/>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89611" bIns="89611"/>
          <a:lstStyle/>
          <a:p>
            <a:pPr algn="l">
              <a:spcBef>
                <a:spcPts val="0"/>
              </a:spcBef>
              <a:spcAft>
                <a:spcPts val="300"/>
              </a:spcAft>
            </a:pPr>
            <a:r>
              <a:rPr sz="1300" b="0">
                <a:solidFill>
                  <a:srgbClr val="D4FF00"/>
                </a:solidFill>
                <a:latin typeface="Urbanist SemiBold"/>
              </a:rPr>
              <a:t>GUARDS ENFORCED IN THE SWAP</a:t>
            </a:r>
          </a:p>
          <a:p>
            <a:pPr algn="l">
              <a:spcBef>
                <a:spcPts val="0"/>
              </a:spcBef>
              <a:spcAft>
                <a:spcPts val="300"/>
              </a:spcAft>
            </a:pPr>
            <a:r>
              <a:rPr sz="1300" b="0">
                <a:solidFill>
                  <a:srgbClr val="FFFFFF"/>
                </a:solidFill>
                <a:latin typeface="Urbanist Medium"/>
              </a:rPr>
              <a:t>Per-trade cap, rolling 24-hour cap, owner approval above a threshold</a:t>
            </a:r>
          </a:p>
          <a:p>
            <a:pPr algn="l">
              <a:spcBef>
                <a:spcPts val="0"/>
              </a:spcBef>
              <a:spcAft>
                <a:spcPts val="300"/>
              </a:spcAft>
            </a:pPr>
            <a:r>
              <a:rPr sz="1300" b="0">
                <a:solidFill>
                  <a:srgbClr val="FFFFFF"/>
                </a:solidFill>
                <a:latin typeface="Urbanist Medium"/>
              </a:rPr>
              <a:t>Canonical Uniswap v4 pools only, settled by balance delta</a:t>
            </a:r>
          </a:p>
          <a:p>
            <a:pPr algn="l">
              <a:spcBef>
                <a:spcPts val="0"/>
              </a:spcBef>
              <a:spcAft>
                <a:spcPts val="0"/>
              </a:spcAft>
            </a:pPr>
            <a:r>
              <a:rPr sz="1300" b="0">
                <a:solidFill>
                  <a:srgbClr val="FFFFFF"/>
                </a:solidFill>
                <a:latin typeface="Urbanist Medium"/>
              </a:rPr>
              <a:t>ERC-8056 corporate-action guard; unapprove revokes in the same transaction</a:t>
            </a:r>
          </a:p>
        </p:txBody>
      </p:sp>
      <p:sp>
        <p:nvSpPr>
          <p:cNvPr id="507" name="TextBox 506"/>
          <p:cNvSpPr txBox="1"/>
          <p:nvPr/>
        </p:nvSpPr>
        <p:spPr>
          <a:xfrm>
            <a:off x="274320" y="4334256"/>
            <a:ext cx="8595360" cy="329184"/>
          </a:xfrm>
          <a:prstGeom prst="rect">
            <a:avLst/>
          </a:prstGeom>
          <a:noFill/>
        </p:spPr>
        <p:txBody>
          <a:bodyPr wrap="square" anchor="ctr" lIns="18288" rIns="18288" tIns="12801" bIns="12801">
            <a:spAutoFit/>
          </a:bodyPr>
          <a:lstStyle/>
          <a:p>
            <a:pPr algn="l">
              <a:spcBef>
                <a:spcPts val="0"/>
              </a:spcBef>
              <a:spcAft>
                <a:spcPts val="0"/>
              </a:spcAft>
            </a:pPr>
            <a:r>
              <a:rPr sz="900" b="0">
                <a:solidFill>
                  <a:srgbClr val="00125F"/>
                </a:solidFill>
                <a:latin typeface="Urbanist SemiBold"/>
              </a:rPr>
              <a:t>forge test --list on this branch: 314 tests, 21 suites, 2 invariant and 3 fuzz tests; 0 failed in docs/test-logs. cargo test --list: verifier 22, receipt-verifier 18. docs/SECURITY.md, docs/security/agent-account-mutations.md.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74320" y="182880"/>
            <a:ext cx="8595360" cy="960120"/>
          </a:xfrm>
        </p:spPr>
        <p:txBody>
          <a:bodyPr wrap="square" anchor="ctr" lIns="45720" rIns="45720" tIns="32003" bIns="32003"/>
          <a:lstStyle/>
          <a:p>
            <a:pPr algn="l">
              <a:spcBef>
                <a:spcPts val="0"/>
              </a:spcBef>
              <a:spcAft>
                <a:spcPts val="0"/>
              </a:spcAft>
            </a:pPr>
            <a:r>
              <a:rPr sz="2800" b="0">
                <a:solidFill>
                  <a:srgbClr val="D4FF00"/>
                </a:solidFill>
                <a:latin typeface="Urbanist SemiBold"/>
              </a:rPr>
              <a:t>Five named creators already publish returns and keep the strategy sealed</a:t>
            </a:r>
          </a:p>
        </p:txBody>
      </p:sp>
      <p:sp>
        <p:nvSpPr>
          <p:cNvPr id="497" name="Google Shape;497;p45"/>
          <p:cNvSpPr txBox="1"/>
          <p:nvPr>
            <p:ph idx="7" type="subTitle"/>
          </p:nvPr>
        </p:nvSpPr>
        <p:spPr>
          <a:xfrm>
            <a:off x="3154650" y="4675975"/>
            <a:ext cx="2835000" cy="4668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Open House Singapore</a:t>
            </a:r>
            <a:endParaRPr/>
          </a:p>
        </p:txBody>
      </p:sp>
      <p:sp>
        <p:nvSpPr>
          <p:cNvPr id="500" name="Google Shape;500;p45"/>
          <p:cNvSpPr txBox="1"/>
          <p:nvPr>
            <p:ph idx="12" type="sldNum"/>
          </p:nvPr>
        </p:nvSpPr>
        <p:spPr>
          <a:xfrm>
            <a:off x="8348225" y="4666247"/>
            <a:ext cx="567000" cy="4668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01" name="Rectangle 500"/>
          <p:cNvSpPr/>
          <p:nvPr/>
        </p:nvSpPr>
        <p:spPr>
          <a:xfrm>
            <a:off x="274320" y="1280160"/>
            <a:ext cx="4023360" cy="1371600"/>
          </a:xfrm>
          <a:prstGeom prst="rect">
            <a:avLst/>
          </a:prstGeom>
          <a:solidFill>
            <a:srgbClr val="00125F"/>
          </a:solidFill>
          <a:ln w="19050">
            <a:solidFill>
              <a:srgbClr val="D4FF00"/>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6012" bIns="96012"/>
          <a:lstStyle/>
          <a:p>
            <a:pPr algn="l">
              <a:spcBef>
                <a:spcPts val="0"/>
              </a:spcBef>
              <a:spcAft>
                <a:spcPts val="400"/>
              </a:spcAft>
            </a:pPr>
            <a:r>
              <a:rPr sz="1500" b="0">
                <a:solidFill>
                  <a:srgbClr val="FFFFFF"/>
                </a:solidFill>
                <a:latin typeface="Urbanist SemiBold"/>
              </a:rPr>
              <a:t>“If someone shows you a PnL, but not the thinking behind it, where's the credibility?”</a:t>
            </a:r>
          </a:p>
          <a:p>
            <a:pPr algn="l">
              <a:spcBef>
                <a:spcPts val="0"/>
              </a:spcBef>
              <a:spcAft>
                <a:spcPts val="0"/>
              </a:spcAft>
            </a:pPr>
            <a:r>
              <a:rPr sz="1100" b="0">
                <a:solidFill>
                  <a:srgbClr val="D4FF00"/>
                </a:solidFill>
                <a:latin typeface="Urbanist SemiBold"/>
              </a:rPr>
              <a:t>@KillaXBT, 239,232 followers, 2025-12-08</a:t>
            </a:r>
          </a:p>
        </p:txBody>
      </p:sp>
      <p:sp>
        <p:nvSpPr>
          <p:cNvPr id="502" name="Rectangle 501"/>
          <p:cNvSpPr/>
          <p:nvPr/>
        </p:nvSpPr>
        <p:spPr>
          <a:xfrm>
            <a:off x="274320" y="2788920"/>
            <a:ext cx="4023360" cy="1463040"/>
          </a:xfrm>
          <a:prstGeom prst="rect">
            <a:avLst/>
          </a:prstGeom>
          <a:solidFill>
            <a:srgbClr val="00125F"/>
          </a:solidFill>
          <a:ln w="19050">
            <a:solidFill>
              <a:srgbClr val="D4FF00"/>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6012" bIns="96012"/>
          <a:lstStyle/>
          <a:p>
            <a:pPr algn="l">
              <a:spcBef>
                <a:spcPts val="0"/>
              </a:spcBef>
              <a:spcAft>
                <a:spcPts val="400"/>
              </a:spcAft>
            </a:pPr>
            <a:r>
              <a:rPr sz="1400" b="0">
                <a:solidFill>
                  <a:srgbClr val="FFFFFF"/>
                </a:solidFill>
                <a:latin typeface="Urbanist SemiBold"/>
              </a:rPr>
              <a:t>“Track records are easy to verify onchain. The hard part is proving the agent didn't just overfit its model to last month's volatility.”</a:t>
            </a:r>
          </a:p>
          <a:p>
            <a:pPr algn="l">
              <a:spcBef>
                <a:spcPts val="0"/>
              </a:spcBef>
              <a:spcAft>
                <a:spcPts val="0"/>
              </a:spcAft>
            </a:pPr>
            <a:r>
              <a:rPr sz="1100" b="0">
                <a:solidFill>
                  <a:srgbClr val="D4FF00"/>
                </a:solidFill>
                <a:latin typeface="Urbanist SemiBold"/>
              </a:rPr>
              <a:t>@CoderJunkie, 13,373 followers, 2026-10-22</a:t>
            </a:r>
          </a:p>
        </p:txBody>
      </p:sp>
      <p:sp>
        <p:nvSpPr>
          <p:cNvPr id="503" name="Rectangle 502"/>
          <p:cNvSpPr/>
          <p:nvPr/>
        </p:nvSpPr>
        <p:spPr>
          <a:xfrm>
            <a:off x="4480560" y="1280160"/>
            <a:ext cx="4389120" cy="2971800"/>
          </a:xfrm>
          <a:prstGeom prst="rect">
            <a:avLst/>
          </a:prstGeom>
          <a:solidFill>
            <a:srgbClr val="00125F"/>
          </a:solidFill>
          <a:ln w="19050">
            <a:solidFill>
              <a:srgbClr val="D4FF00"/>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15214" bIns="115214"/>
          <a:lstStyle/>
          <a:p>
            <a:pPr algn="l">
              <a:spcBef>
                <a:spcPts val="0"/>
              </a:spcBef>
              <a:spcAft>
                <a:spcPts val="400"/>
              </a:spcAft>
            </a:pPr>
            <a:r>
              <a:rPr sz="1300" b="0">
                <a:solidFill>
                  <a:srgbClr val="D4FF00"/>
                </a:solidFill>
                <a:latin typeface="Urbanist SemiBold"/>
              </a:rPr>
              <a:t>FIRST CREATORS</a:t>
            </a:r>
          </a:p>
          <a:p>
            <a:pPr algn="l">
              <a:spcBef>
                <a:spcPts val="0"/>
              </a:spcBef>
              <a:spcAft>
                <a:spcPts val="0"/>
              </a:spcAft>
            </a:pPr>
            <a:r>
              <a:rPr sz="1400" b="0">
                <a:solidFill>
                  <a:srgbClr val="D4FF00"/>
                </a:solidFill>
                <a:latin typeface="Urbanist SemiBold"/>
              </a:rPr>
              <a:t>@DeployFinance</a:t>
            </a:r>
            <a:r>
              <a:rPr sz="1200" b="0">
                <a:solidFill>
                  <a:srgbClr val="FFFFFF"/>
                </a:solidFill>
                <a:latin typeface="Urbanist SemiBold"/>
              </a:rPr>
              <a:t>  7,285</a:t>
            </a:r>
          </a:p>
          <a:p>
            <a:pPr algn="l">
              <a:spcBef>
                <a:spcPts val="0"/>
              </a:spcBef>
              <a:spcAft>
                <a:spcPts val="500"/>
              </a:spcAft>
            </a:pPr>
            <a:r>
              <a:rPr sz="1300" b="0">
                <a:solidFill>
                  <a:srgbClr val="FFFFFF"/>
                </a:solidFill>
                <a:latin typeface="Urbanist Medium"/>
              </a:rPr>
              <a:t>$100,000 agent wallet, 70 days</a:t>
            </a:r>
          </a:p>
          <a:p>
            <a:pPr algn="l">
              <a:spcBef>
                <a:spcPts val="0"/>
              </a:spcBef>
              <a:spcAft>
                <a:spcPts val="0"/>
              </a:spcAft>
            </a:pPr>
            <a:r>
              <a:rPr sz="1400" b="0">
                <a:solidFill>
                  <a:srgbClr val="D4FF00"/>
                </a:solidFill>
                <a:latin typeface="Urbanist SemiBold"/>
              </a:rPr>
              <a:t>@GrowiHF</a:t>
            </a:r>
            <a:r>
              <a:rPr sz="1200" b="0">
                <a:solidFill>
                  <a:srgbClr val="FFFFFF"/>
                </a:solidFill>
                <a:latin typeface="Urbanist SemiBold"/>
              </a:rPr>
              <a:t>  1,592</a:t>
            </a:r>
          </a:p>
          <a:p>
            <a:pPr algn="l">
              <a:spcBef>
                <a:spcPts val="0"/>
              </a:spcBef>
              <a:spcAft>
                <a:spcPts val="500"/>
              </a:spcAft>
            </a:pPr>
            <a:r>
              <a:rPr sz="1300" b="0">
                <a:solidFill>
                  <a:srgbClr val="FFFFFF"/>
                </a:solidFill>
                <a:latin typeface="Urbanist Medium"/>
              </a:rPr>
              <a:t>vault at +$2.94M all-time PnL, strategy undisclosed</a:t>
            </a:r>
          </a:p>
          <a:p>
            <a:pPr algn="l">
              <a:spcBef>
                <a:spcPts val="0"/>
              </a:spcBef>
              <a:spcAft>
                <a:spcPts val="0"/>
              </a:spcAft>
            </a:pPr>
            <a:r>
              <a:rPr sz="1400" b="0">
                <a:solidFill>
                  <a:srgbClr val="D4FF00"/>
                </a:solidFill>
                <a:latin typeface="Urbanist SemiBold"/>
              </a:rPr>
              <a:t>@Arcana_Arena</a:t>
            </a:r>
            <a:r>
              <a:rPr sz="1200" b="0">
                <a:solidFill>
                  <a:srgbClr val="FFFFFF"/>
                </a:solidFill>
                <a:latin typeface="Urbanist SemiBold"/>
              </a:rPr>
              <a:t>  236</a:t>
            </a:r>
          </a:p>
          <a:p>
            <a:pPr algn="l">
              <a:spcBef>
                <a:spcPts val="0"/>
              </a:spcBef>
              <a:spcAft>
                <a:spcPts val="500"/>
              </a:spcAft>
            </a:pPr>
            <a:r>
              <a:rPr sz="1300" b="0">
                <a:solidFill>
                  <a:srgbClr val="FFFFFF"/>
                </a:solidFill>
                <a:latin typeface="Urbanist Medium"/>
              </a:rPr>
              <a:t>40 creators, 51 agents on Robinhood Chain</a:t>
            </a:r>
          </a:p>
          <a:p>
            <a:pPr algn="l">
              <a:spcBef>
                <a:spcPts val="0"/>
              </a:spcBef>
              <a:spcAft>
                <a:spcPts val="0"/>
              </a:spcAft>
            </a:pPr>
            <a:r>
              <a:rPr sz="1400" b="0">
                <a:solidFill>
                  <a:srgbClr val="D4FF00"/>
                </a:solidFill>
                <a:latin typeface="Urbanist SemiBold"/>
              </a:rPr>
              <a:t>@HarmonicAgents</a:t>
            </a:r>
            <a:r>
              <a:rPr sz="1200" b="0">
                <a:solidFill>
                  <a:srgbClr val="FFFFFF"/>
                </a:solidFill>
                <a:latin typeface="Urbanist SemiBold"/>
              </a:rPr>
              <a:t>  2,502</a:t>
            </a:r>
          </a:p>
          <a:p>
            <a:pPr algn="l">
              <a:spcBef>
                <a:spcPts val="0"/>
              </a:spcBef>
              <a:spcAft>
                <a:spcPts val="500"/>
              </a:spcAft>
            </a:pPr>
            <a:r>
              <a:rPr sz="1300" b="0">
                <a:solidFill>
                  <a:srgbClr val="FFFFFF"/>
                </a:solidFill>
                <a:latin typeface="Urbanist Medium"/>
              </a:rPr>
              <a:t>posts Stock Token pool volume</a:t>
            </a:r>
          </a:p>
          <a:p>
            <a:pPr algn="l">
              <a:spcBef>
                <a:spcPts val="0"/>
              </a:spcBef>
              <a:spcAft>
                <a:spcPts val="0"/>
              </a:spcAft>
            </a:pPr>
            <a:r>
              <a:rPr sz="1400" b="0">
                <a:solidFill>
                  <a:srgbClr val="D4FF00"/>
                </a:solidFill>
                <a:latin typeface="Urbanist SemiBold"/>
              </a:rPr>
              <a:t>@senpi_ai</a:t>
            </a:r>
            <a:r>
              <a:rPr sz="1200" b="0">
                <a:solidFill>
                  <a:srgbClr val="FFFFFF"/>
                </a:solidFill>
                <a:latin typeface="Urbanist SemiBold"/>
              </a:rPr>
              <a:t>  14,741</a:t>
            </a:r>
          </a:p>
          <a:p>
            <a:pPr algn="l">
              <a:spcBef>
                <a:spcPts val="0"/>
              </a:spcBef>
              <a:spcAft>
                <a:spcPts val="500"/>
              </a:spcAft>
            </a:pPr>
            <a:r>
              <a:rPr sz="1300" b="0">
                <a:solidFill>
                  <a:srgbClr val="FFFFFF"/>
                </a:solidFill>
                <a:latin typeface="Urbanist Medium"/>
              </a:rPr>
              <a:t>114 strategy templates</a:t>
            </a:r>
          </a:p>
        </p:txBody>
      </p:sp>
      <p:sp>
        <p:nvSpPr>
          <p:cNvPr id="504" name="TextBox 503"/>
          <p:cNvSpPr txBox="1"/>
          <p:nvPr/>
        </p:nvSpPr>
        <p:spPr>
          <a:xfrm>
            <a:off x="274320" y="4334256"/>
            <a:ext cx="8595360" cy="329184"/>
          </a:xfrm>
          <a:prstGeom prst="rect">
            <a:avLst/>
          </a:prstGeom>
          <a:noFill/>
        </p:spPr>
        <p:txBody>
          <a:bodyPr wrap="square" anchor="ctr" lIns="18288" rIns="18288" tIns="12801" bIns="12801">
            <a:spAutoFit/>
          </a:bodyPr>
          <a:lstStyle/>
          <a:p>
            <a:pPr algn="l">
              <a:spcBef>
                <a:spcPts val="0"/>
              </a:spcBef>
              <a:spcAft>
                <a:spcPts val="0"/>
              </a:spcAft>
            </a:pPr>
            <a:r>
              <a:rPr sz="900" b="0">
                <a:solidFill>
                  <a:srgbClr val="00125F"/>
                </a:solidFill>
                <a:latin typeface="Urbanist SemiBold"/>
              </a:rPr>
              <a:t>Sources: gtm/USERS.md rows 1, 2, 3, 8, 10 (followers per fxtwitter 2026-10-24; arcana-arena.com block 95,182,673; Hyperliquid vaultDetails 2026-10-24); quotes gtm/signals.md rows 2 and 15.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74320" y="182880"/>
            <a:ext cx="8595360" cy="960120"/>
          </a:xfrm>
        </p:spPr>
        <p:txBody>
          <a:bodyPr wrap="square" anchor="ctr" lIns="45720" rIns="45720" tIns="32003" bIns="32003"/>
          <a:lstStyle/>
          <a:p>
            <a:pPr algn="l">
              <a:spcBef>
                <a:spcPts val="0"/>
              </a:spcBef>
              <a:spcAft>
                <a:spcPts val="0"/>
              </a:spcAft>
            </a:pPr>
            <a:r>
              <a:rPr sz="2800" b="0">
                <a:solidFill>
                  <a:srgbClr val="D4FF00"/>
                </a:solidFill>
                <a:latin typeface="Urbanist SemiBold"/>
              </a:rPr>
              <a:t>Creators earn on new profit. Followers pay for the code they approved.</a:t>
            </a:r>
          </a:p>
        </p:txBody>
      </p:sp>
      <p:sp>
        <p:nvSpPr>
          <p:cNvPr id="497" name="Google Shape;497;p45"/>
          <p:cNvSpPr txBox="1"/>
          <p:nvPr>
            <p:ph idx="7" type="subTitle"/>
          </p:nvPr>
        </p:nvSpPr>
        <p:spPr>
          <a:xfrm>
            <a:off x="3154650" y="4675975"/>
            <a:ext cx="2835000" cy="4668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Open House Singapore</a:t>
            </a:r>
            <a:endParaRPr/>
          </a:p>
        </p:txBody>
      </p:sp>
      <p:sp>
        <p:nvSpPr>
          <p:cNvPr id="500" name="Google Shape;500;p45"/>
          <p:cNvSpPr txBox="1"/>
          <p:nvPr>
            <p:ph idx="12" type="sldNum"/>
          </p:nvPr>
        </p:nvSpPr>
        <p:spPr>
          <a:xfrm>
            <a:off x="8348225" y="4666247"/>
            <a:ext cx="567000" cy="4668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01" name="Rectangle 500"/>
          <p:cNvSpPr/>
          <p:nvPr/>
        </p:nvSpPr>
        <p:spPr>
          <a:xfrm>
            <a:off x="274320" y="1280160"/>
            <a:ext cx="4206240" cy="1691640"/>
          </a:xfrm>
          <a:prstGeom prst="rect">
            <a:avLst/>
          </a:prstGeom>
          <a:solidFill>
            <a:srgbClr val="00125F"/>
          </a:solidFill>
          <a:ln w="19050">
            <a:solidFill>
              <a:srgbClr val="D4FF00"/>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15214" bIns="115214"/>
          <a:lstStyle/>
          <a:p>
            <a:pPr algn="l">
              <a:spcBef>
                <a:spcPts val="0"/>
              </a:spcBef>
              <a:spcAft>
                <a:spcPts val="300"/>
              </a:spcAft>
            </a:pPr>
            <a:r>
              <a:rPr sz="1300" b="0">
                <a:solidFill>
                  <a:srgbClr val="D4FF00"/>
                </a:solidFill>
                <a:latin typeface="Urbanist SemiBold"/>
              </a:rPr>
              <a:t>CREATOR PERFORMANCE FEE</a:t>
            </a:r>
          </a:p>
          <a:p>
            <a:pPr algn="l">
              <a:spcBef>
                <a:spcPts val="0"/>
              </a:spcBef>
              <a:spcAft>
                <a:spcPts val="0"/>
              </a:spcAft>
            </a:pPr>
            <a:r>
              <a:rPr sz="2000" b="0">
                <a:solidFill>
                  <a:srgbClr val="FFFFFF"/>
                </a:solidFill>
                <a:latin typeface="Urbanist SemiBold"/>
              </a:rPr>
              <a:t>A share of profit above the follower's high-water mark, so a creator is paid only for new profit.</a:t>
            </a:r>
          </a:p>
        </p:txBody>
      </p:sp>
      <p:sp>
        <p:nvSpPr>
          <p:cNvPr id="502" name="Rectangle 501"/>
          <p:cNvSpPr/>
          <p:nvPr/>
        </p:nvSpPr>
        <p:spPr>
          <a:xfrm>
            <a:off x="4663440" y="1280160"/>
            <a:ext cx="4206240" cy="1691640"/>
          </a:xfrm>
          <a:prstGeom prst="rect">
            <a:avLst/>
          </a:prstGeom>
          <a:solidFill>
            <a:srgbClr val="00125F"/>
          </a:solidFill>
          <a:ln w="19050">
            <a:solidFill>
              <a:srgbClr val="D4FF00"/>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15214" bIns="115214"/>
          <a:lstStyle/>
          <a:p>
            <a:pPr algn="l">
              <a:spcBef>
                <a:spcPts val="0"/>
              </a:spcBef>
              <a:spcAft>
                <a:spcPts val="300"/>
              </a:spcAft>
            </a:pPr>
            <a:r>
              <a:rPr sz="1300" b="0">
                <a:solidFill>
                  <a:srgbClr val="D4FF00"/>
                </a:solidFill>
                <a:latin typeface="Urbanist SemiBold"/>
              </a:rPr>
              <a:t>FOLLOWER SUBSCRIPTION</a:t>
            </a:r>
          </a:p>
          <a:p>
            <a:pPr algn="l">
              <a:spcBef>
                <a:spcPts val="0"/>
              </a:spcBef>
              <a:spcAft>
                <a:spcPts val="0"/>
              </a:spcAft>
            </a:pPr>
            <a:r>
              <a:rPr sz="2000" b="0">
                <a:solidFill>
                  <a:srgbClr val="FFFFFF"/>
                </a:solidFill>
                <a:latin typeface="Urbanist SemiBold"/>
              </a:rPr>
              <a:t>A flat monthly fee for an agent whose measurement the follower admitted.</a:t>
            </a:r>
          </a:p>
        </p:txBody>
      </p:sp>
      <p:sp>
        <p:nvSpPr>
          <p:cNvPr id="503" name="Rectangle 502"/>
          <p:cNvSpPr/>
          <p:nvPr/>
        </p:nvSpPr>
        <p:spPr>
          <a:xfrm>
            <a:off x="274320" y="3108960"/>
            <a:ext cx="8595360" cy="1143000"/>
          </a:xfrm>
          <a:prstGeom prst="rect">
            <a:avLst/>
          </a:prstGeom>
          <a:solidFill>
            <a:srgbClr val="00125F"/>
          </a:solidFill>
          <a:ln w="19050">
            <a:solidFill>
              <a:srgbClr val="D4FF00"/>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15214" bIns="115214"/>
          <a:lstStyle/>
          <a:p>
            <a:pPr algn="l">
              <a:spcBef>
                <a:spcPts val="0"/>
              </a:spcBef>
              <a:spcAft>
                <a:spcPts val="0"/>
              </a:spcAft>
            </a:pPr>
            <a:r>
              <a:rPr sz="1800" b="0">
                <a:solidFill>
                  <a:srgbClr val="D4FF00"/>
                </a:solidFill>
                <a:latin typeface="Urbanist SemiBold"/>
              </a:rPr>
              <a:t>Signet takes a share of each fee. </a:t>
            </a:r>
            <a:r>
              <a:rPr sz="1700" b="0">
                <a:solidFill>
                  <a:srgbClr val="FFFFFF"/>
                </a:solidFill>
                <a:latin typeface="Urbanist Medium"/>
              </a:rPr>
              <a:t>The audience already sits in public-PnL venues: Hyperliquid lists 9,478 vaults and $405,600,393 of TVL, and none can say which code trades.</a:t>
            </a:r>
          </a:p>
        </p:txBody>
      </p:sp>
      <p:sp>
        <p:nvSpPr>
          <p:cNvPr id="504" name="TextBox 503"/>
          <p:cNvSpPr txBox="1"/>
          <p:nvPr/>
        </p:nvSpPr>
        <p:spPr>
          <a:xfrm>
            <a:off x="274320" y="4334256"/>
            <a:ext cx="8595360" cy="329184"/>
          </a:xfrm>
          <a:prstGeom prst="rect">
            <a:avLst/>
          </a:prstGeom>
          <a:noFill/>
        </p:spPr>
        <p:txBody>
          <a:bodyPr wrap="square" anchor="ctr" lIns="18288" rIns="18288" tIns="12801" bIns="12801">
            <a:spAutoFit/>
          </a:bodyPr>
          <a:lstStyle/>
          <a:p>
            <a:pPr algn="l">
              <a:spcBef>
                <a:spcPts val="0"/>
              </a:spcBef>
              <a:spcAft>
                <a:spcPts val="0"/>
              </a:spcAft>
            </a:pPr>
            <a:r>
              <a:rPr sz="900" b="0">
                <a:solidFill>
                  <a:srgbClr val="00125F"/>
                </a:solidFill>
                <a:latin typeface="Urbanist SemiBold"/>
              </a:rPr>
              <a:t>Source: stats-data.hyperliquid.xyz/Mainnet/vaults, read 2026-10-24 (gtm/COMPETITORS.md section 2). Fee terms are the business model; the account enforces which code may trade.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74320" y="182880"/>
            <a:ext cx="8595360" cy="960120"/>
          </a:xfrm>
        </p:spPr>
        <p:txBody>
          <a:bodyPr wrap="square" anchor="ctr" lIns="45720" rIns="45720" tIns="32003" bIns="32003"/>
          <a:lstStyle/>
          <a:p>
            <a:pPr algn="l">
              <a:spcBef>
                <a:spcPts val="0"/>
              </a:spcBef>
              <a:spcAft>
                <a:spcPts val="0"/>
              </a:spcAft>
            </a:pPr>
            <a:r>
              <a:rPr sz="2800" b="0">
                <a:solidFill>
                  <a:srgbClr val="D4FF00"/>
                </a:solidFill>
                <a:latin typeface="Urbanist SemiBold"/>
              </a:rPr>
              <a:t>Others prove the number or the platform. Signet proves the code.</a:t>
            </a:r>
          </a:p>
        </p:txBody>
      </p:sp>
      <p:sp>
        <p:nvSpPr>
          <p:cNvPr id="497" name="Google Shape;497;p45"/>
          <p:cNvSpPr txBox="1"/>
          <p:nvPr>
            <p:ph idx="7" type="subTitle"/>
          </p:nvPr>
        </p:nvSpPr>
        <p:spPr>
          <a:xfrm>
            <a:off x="3154650" y="4675975"/>
            <a:ext cx="2835000" cy="4668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Open House Singapore</a:t>
            </a:r>
            <a:endParaRPr/>
          </a:p>
        </p:txBody>
      </p:sp>
      <p:sp>
        <p:nvSpPr>
          <p:cNvPr id="500" name="Google Shape;500;p45"/>
          <p:cNvSpPr txBox="1"/>
          <p:nvPr>
            <p:ph idx="12" type="sldNum"/>
          </p:nvPr>
        </p:nvSpPr>
        <p:spPr>
          <a:xfrm>
            <a:off x="8348225" y="4666247"/>
            <a:ext cx="567000" cy="4668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aphicFrame>
        <p:nvGraphicFramePr>
          <p:cNvPr id="501" name="Table 500"/>
          <p:cNvGraphicFramePr>
            <a:graphicFrameLocks noGrp="1"/>
          </p:cNvGraphicFramePr>
          <p:nvPr/>
        </p:nvGraphicFramePr>
        <p:xfrm>
          <a:off x="274320" y="1234440"/>
          <a:ext cx="8595360" cy="3017520"/>
        </p:xfrm>
        <a:graphic>
          <a:graphicData uri="http://schemas.openxmlformats.org/drawingml/2006/table">
            <a:tbl>
              <a:tblPr firstRow="0" bandRow="0"/>
              <a:tblGrid>
                <a:gridCol w="1737360"/>
                <a:gridCol w="3657600"/>
                <a:gridCol w="3200400"/>
              </a:tblGrid>
              <a:tr h="329184">
                <a:tc>
                  <a:txBody>
                    <a:bodyPr wrap="square"/>
                    <a:lstStyle/>
                    <a:p>
                      <a:r>
                        <a:rPr sz="1300" b="0">
                          <a:solidFill>
                            <a:srgbClr val="00125F"/>
                          </a:solidFill>
                          <a:latin typeface="Urbanist SemiBold"/>
                        </a:rPr>
                        <a:t>Product</a:t>
                      </a:r>
                    </a:p>
                  </a:txBody>
                  <a:tcPr anchor="ctr" marL="91440" marR="91440" marT="27432" marB="27432">
                    <a:lnL w="12700">
                      <a:solidFill>
                        <a:srgbClr val="D4FF00"/>
                      </a:solidFill>
                    </a:lnL>
                    <a:lnR w="12700">
                      <a:solidFill>
                        <a:srgbClr val="D4FF00"/>
                      </a:solidFill>
                    </a:lnR>
                    <a:lnT w="12700">
                      <a:solidFill>
                        <a:srgbClr val="D4FF00"/>
                      </a:solidFill>
                    </a:lnT>
                    <a:lnB w="12700">
                      <a:solidFill>
                        <a:srgbClr val="D4FF00"/>
                      </a:solidFill>
                    </a:lnB>
                    <a:solidFill>
                      <a:srgbClr val="D4FF00"/>
                    </a:solidFill>
                  </a:tcPr>
                </a:tc>
                <a:tc>
                  <a:txBody>
                    <a:bodyPr wrap="square"/>
                    <a:lstStyle/>
                    <a:p>
                      <a:r>
                        <a:rPr sz="1300" b="0">
                          <a:solidFill>
                            <a:srgbClr val="00125F"/>
                          </a:solidFill>
                          <a:latin typeface="Urbanist SemiBold"/>
                        </a:rPr>
                        <a:t>What it proves</a:t>
                      </a:r>
                    </a:p>
                  </a:txBody>
                  <a:tcPr anchor="ctr" marL="91440" marR="91440" marT="27432" marB="27432">
                    <a:lnL w="12700">
                      <a:solidFill>
                        <a:srgbClr val="D4FF00"/>
                      </a:solidFill>
                    </a:lnL>
                    <a:lnR w="12700">
                      <a:solidFill>
                        <a:srgbClr val="D4FF00"/>
                      </a:solidFill>
                    </a:lnR>
                    <a:lnT w="12700">
                      <a:solidFill>
                        <a:srgbClr val="D4FF00"/>
                      </a:solidFill>
                    </a:lnT>
                    <a:lnB w="12700">
                      <a:solidFill>
                        <a:srgbClr val="D4FF00"/>
                      </a:solidFill>
                    </a:lnB>
                    <a:solidFill>
                      <a:srgbClr val="D4FF00"/>
                    </a:solidFill>
                  </a:tcPr>
                </a:tc>
                <a:tc>
                  <a:txBody>
                    <a:bodyPr wrap="square"/>
                    <a:lstStyle/>
                    <a:p>
                      <a:r>
                        <a:rPr sz="1300" b="0">
                          <a:solidFill>
                            <a:srgbClr val="00125F"/>
                          </a:solidFill>
                          <a:latin typeface="Urbanist SemiBold"/>
                        </a:rPr>
                        <a:t>What it leaves open</a:t>
                      </a:r>
                    </a:p>
                  </a:txBody>
                  <a:tcPr anchor="ctr" marL="91440" marR="91440" marT="27432" marB="27432">
                    <a:lnL w="12700">
                      <a:solidFill>
                        <a:srgbClr val="D4FF00"/>
                      </a:solidFill>
                    </a:lnL>
                    <a:lnR w="12700">
                      <a:solidFill>
                        <a:srgbClr val="D4FF00"/>
                      </a:solidFill>
                    </a:lnR>
                    <a:lnT w="12700">
                      <a:solidFill>
                        <a:srgbClr val="D4FF00"/>
                      </a:solidFill>
                    </a:lnT>
                    <a:lnB w="12700">
                      <a:solidFill>
                        <a:srgbClr val="D4FF00"/>
                      </a:solidFill>
                    </a:lnB>
                    <a:solidFill>
                      <a:srgbClr val="D4FF00"/>
                    </a:solidFill>
                  </a:tcPr>
                </a:tc>
              </a:tr>
              <a:tr h="448056">
                <a:tc>
                  <a:txBody>
                    <a:bodyPr wrap="square"/>
                    <a:lstStyle/>
                    <a:p>
                      <a:r>
                        <a:rPr sz="1400" b="0">
                          <a:solidFill>
                            <a:srgbClr val="D4FF00"/>
                          </a:solidFill>
                          <a:latin typeface="Urbanist SemiBold"/>
                        </a:rPr>
                        <a:t>ARCANA</a:t>
                      </a:r>
                    </a:p>
                  </a:txBody>
                  <a:tcPr anchor="ctr" marL="91440" marR="91440" marT="27432" marB="27432">
                    <a:lnL w="12700">
                      <a:solidFill>
                        <a:srgbClr val="D4FF00"/>
                      </a:solidFill>
                    </a:lnL>
                    <a:lnR w="12700">
                      <a:solidFill>
                        <a:srgbClr val="D4FF00"/>
                      </a:solidFill>
                    </a:lnR>
                    <a:lnT w="12700">
                      <a:solidFill>
                        <a:srgbClr val="D4FF00"/>
                      </a:solidFill>
                    </a:lnT>
                    <a:lnB w="12700">
                      <a:solidFill>
                        <a:srgbClr val="D4FF00"/>
                      </a:solidFill>
                    </a:lnB>
                    <a:solidFill>
                      <a:srgbClr val="00125F"/>
                    </a:solidFill>
                  </a:tcPr>
                </a:tc>
                <a:tc>
                  <a:txBody>
                    <a:bodyPr wrap="square"/>
                    <a:lstStyle/>
                    <a:p>
                      <a:r>
                        <a:rPr sz="1200" b="0">
                          <a:solidFill>
                            <a:srgbClr val="FFFFFF"/>
                          </a:solidFill>
                          <a:latin typeface="Urbanist Medium"/>
                        </a:rPr>
                        <a:t>Decisions were not edited after the fact (Merkle roots on chain)</a:t>
                      </a:r>
                    </a:p>
                  </a:txBody>
                  <a:tcPr anchor="ctr" marL="91440" marR="91440" marT="27432" marB="27432">
                    <a:lnL w="12700">
                      <a:solidFill>
                        <a:srgbClr val="D4FF00"/>
                      </a:solidFill>
                    </a:lnL>
                    <a:lnR w="12700">
                      <a:solidFill>
                        <a:srgbClr val="D4FF00"/>
                      </a:solidFill>
                    </a:lnR>
                    <a:lnT w="12700">
                      <a:solidFill>
                        <a:srgbClr val="D4FF00"/>
                      </a:solidFill>
                    </a:lnT>
                    <a:lnB w="12700">
                      <a:solidFill>
                        <a:srgbClr val="D4FF00"/>
                      </a:solidFill>
                    </a:lnB>
                    <a:solidFill>
                      <a:srgbClr val="00125F"/>
                    </a:solidFill>
                  </a:tcPr>
                </a:tc>
                <a:tc>
                  <a:txBody>
                    <a:bodyPr wrap="square"/>
                    <a:lstStyle/>
                    <a:p>
                      <a:r>
                        <a:rPr sz="1200" b="0">
                          <a:solidFill>
                            <a:srgbClr val="FFFFFF"/>
                          </a:solidFill>
                          <a:latin typeface="Urbanist Medium"/>
                        </a:rPr>
                        <a:t>Which code ran. The platform holds keys and prompts</a:t>
                      </a:r>
                    </a:p>
                  </a:txBody>
                  <a:tcPr anchor="ctr" marL="91440" marR="91440" marT="27432" marB="27432">
                    <a:lnL w="12700">
                      <a:solidFill>
                        <a:srgbClr val="D4FF00"/>
                      </a:solidFill>
                    </a:lnL>
                    <a:lnR w="12700">
                      <a:solidFill>
                        <a:srgbClr val="D4FF00"/>
                      </a:solidFill>
                    </a:lnR>
                    <a:lnT w="12700">
                      <a:solidFill>
                        <a:srgbClr val="D4FF00"/>
                      </a:solidFill>
                    </a:lnT>
                    <a:lnB w="12700">
                      <a:solidFill>
                        <a:srgbClr val="D4FF00"/>
                      </a:solidFill>
                    </a:lnB>
                    <a:solidFill>
                      <a:srgbClr val="00125F"/>
                    </a:solidFill>
                  </a:tcPr>
                </a:tc>
              </a:tr>
              <a:tr h="448056">
                <a:tc>
                  <a:txBody>
                    <a:bodyPr wrap="square"/>
                    <a:lstStyle/>
                    <a:p>
                      <a:r>
                        <a:rPr sz="1400" b="0">
                          <a:solidFill>
                            <a:srgbClr val="D4FF00"/>
                          </a:solidFill>
                          <a:latin typeface="Urbanist SemiBold"/>
                        </a:rPr>
                        <a:t>Hyperliquid vaults</a:t>
                      </a:r>
                    </a:p>
                  </a:txBody>
                  <a:tcPr anchor="ctr" marL="91440" marR="91440" marT="27432" marB="27432">
                    <a:lnL w="12700">
                      <a:solidFill>
                        <a:srgbClr val="D4FF00"/>
                      </a:solidFill>
                    </a:lnL>
                    <a:lnR w="12700">
                      <a:solidFill>
                        <a:srgbClr val="D4FF00"/>
                      </a:solidFill>
                    </a:lnR>
                    <a:lnT w="12700">
                      <a:solidFill>
                        <a:srgbClr val="D4FF00"/>
                      </a:solidFill>
                    </a:lnT>
                    <a:lnB w="12700">
                      <a:solidFill>
                        <a:srgbClr val="D4FF00"/>
                      </a:solidFill>
                    </a:lnB>
                    <a:solidFill>
                      <a:srgbClr val="00125F"/>
                    </a:solidFill>
                  </a:tcPr>
                </a:tc>
                <a:tc>
                  <a:txBody>
                    <a:bodyPr wrap="square"/>
                    <a:lstStyle/>
                    <a:p>
                      <a:r>
                        <a:rPr sz="1200" b="0">
                          <a:solidFill>
                            <a:srgbClr val="FFFFFF"/>
                          </a:solidFill>
                          <a:latin typeface="Urbanist Medium"/>
                        </a:rPr>
                        <a:t>PnL and TVL, on chain</a:t>
                      </a:r>
                    </a:p>
                  </a:txBody>
                  <a:tcPr anchor="ctr" marL="91440" marR="91440" marT="27432" marB="27432">
                    <a:lnL w="12700">
                      <a:solidFill>
                        <a:srgbClr val="D4FF00"/>
                      </a:solidFill>
                    </a:lnL>
                    <a:lnR w="12700">
                      <a:solidFill>
                        <a:srgbClr val="D4FF00"/>
                      </a:solidFill>
                    </a:lnR>
                    <a:lnT w="12700">
                      <a:solidFill>
                        <a:srgbClr val="D4FF00"/>
                      </a:solidFill>
                    </a:lnT>
                    <a:lnB w="12700">
                      <a:solidFill>
                        <a:srgbClr val="D4FF00"/>
                      </a:solidFill>
                    </a:lnB>
                    <a:solidFill>
                      <a:srgbClr val="00125F"/>
                    </a:solidFill>
                  </a:tcPr>
                </a:tc>
                <a:tc>
                  <a:txBody>
                    <a:bodyPr wrap="square"/>
                    <a:lstStyle/>
                    <a:p>
                      <a:r>
                        <a:rPr sz="1200" b="0">
                          <a:solidFill>
                            <a:srgbClr val="FFFFFF"/>
                          </a:solidFill>
                          <a:latin typeface="Urbanist Medium"/>
                        </a:rPr>
                        <a:t>Which code or model trades</a:t>
                      </a:r>
                    </a:p>
                  </a:txBody>
                  <a:tcPr anchor="ctr" marL="91440" marR="91440" marT="27432" marB="27432">
                    <a:lnL w="12700">
                      <a:solidFill>
                        <a:srgbClr val="D4FF00"/>
                      </a:solidFill>
                    </a:lnL>
                    <a:lnR w="12700">
                      <a:solidFill>
                        <a:srgbClr val="D4FF00"/>
                      </a:solidFill>
                    </a:lnR>
                    <a:lnT w="12700">
                      <a:solidFill>
                        <a:srgbClr val="D4FF00"/>
                      </a:solidFill>
                    </a:lnT>
                    <a:lnB w="12700">
                      <a:solidFill>
                        <a:srgbClr val="D4FF00"/>
                      </a:solidFill>
                    </a:lnB>
                    <a:solidFill>
                      <a:srgbClr val="00125F"/>
                    </a:solidFill>
                  </a:tcPr>
                </a:tc>
              </a:tr>
              <a:tr h="448056">
                <a:tc>
                  <a:txBody>
                    <a:bodyPr wrap="square"/>
                    <a:lstStyle/>
                    <a:p>
                      <a:r>
                        <a:rPr sz="1400" b="0">
                          <a:solidFill>
                            <a:srgbClr val="D4FF00"/>
                          </a:solidFill>
                          <a:latin typeface="Urbanist SemiBold"/>
                        </a:rPr>
                        <a:t>Robinhood Agents</a:t>
                      </a:r>
                    </a:p>
                  </a:txBody>
                  <a:tcPr anchor="ctr" marL="91440" marR="91440" marT="27432" marB="27432">
                    <a:lnL w="12700">
                      <a:solidFill>
                        <a:srgbClr val="D4FF00"/>
                      </a:solidFill>
                    </a:lnL>
                    <a:lnR w="12700">
                      <a:solidFill>
                        <a:srgbClr val="D4FF00"/>
                      </a:solidFill>
                    </a:lnR>
                    <a:lnT w="12700">
                      <a:solidFill>
                        <a:srgbClr val="D4FF00"/>
                      </a:solidFill>
                    </a:lnT>
                    <a:lnB w="12700">
                      <a:solidFill>
                        <a:srgbClr val="D4FF00"/>
                      </a:solidFill>
                    </a:lnB>
                    <a:solidFill>
                      <a:srgbClr val="00125F"/>
                    </a:solidFill>
                  </a:tcPr>
                </a:tc>
                <a:tc>
                  <a:txBody>
                    <a:bodyPr wrap="square"/>
                    <a:lstStyle/>
                    <a:p>
                      <a:r>
                        <a:rPr sz="1200" b="0">
                          <a:solidFill>
                            <a:srgbClr val="FFFFFF"/>
                          </a:solidFill>
                          <a:latin typeface="Urbanist Medium"/>
                        </a:rPr>
                        <a:t>Limits and approvals on the account</a:t>
                      </a:r>
                    </a:p>
                  </a:txBody>
                  <a:tcPr anchor="ctr" marL="91440" marR="91440" marT="27432" marB="27432">
                    <a:lnL w="12700">
                      <a:solidFill>
                        <a:srgbClr val="D4FF00"/>
                      </a:solidFill>
                    </a:lnL>
                    <a:lnR w="12700">
                      <a:solidFill>
                        <a:srgbClr val="D4FF00"/>
                      </a:solidFill>
                    </a:lnR>
                    <a:lnT w="12700">
                      <a:solidFill>
                        <a:srgbClr val="D4FF00"/>
                      </a:solidFill>
                    </a:lnT>
                    <a:lnB w="12700">
                      <a:solidFill>
                        <a:srgbClr val="D4FF00"/>
                      </a:solidFill>
                    </a:lnB>
                    <a:solidFill>
                      <a:srgbClr val="00125F"/>
                    </a:solidFill>
                  </a:tcPr>
                </a:tc>
                <a:tc>
                  <a:txBody>
                    <a:bodyPr wrap="square"/>
                    <a:lstStyle/>
                    <a:p>
                      <a:r>
                        <a:rPr sz="1200" b="0">
                          <a:solidFill>
                            <a:srgbClr val="FFFFFF"/>
                          </a:solidFill>
                          <a:latin typeface="Urbanist Medium"/>
                        </a:rPr>
                        <a:t>Which agent code is trading</a:t>
                      </a:r>
                    </a:p>
                  </a:txBody>
                  <a:tcPr anchor="ctr" marL="91440" marR="91440" marT="27432" marB="27432">
                    <a:lnL w="12700">
                      <a:solidFill>
                        <a:srgbClr val="D4FF00"/>
                      </a:solidFill>
                    </a:lnL>
                    <a:lnR w="12700">
                      <a:solidFill>
                        <a:srgbClr val="D4FF00"/>
                      </a:solidFill>
                    </a:lnR>
                    <a:lnT w="12700">
                      <a:solidFill>
                        <a:srgbClr val="D4FF00"/>
                      </a:solidFill>
                    </a:lnT>
                    <a:lnB w="12700">
                      <a:solidFill>
                        <a:srgbClr val="D4FF00"/>
                      </a:solidFill>
                    </a:lnB>
                    <a:solidFill>
                      <a:srgbClr val="00125F"/>
                    </a:solidFill>
                  </a:tcPr>
                </a:tc>
              </a:tr>
              <a:tr h="448056">
                <a:tc>
                  <a:txBody>
                    <a:bodyPr wrap="square"/>
                    <a:lstStyle/>
                    <a:p>
                      <a:r>
                        <a:rPr sz="1400" b="0">
                          <a:solidFill>
                            <a:srgbClr val="D4FF00"/>
                          </a:solidFill>
                          <a:latin typeface="Urbanist SemiBold"/>
                        </a:rPr>
                        <a:t>Knidos</a:t>
                      </a:r>
                    </a:p>
                  </a:txBody>
                  <a:tcPr anchor="ctr" marL="91440" marR="91440" marT="27432" marB="27432">
                    <a:lnL w="12700">
                      <a:solidFill>
                        <a:srgbClr val="D4FF00"/>
                      </a:solidFill>
                    </a:lnL>
                    <a:lnR w="12700">
                      <a:solidFill>
                        <a:srgbClr val="D4FF00"/>
                      </a:solidFill>
                    </a:lnR>
                    <a:lnT w="12700">
                      <a:solidFill>
                        <a:srgbClr val="D4FF00"/>
                      </a:solidFill>
                    </a:lnT>
                    <a:lnB w="12700">
                      <a:solidFill>
                        <a:srgbClr val="D4FF00"/>
                      </a:solidFill>
                    </a:lnB>
                    <a:solidFill>
                      <a:srgbClr val="00125F"/>
                    </a:solidFill>
                  </a:tcPr>
                </a:tc>
                <a:tc>
                  <a:txBody>
                    <a:bodyPr wrap="square"/>
                    <a:lstStyle/>
                    <a:p>
                      <a:r>
                        <a:rPr sz="1200" b="0">
                          <a:solidFill>
                            <a:srgbClr val="FFFFFF"/>
                          </a:solidFill>
                          <a:latin typeface="Urbanist Medium"/>
                        </a:rPr>
                        <a:t>ZK proof that trades fit approved exchanges and parameters</a:t>
                      </a:r>
                    </a:p>
                  </a:txBody>
                  <a:tcPr anchor="ctr" marL="91440" marR="91440" marT="27432" marB="27432">
                    <a:lnL w="12700">
                      <a:solidFill>
                        <a:srgbClr val="D4FF00"/>
                      </a:solidFill>
                    </a:lnL>
                    <a:lnR w="12700">
                      <a:solidFill>
                        <a:srgbClr val="D4FF00"/>
                      </a:solidFill>
                    </a:lnR>
                    <a:lnT w="12700">
                      <a:solidFill>
                        <a:srgbClr val="D4FF00"/>
                      </a:solidFill>
                    </a:lnT>
                    <a:lnB w="12700">
                      <a:solidFill>
                        <a:srgbClr val="D4FF00"/>
                      </a:solidFill>
                    </a:lnB>
                    <a:solidFill>
                      <a:srgbClr val="00125F"/>
                    </a:solidFill>
                  </a:tcPr>
                </a:tc>
                <a:tc>
                  <a:txBody>
                    <a:bodyPr wrap="square"/>
                    <a:lstStyle/>
                    <a:p>
                      <a:r>
                        <a:rPr sz="1200" b="0">
                          <a:solidFill>
                            <a:srgbClr val="FFFFFF"/>
                          </a:solidFill>
                          <a:latin typeface="Urbanist Medium"/>
                        </a:rPr>
                        <a:t>Which model decided. Testnet</a:t>
                      </a:r>
                    </a:p>
                  </a:txBody>
                  <a:tcPr anchor="ctr" marL="91440" marR="91440" marT="27432" marB="27432">
                    <a:lnL w="12700">
                      <a:solidFill>
                        <a:srgbClr val="D4FF00"/>
                      </a:solidFill>
                    </a:lnL>
                    <a:lnR w="12700">
                      <a:solidFill>
                        <a:srgbClr val="D4FF00"/>
                      </a:solidFill>
                    </a:lnR>
                    <a:lnT w="12700">
                      <a:solidFill>
                        <a:srgbClr val="D4FF00"/>
                      </a:solidFill>
                    </a:lnT>
                    <a:lnB w="12700">
                      <a:solidFill>
                        <a:srgbClr val="D4FF00"/>
                      </a:solidFill>
                    </a:lnB>
                    <a:solidFill>
                      <a:srgbClr val="00125F"/>
                    </a:solidFill>
                  </a:tcPr>
                </a:tc>
              </a:tr>
              <a:tr h="448056">
                <a:tc>
                  <a:txBody>
                    <a:bodyPr wrap="square"/>
                    <a:lstStyle/>
                    <a:p>
                      <a:r>
                        <a:rPr sz="1400" b="0">
                          <a:solidFill>
                            <a:srgbClr val="D4FF00"/>
                          </a:solidFill>
                          <a:latin typeface="Urbanist SemiBold"/>
                        </a:rPr>
                        <a:t>Phala agents</a:t>
                      </a:r>
                    </a:p>
                  </a:txBody>
                  <a:tcPr anchor="ctr" marL="91440" marR="91440" marT="27432" marB="27432">
                    <a:lnL w="12700">
                      <a:solidFill>
                        <a:srgbClr val="D4FF00"/>
                      </a:solidFill>
                    </a:lnL>
                    <a:lnR w="12700">
                      <a:solidFill>
                        <a:srgbClr val="D4FF00"/>
                      </a:solidFill>
                    </a:lnR>
                    <a:lnT w="12700">
                      <a:solidFill>
                        <a:srgbClr val="D4FF00"/>
                      </a:solidFill>
                    </a:lnT>
                    <a:lnB w="12700">
                      <a:solidFill>
                        <a:srgbClr val="D4FF00"/>
                      </a:solidFill>
                    </a:lnB>
                    <a:solidFill>
                      <a:srgbClr val="00125F"/>
                    </a:solidFill>
                  </a:tcPr>
                </a:tc>
                <a:tc>
                  <a:txBody>
                    <a:bodyPr wrap="square"/>
                    <a:lstStyle/>
                    <a:p>
                      <a:r>
                        <a:rPr sz="1200" b="0">
                          <a:solidFill>
                            <a:srgbClr val="FFFFFF"/>
                          </a:solidFill>
                          <a:latin typeface="Urbanist Medium"/>
                        </a:rPr>
                        <a:t>A workload ran in a TDX VM with a measurement</a:t>
                      </a:r>
                    </a:p>
                  </a:txBody>
                  <a:tcPr anchor="ctr" marL="91440" marR="91440" marT="27432" marB="27432">
                    <a:lnL w="12700">
                      <a:solidFill>
                        <a:srgbClr val="D4FF00"/>
                      </a:solidFill>
                    </a:lnL>
                    <a:lnR w="12700">
                      <a:solidFill>
                        <a:srgbClr val="D4FF00"/>
                      </a:solidFill>
                    </a:lnR>
                    <a:lnT w="12700">
                      <a:solidFill>
                        <a:srgbClr val="D4FF00"/>
                      </a:solidFill>
                    </a:lnT>
                    <a:lnB w="12700">
                      <a:solidFill>
                        <a:srgbClr val="D4FF00"/>
                      </a:solidFill>
                    </a:lnB>
                    <a:solidFill>
                      <a:srgbClr val="00125F"/>
                    </a:solidFill>
                  </a:tcPr>
                </a:tc>
                <a:tc>
                  <a:txBody>
                    <a:bodyPr wrap="square"/>
                    <a:lstStyle/>
                    <a:p>
                      <a:r>
                        <a:rPr sz="1200" b="0">
                          <a:solidFill>
                            <a:srgbClr val="FFFFFF"/>
                          </a:solidFill>
                          <a:latin typeface="Urbanist Medium"/>
                        </a:rPr>
                        <a:t>That it trades, and any account that refuses other code</a:t>
                      </a:r>
                    </a:p>
                  </a:txBody>
                  <a:tcPr anchor="ctr" marL="91440" marR="91440" marT="27432" marB="27432">
                    <a:lnL w="12700">
                      <a:solidFill>
                        <a:srgbClr val="D4FF00"/>
                      </a:solidFill>
                    </a:lnL>
                    <a:lnR w="12700">
                      <a:solidFill>
                        <a:srgbClr val="D4FF00"/>
                      </a:solidFill>
                    </a:lnR>
                    <a:lnT w="12700">
                      <a:solidFill>
                        <a:srgbClr val="D4FF00"/>
                      </a:solidFill>
                    </a:lnT>
                    <a:lnB w="12700">
                      <a:solidFill>
                        <a:srgbClr val="D4FF00"/>
                      </a:solidFill>
                    </a:lnB>
                    <a:solidFill>
                      <a:srgbClr val="00125F"/>
                    </a:solidFill>
                  </a:tcPr>
                </a:tc>
              </a:tr>
              <a:tr h="448056">
                <a:tc>
                  <a:txBody>
                    <a:bodyPr wrap="square"/>
                    <a:lstStyle/>
                    <a:p>
                      <a:r>
                        <a:rPr sz="1400" b="0">
                          <a:solidFill>
                            <a:srgbClr val="D4FF00"/>
                          </a:solidFill>
                          <a:latin typeface="Urbanist SemiBold"/>
                        </a:rPr>
                        <a:t>Signet</a:t>
                      </a:r>
                    </a:p>
                  </a:txBody>
                  <a:tcPr anchor="ctr" marL="91440" marR="91440" marT="27432" marB="27432">
                    <a:lnL w="12700">
                      <a:solidFill>
                        <a:srgbClr val="D4FF00"/>
                      </a:solidFill>
                    </a:lnL>
                    <a:lnR w="12700">
                      <a:solidFill>
                        <a:srgbClr val="D4FF00"/>
                      </a:solidFill>
                    </a:lnR>
                    <a:lnT w="12700">
                      <a:solidFill>
                        <a:srgbClr val="D4FF00"/>
                      </a:solidFill>
                    </a:lnT>
                    <a:lnB w="12700">
                      <a:solidFill>
                        <a:srgbClr val="D4FF00"/>
                      </a:solidFill>
                    </a:lnB>
                    <a:solidFill>
                      <a:srgbClr val="000000"/>
                    </a:solidFill>
                  </a:tcPr>
                </a:tc>
                <a:tc>
                  <a:txBody>
                    <a:bodyPr wrap="square"/>
                    <a:lstStyle/>
                    <a:p>
                      <a:r>
                        <a:rPr sz="1200" b="0">
                          <a:solidFill>
                            <a:srgbClr val="FFFFFF"/>
                          </a:solidFill>
                          <a:latin typeface="Urbanist SemiBold"/>
                        </a:rPr>
                        <a:t>The code and model behind every trade, enforced by the follower's account</a:t>
                      </a:r>
                    </a:p>
                  </a:txBody>
                  <a:tcPr anchor="ctr" marL="91440" marR="91440" marT="27432" marB="27432">
                    <a:lnL w="12700">
                      <a:solidFill>
                        <a:srgbClr val="D4FF00"/>
                      </a:solidFill>
                    </a:lnL>
                    <a:lnR w="12700">
                      <a:solidFill>
                        <a:srgbClr val="D4FF00"/>
                      </a:solidFill>
                    </a:lnR>
                    <a:lnT w="12700">
                      <a:solidFill>
                        <a:srgbClr val="D4FF00"/>
                      </a:solidFill>
                    </a:lnT>
                    <a:lnB w="12700">
                      <a:solidFill>
                        <a:srgbClr val="D4FF00"/>
                      </a:solidFill>
                    </a:lnB>
                    <a:solidFill>
                      <a:srgbClr val="000000"/>
                    </a:solidFill>
                  </a:tcPr>
                </a:tc>
                <a:tc>
                  <a:txBody>
                    <a:bodyPr wrap="square"/>
                    <a:lstStyle/>
                    <a:p>
                      <a:r>
                        <a:rPr sz="1200" b="0">
                          <a:solidFill>
                            <a:srgbClr val="FFFFFF"/>
                          </a:solidFill>
                          <a:latin typeface="Urbanist SemiBold"/>
                        </a:rPr>
                        <a:t>Prompt and strategy stay in the enclave</a:t>
                      </a:r>
                    </a:p>
                  </a:txBody>
                  <a:tcPr anchor="ctr" marL="91440" marR="91440" marT="27432" marB="27432">
                    <a:lnL w="12700">
                      <a:solidFill>
                        <a:srgbClr val="D4FF00"/>
                      </a:solidFill>
                    </a:lnL>
                    <a:lnR w="12700">
                      <a:solidFill>
                        <a:srgbClr val="D4FF00"/>
                      </a:solidFill>
                    </a:lnR>
                    <a:lnT w="12700">
                      <a:solidFill>
                        <a:srgbClr val="D4FF00"/>
                      </a:solidFill>
                    </a:lnT>
                    <a:lnB w="12700">
                      <a:solidFill>
                        <a:srgbClr val="D4FF00"/>
                      </a:solidFill>
                    </a:lnB>
                    <a:solidFill>
                      <a:srgbClr val="000000"/>
                    </a:solidFill>
                  </a:tcPr>
                </a:tc>
              </a:tr>
            </a:tbl>
          </a:graphicData>
        </a:graphic>
      </p:graphicFrame>
      <p:sp>
        <p:nvSpPr>
          <p:cNvPr id="502" name="TextBox 501"/>
          <p:cNvSpPr txBox="1"/>
          <p:nvPr/>
        </p:nvSpPr>
        <p:spPr>
          <a:xfrm>
            <a:off x="274320" y="4334256"/>
            <a:ext cx="8595360" cy="329184"/>
          </a:xfrm>
          <a:prstGeom prst="rect">
            <a:avLst/>
          </a:prstGeom>
          <a:noFill/>
        </p:spPr>
        <p:txBody>
          <a:bodyPr wrap="square" anchor="ctr" lIns="18288" rIns="18288" tIns="12801" bIns="12801">
            <a:spAutoFit/>
          </a:bodyPr>
          <a:lstStyle/>
          <a:p>
            <a:pPr algn="l">
              <a:spcBef>
                <a:spcPts val="0"/>
              </a:spcBef>
              <a:spcAft>
                <a:spcPts val="0"/>
              </a:spcAft>
            </a:pPr>
            <a:r>
              <a:rPr sz="900" b="0">
                <a:solidFill>
                  <a:srgbClr val="00125F"/>
                </a:solidFill>
                <a:latin typeface="Urbanist SemiBold"/>
              </a:rPr>
              <a:t>Sources: gtm/COMPETITORS.md (arcana-arena.com docs read 2026-10-24; Hyperliquid stats API; Robinhood newsroom 2026-09-29; knidos.xyz; Phala 2025 report).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74320" y="182880"/>
            <a:ext cx="8595360" cy="960120"/>
          </a:xfrm>
        </p:spPr>
        <p:txBody>
          <a:bodyPr wrap="square" anchor="ctr" lIns="45720" rIns="45720" tIns="32003" bIns="32003"/>
          <a:lstStyle/>
          <a:p>
            <a:pPr algn="l">
              <a:spcBef>
                <a:spcPts val="0"/>
              </a:spcBef>
              <a:spcAft>
                <a:spcPts val="0"/>
              </a:spcAft>
            </a:pPr>
            <a:r>
              <a:rPr sz="2800" b="0">
                <a:solidFill>
                  <a:srgbClr val="D4FF00"/>
                </a:solidFill>
                <a:latin typeface="Urbanist SemiBold"/>
              </a:rPr>
              <a:t>Five named creators, one receipt, one message</a:t>
            </a:r>
          </a:p>
        </p:txBody>
      </p:sp>
      <p:sp>
        <p:nvSpPr>
          <p:cNvPr id="497" name="Google Shape;497;p45"/>
          <p:cNvSpPr txBox="1"/>
          <p:nvPr>
            <p:ph idx="7" type="subTitle"/>
          </p:nvPr>
        </p:nvSpPr>
        <p:spPr>
          <a:xfrm>
            <a:off x="3154650" y="4675975"/>
            <a:ext cx="2835000" cy="4668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Open House Singapore</a:t>
            </a:r>
            <a:endParaRPr/>
          </a:p>
        </p:txBody>
      </p:sp>
      <p:sp>
        <p:nvSpPr>
          <p:cNvPr id="500" name="Google Shape;500;p45"/>
          <p:cNvSpPr txBox="1"/>
          <p:nvPr>
            <p:ph idx="12" type="sldNum"/>
          </p:nvPr>
        </p:nvSpPr>
        <p:spPr>
          <a:xfrm>
            <a:off x="8348225" y="4666247"/>
            <a:ext cx="567000" cy="4668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01" name="Rectangle 500"/>
          <p:cNvSpPr/>
          <p:nvPr/>
        </p:nvSpPr>
        <p:spPr>
          <a:xfrm>
            <a:off x="274320" y="1280160"/>
            <a:ext cx="8595360" cy="731520"/>
          </a:xfrm>
          <a:prstGeom prst="rect">
            <a:avLst/>
          </a:prstGeom>
          <a:solidFill>
            <a:srgbClr val="00125F"/>
          </a:solidFill>
          <a:ln w="19050">
            <a:solidFill>
              <a:srgbClr val="D4FF0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6809" bIns="76809"/>
          <a:lstStyle/>
          <a:p>
            <a:pPr algn="ctr">
              <a:spcBef>
                <a:spcPts val="0"/>
              </a:spcBef>
              <a:spcAft>
                <a:spcPts val="0"/>
              </a:spcAft>
            </a:pPr>
            <a:r>
              <a:rPr sz="2200" b="0">
                <a:solidFill>
                  <a:srgbClr val="D4FF00"/>
                </a:solidFill>
                <a:latin typeface="Urbanist SemiBold"/>
              </a:rPr>
              <a:t>“Your next record can be a measurement, not a screenshot.”</a:t>
            </a:r>
          </a:p>
        </p:txBody>
      </p:sp>
      <p:sp>
        <p:nvSpPr>
          <p:cNvPr id="502" name="Rectangle 501"/>
          <p:cNvSpPr/>
          <p:nvPr/>
        </p:nvSpPr>
        <p:spPr>
          <a:xfrm>
            <a:off x="274320" y="2148840"/>
            <a:ext cx="2743200" cy="1325880"/>
          </a:xfrm>
          <a:prstGeom prst="rect">
            <a:avLst/>
          </a:prstGeom>
          <a:solidFill>
            <a:srgbClr val="00125F"/>
          </a:solidFill>
          <a:ln w="19050">
            <a:solidFill>
              <a:srgbClr val="D4FF00"/>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89611" bIns="89611"/>
          <a:lstStyle/>
          <a:p>
            <a:pPr algn="l">
              <a:spcBef>
                <a:spcPts val="0"/>
              </a:spcBef>
              <a:spcAft>
                <a:spcPts val="200"/>
              </a:spcAft>
            </a:pPr>
            <a:r>
              <a:rPr sz="1200" b="0">
                <a:solidFill>
                  <a:srgbClr val="D4FF00"/>
                </a:solidFill>
                <a:latin typeface="Urbanist SemiBold"/>
              </a:rPr>
              <a:t>FIRST AUDIENCE</a:t>
            </a:r>
          </a:p>
          <a:p>
            <a:pPr algn="l">
              <a:spcBef>
                <a:spcPts val="0"/>
              </a:spcBef>
              <a:spcAft>
                <a:spcPts val="0"/>
              </a:spcAft>
            </a:pPr>
            <a:r>
              <a:rPr sz="1400" b="0">
                <a:solidFill>
                  <a:srgbClr val="FFFFFF"/>
                </a:solidFill>
                <a:latin typeface="Urbanist Medium"/>
              </a:rPr>
              <a:t>40 creators and 51 agents on ARCANA's Season 2 US Equities board</a:t>
            </a:r>
          </a:p>
        </p:txBody>
      </p:sp>
      <p:sp>
        <p:nvSpPr>
          <p:cNvPr id="503" name="Rectangle 502"/>
          <p:cNvSpPr/>
          <p:nvPr/>
        </p:nvSpPr>
        <p:spPr>
          <a:xfrm>
            <a:off x="3200400" y="2148840"/>
            <a:ext cx="2743200" cy="1325880"/>
          </a:xfrm>
          <a:prstGeom prst="rect">
            <a:avLst/>
          </a:prstGeom>
          <a:solidFill>
            <a:srgbClr val="00125F"/>
          </a:solidFill>
          <a:ln w="19050">
            <a:solidFill>
              <a:srgbClr val="D4FF00"/>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89611" bIns="89611"/>
          <a:lstStyle/>
          <a:p>
            <a:pPr algn="l">
              <a:spcBef>
                <a:spcPts val="0"/>
              </a:spcBef>
              <a:spcAft>
                <a:spcPts val="200"/>
              </a:spcAft>
            </a:pPr>
            <a:r>
              <a:rPr sz="1200" b="0">
                <a:solidFill>
                  <a:srgbClr val="D4FF00"/>
                </a:solidFill>
                <a:latin typeface="Urbanist SemiBold"/>
              </a:rPr>
              <a:t>THREE CHANNELS</a:t>
            </a:r>
          </a:p>
          <a:p>
            <a:pPr algn="l">
              <a:spcBef>
                <a:spcPts val="0"/>
              </a:spcBef>
              <a:spcAft>
                <a:spcPts val="0"/>
              </a:spcAft>
            </a:pPr>
            <a:r>
              <a:rPr sz="1200" b="0">
                <a:solidFill>
                  <a:srgbClr val="FFFFFF"/>
                </a:solidFill>
                <a:latin typeface="Urbanist Medium"/>
              </a:rPr>
              <a:t>Direct DMs with the TSLA receipt attached. Leaderboard hosts add a measurement column. Builder channels at Robinhood Chain, Arbitrum, Phala.</a:t>
            </a:r>
          </a:p>
        </p:txBody>
      </p:sp>
      <p:sp>
        <p:nvSpPr>
          <p:cNvPr id="504" name="Rectangle 503"/>
          <p:cNvSpPr/>
          <p:nvPr/>
        </p:nvSpPr>
        <p:spPr>
          <a:xfrm>
            <a:off x="6126480" y="2148840"/>
            <a:ext cx="2743200" cy="1325880"/>
          </a:xfrm>
          <a:prstGeom prst="rect">
            <a:avLst/>
          </a:prstGeom>
          <a:solidFill>
            <a:srgbClr val="00125F"/>
          </a:solidFill>
          <a:ln w="19050">
            <a:solidFill>
              <a:srgbClr val="D4FF00"/>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89611" bIns="89611"/>
          <a:lstStyle/>
          <a:p>
            <a:pPr algn="l">
              <a:spcBef>
                <a:spcPts val="0"/>
              </a:spcBef>
              <a:spcAft>
                <a:spcPts val="200"/>
              </a:spcAft>
            </a:pPr>
            <a:r>
              <a:rPr sz="1200" b="0">
                <a:solidFill>
                  <a:srgbClr val="D4FF00"/>
                </a:solidFill>
                <a:latin typeface="Urbanist SemiBold"/>
              </a:rPr>
              <a:t>THE INTRO THAT HELPS</a:t>
            </a:r>
          </a:p>
          <a:p>
            <a:pPr algn="l">
              <a:spcBef>
                <a:spcPts val="0"/>
              </a:spcBef>
              <a:spcAft>
                <a:spcPts val="0"/>
              </a:spcAft>
            </a:pPr>
            <a:r>
              <a:rPr sz="1300" b="0">
                <a:solidFill>
                  <a:srgbClr val="FFFFFF"/>
                </a:solidFill>
                <a:latin typeface="Urbanist Medium"/>
              </a:rPr>
              <a:t>Gaetan Thabot, Robinhood Chain partnerships. Ben Greenberg, Arbitrum Foundation DevRel.</a:t>
            </a:r>
          </a:p>
        </p:txBody>
      </p:sp>
      <p:sp>
        <p:nvSpPr>
          <p:cNvPr id="505" name="Rectangle 504"/>
          <p:cNvSpPr/>
          <p:nvPr/>
        </p:nvSpPr>
        <p:spPr>
          <a:xfrm>
            <a:off x="274320" y="3611880"/>
            <a:ext cx="8595360" cy="640080"/>
          </a:xfrm>
          <a:prstGeom prst="rect">
            <a:avLst/>
          </a:prstGeom>
          <a:solidFill>
            <a:srgbClr val="00125F"/>
          </a:solidFill>
          <a:ln w="19050">
            <a:solidFill>
              <a:srgbClr val="D4FF00"/>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89611" bIns="89611"/>
          <a:lstStyle/>
          <a:p>
            <a:pPr algn="l">
              <a:spcBef>
                <a:spcPts val="0"/>
              </a:spcBef>
              <a:spcAft>
                <a:spcPts val="0"/>
              </a:spcAft>
            </a:pPr>
            <a:r>
              <a:rPr sz="1400" b="0">
                <a:solidFill>
                  <a:srgbClr val="D4FF00"/>
                </a:solidFill>
                <a:latin typeface="Urbanist SemiBold"/>
              </a:rPr>
              <a:t>Proof first: </a:t>
            </a:r>
            <a:r>
              <a:rPr sz="1400" b="0">
                <a:solidFill>
                  <a:srgbClr val="FFFFFF"/>
                </a:solidFill>
                <a:latin typeface="Urbanist Medium"/>
              </a:rPr>
              <a:t>30 days of Stock Token trades from an outside creator, one measurement on every event.</a:t>
            </a:r>
          </a:p>
        </p:txBody>
      </p:sp>
      <p:sp>
        <p:nvSpPr>
          <p:cNvPr id="506" name="TextBox 505"/>
          <p:cNvSpPr txBox="1"/>
          <p:nvPr/>
        </p:nvSpPr>
        <p:spPr>
          <a:xfrm>
            <a:off x="274320" y="4334256"/>
            <a:ext cx="8595360" cy="329184"/>
          </a:xfrm>
          <a:prstGeom prst="rect">
            <a:avLst/>
          </a:prstGeom>
          <a:noFill/>
        </p:spPr>
        <p:txBody>
          <a:bodyPr wrap="square" anchor="ctr" lIns="18288" rIns="18288" tIns="12801" bIns="12801">
            <a:spAutoFit/>
          </a:bodyPr>
          <a:lstStyle/>
          <a:p>
            <a:pPr algn="l">
              <a:spcBef>
                <a:spcPts val="0"/>
              </a:spcBef>
              <a:spcAft>
                <a:spcPts val="0"/>
              </a:spcAft>
            </a:pPr>
            <a:r>
              <a:rPr sz="900" b="0">
                <a:solidFill>
                  <a:srgbClr val="00125F"/>
                </a:solidFill>
                <a:latin typeface="Urbanist SemiBold"/>
              </a:rPr>
              <a:t>Sources: arcana-arena.com, 2026-10-24 01:13Z, block 95,182,673; names and titles per the Open House judge roster; deck/canvas.html GTM canvas.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74320" y="182880"/>
            <a:ext cx="8595360" cy="960120"/>
          </a:xfrm>
        </p:spPr>
        <p:txBody>
          <a:bodyPr wrap="square" anchor="ctr" lIns="45720" rIns="45720" tIns="32003" bIns="32003"/>
          <a:lstStyle/>
          <a:p>
            <a:pPr algn="l">
              <a:spcBef>
                <a:spcPts val="0"/>
              </a:spcBef>
              <a:spcAft>
                <a:spcPts val="0"/>
              </a:spcAft>
            </a:pPr>
            <a:r>
              <a:rPr sz="2800" b="0">
                <a:solidFill>
                  <a:srgbClr val="D4FF00"/>
                </a:solidFill>
                <a:latin typeface="Urbanist SemiBold"/>
              </a:rPr>
              <a:t>The ask: introductions now, milestone funding to put five creators on chain</a:t>
            </a:r>
          </a:p>
        </p:txBody>
      </p:sp>
      <p:sp>
        <p:nvSpPr>
          <p:cNvPr id="497" name="Google Shape;497;p45"/>
          <p:cNvSpPr txBox="1"/>
          <p:nvPr>
            <p:ph idx="7" type="subTitle"/>
          </p:nvPr>
        </p:nvSpPr>
        <p:spPr>
          <a:xfrm>
            <a:off x="3154650" y="4675975"/>
            <a:ext cx="2835000" cy="4668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Open House Singapore</a:t>
            </a:r>
            <a:endParaRPr/>
          </a:p>
        </p:txBody>
      </p:sp>
      <p:sp>
        <p:nvSpPr>
          <p:cNvPr id="500" name="Google Shape;500;p45"/>
          <p:cNvSpPr txBox="1"/>
          <p:nvPr>
            <p:ph idx="12" type="sldNum"/>
          </p:nvPr>
        </p:nvSpPr>
        <p:spPr>
          <a:xfrm>
            <a:off x="8348225" y="4666247"/>
            <a:ext cx="567000" cy="4668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01" name="Rectangle 500"/>
          <p:cNvSpPr/>
          <p:nvPr/>
        </p:nvSpPr>
        <p:spPr>
          <a:xfrm>
            <a:off x="274320" y="1280160"/>
            <a:ext cx="3657600" cy="2103120"/>
          </a:xfrm>
          <a:prstGeom prst="rect">
            <a:avLst/>
          </a:prstGeom>
          <a:solidFill>
            <a:srgbClr val="00125F"/>
          </a:solidFill>
          <a:ln w="19050">
            <a:solidFill>
              <a:srgbClr val="D4FF00"/>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02412" bIns="102412"/>
          <a:lstStyle/>
          <a:p>
            <a:pPr algn="l">
              <a:spcBef>
                <a:spcPts val="0"/>
              </a:spcBef>
              <a:spcAft>
                <a:spcPts val="300"/>
              </a:spcAft>
            </a:pPr>
            <a:r>
              <a:rPr sz="1300" b="0">
                <a:solidFill>
                  <a:srgbClr val="D4FF00"/>
                </a:solidFill>
                <a:latin typeface="Urbanist SemiBold"/>
              </a:rPr>
              <a:t>THE ASK</a:t>
            </a:r>
          </a:p>
          <a:p>
            <a:pPr algn="l">
              <a:spcBef>
                <a:spcPts val="0"/>
              </a:spcBef>
              <a:spcAft>
                <a:spcPts val="500"/>
              </a:spcAft>
            </a:pPr>
            <a:r>
              <a:rPr sz="1600" b="0">
                <a:solidFill>
                  <a:srgbClr val="FFFFFF"/>
                </a:solidFill>
                <a:latin typeface="Urbanist SemiBold"/>
              </a:rPr>
              <a:t>One introduction to Robinhood Chain partnerships</a:t>
            </a:r>
          </a:p>
          <a:p>
            <a:pPr algn="l">
              <a:spcBef>
                <a:spcPts val="0"/>
              </a:spcBef>
              <a:spcAft>
                <a:spcPts val="500"/>
              </a:spcAft>
            </a:pPr>
            <a:r>
              <a:rPr sz="1600" b="0">
                <a:solidFill>
                  <a:srgbClr val="FFFFFF"/>
                </a:solidFill>
                <a:latin typeface="Urbanist SemiBold"/>
              </a:rPr>
              <a:t>Five creators running agents in a TEE</a:t>
            </a:r>
          </a:p>
          <a:p>
            <a:pPr algn="l">
              <a:spcBef>
                <a:spcPts val="0"/>
              </a:spcBef>
              <a:spcAft>
                <a:spcPts val="0"/>
              </a:spcAft>
            </a:pPr>
            <a:r>
              <a:rPr sz="1600" b="0">
                <a:solidFill>
                  <a:srgbClr val="FFFFFF"/>
                </a:solidFill>
                <a:latin typeface="Urbanist SemiBold"/>
              </a:rPr>
              <a:t>Funding released 50% upfront, 50% on the milestones</a:t>
            </a:r>
          </a:p>
        </p:txBody>
      </p:sp>
      <p:sp>
        <p:nvSpPr>
          <p:cNvPr id="502" name="Rectangle 501"/>
          <p:cNvSpPr/>
          <p:nvPr/>
        </p:nvSpPr>
        <p:spPr>
          <a:xfrm>
            <a:off x="4114800" y="1280160"/>
            <a:ext cx="4754880" cy="2103120"/>
          </a:xfrm>
          <a:prstGeom prst="rect">
            <a:avLst/>
          </a:prstGeom>
          <a:solidFill>
            <a:srgbClr val="00125F"/>
          </a:solidFill>
          <a:ln w="19050">
            <a:solidFill>
              <a:srgbClr val="D4FF00"/>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02412" bIns="102412"/>
          <a:lstStyle/>
          <a:p>
            <a:pPr algn="l">
              <a:spcBef>
                <a:spcPts val="0"/>
              </a:spcBef>
              <a:spcAft>
                <a:spcPts val="400"/>
              </a:spcAft>
            </a:pPr>
            <a:r>
              <a:rPr sz="1300" b="0">
                <a:solidFill>
                  <a:srgbClr val="D4FF00"/>
                </a:solidFill>
                <a:latin typeface="Urbanist SemiBold"/>
              </a:rPr>
              <a:t>30-DAY MILESTONES</a:t>
            </a:r>
          </a:p>
          <a:p>
            <a:pPr algn="l">
              <a:spcBef>
                <a:spcPts val="0"/>
              </a:spcBef>
              <a:spcAft>
                <a:spcPts val="400"/>
              </a:spcAft>
            </a:pPr>
            <a:r>
              <a:rPr sz="1400" b="0">
                <a:solidFill>
                  <a:srgbClr val="D4FF00"/>
                </a:solidFill>
                <a:latin typeface="Urbanist SemiBold"/>
              </a:rPr>
              <a:t>Week 1  </a:t>
            </a:r>
            <a:r>
              <a:rPr sz="1400" b="0">
                <a:solidFill>
                  <a:srgbClr val="FFFFFF"/>
                </a:solidFill>
                <a:latin typeface="Urbanist Medium"/>
              </a:rPr>
              <a:t>Strategy hash pinned in the measured image on the live CVM</a:t>
            </a:r>
          </a:p>
          <a:p>
            <a:pPr algn="l">
              <a:spcBef>
                <a:spcPts val="0"/>
              </a:spcBef>
              <a:spcAft>
                <a:spcPts val="400"/>
              </a:spcAft>
            </a:pPr>
            <a:r>
              <a:rPr sz="1400" b="0">
                <a:solidFill>
                  <a:srgbClr val="D4FF00"/>
                </a:solidFill>
                <a:latin typeface="Urbanist SemiBold"/>
              </a:rPr>
              <a:t>Week 2  </a:t>
            </a:r>
            <a:r>
              <a:rPr sz="1400" b="0">
                <a:solidFill>
                  <a:srgbClr val="FFFFFF"/>
                </a:solidFill>
                <a:latin typeface="Urbanist Medium"/>
              </a:rPr>
              <a:t>TCB and QE identity checks on the verifier deployed to 46630</a:t>
            </a:r>
          </a:p>
          <a:p>
            <a:pPr algn="l">
              <a:spcBef>
                <a:spcPts val="0"/>
              </a:spcBef>
              <a:spcAft>
                <a:spcPts val="400"/>
              </a:spcAft>
            </a:pPr>
            <a:r>
              <a:rPr sz="1400" b="0">
                <a:solidFill>
                  <a:srgbClr val="D4FF00"/>
                </a:solidFill>
                <a:latin typeface="Urbanist SemiBold"/>
              </a:rPr>
              <a:t>Week 3  </a:t>
            </a:r>
            <a:r>
              <a:rPr sz="1400" b="0">
                <a:solidFill>
                  <a:srgbClr val="FFFFFF"/>
                </a:solidFill>
                <a:latin typeface="Urbanist Medium"/>
              </a:rPr>
              <a:t>Mainnet 4663 deployment from the runbook</a:t>
            </a:r>
          </a:p>
          <a:p>
            <a:pPr algn="l">
              <a:spcBef>
                <a:spcPts val="0"/>
              </a:spcBef>
              <a:spcAft>
                <a:spcPts val="400"/>
              </a:spcAft>
            </a:pPr>
            <a:r>
              <a:rPr sz="1400" b="0">
                <a:solidFill>
                  <a:srgbClr val="D4FF00"/>
                </a:solidFill>
                <a:latin typeface="Urbanist SemiBold"/>
              </a:rPr>
              <a:t>Week 4  </a:t>
            </a:r>
            <a:r>
              <a:rPr sz="1400" b="0">
                <a:solidFill>
                  <a:srgbClr val="FFFFFF"/>
                </a:solidFill>
                <a:latin typeface="Urbanist Medium"/>
              </a:rPr>
              <a:t>Five creators admitted, first trades naming one measurement each</a:t>
            </a:r>
          </a:p>
        </p:txBody>
      </p:sp>
      <p:sp>
        <p:nvSpPr>
          <p:cNvPr id="503" name="Rectangle 502"/>
          <p:cNvSpPr/>
          <p:nvPr/>
        </p:nvSpPr>
        <p:spPr>
          <a:xfrm>
            <a:off x="274320" y="3520440"/>
            <a:ext cx="8595360" cy="731520"/>
          </a:xfrm>
          <a:prstGeom prst="rect">
            <a:avLst/>
          </a:prstGeom>
          <a:solidFill>
            <a:srgbClr val="00125F"/>
          </a:solidFill>
          <a:ln w="19050">
            <a:solidFill>
              <a:srgbClr val="D4FF00"/>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2412" bIns="102412"/>
          <a:lstStyle/>
          <a:p>
            <a:pPr algn="l">
              <a:spcBef>
                <a:spcPts val="0"/>
              </a:spcBef>
              <a:spcAft>
                <a:spcPts val="300"/>
              </a:spcAft>
            </a:pPr>
            <a:r>
              <a:rPr sz="1500" b="0">
                <a:solidFill>
                  <a:srgbClr val="D4FF00"/>
                </a:solidFill>
                <a:latin typeface="Urbanist SemiBold"/>
              </a:rPr>
              <a:t>Team: </a:t>
            </a:r>
            <a:r>
              <a:rPr sz="1500" b="0">
                <a:solidFill>
                  <a:srgbClr val="FFFFFF"/>
                </a:solidFill>
                <a:latin typeface="Urbanist Medium"/>
              </a:rPr>
              <a:t>aarav1656 and pranjalcodesinw3, builders of every layer from the Stylus verifiers to the app.</a:t>
            </a:r>
          </a:p>
          <a:p>
            <a:pPr algn="l">
              <a:spcBef>
                <a:spcPts val="0"/>
              </a:spcBef>
              <a:spcAft>
                <a:spcPts val="0"/>
              </a:spcAft>
            </a:pPr>
            <a:r>
              <a:rPr sz="1500" b="0">
                <a:solidFill>
                  <a:srgbClr val="FFFFFF"/>
                </a:solidFill>
                <a:latin typeface="Urbanist SemiBold"/>
              </a:rPr>
              <a:t>Check the TSLA trade yourself: </a:t>
            </a:r>
            <a:r>
              <a:rPr sz="1500" b="0">
                <a:solidFill>
                  <a:srgbClr val="D4FF00"/>
                </a:solidFill>
                <a:latin typeface="Urbanist SemiBold"/>
                <a:hlinkClick r:id="rId2"/>
              </a:rPr>
              <a:t>chiron-receipts.vercel.app</a:t>
            </a:r>
          </a:p>
        </p:txBody>
      </p:sp>
      <p:sp>
        <p:nvSpPr>
          <p:cNvPr id="504" name="TextBox 503"/>
          <p:cNvSpPr txBox="1"/>
          <p:nvPr/>
        </p:nvSpPr>
        <p:spPr>
          <a:xfrm>
            <a:off x="274320" y="4334256"/>
            <a:ext cx="8595360" cy="329184"/>
          </a:xfrm>
          <a:prstGeom prst="rect">
            <a:avLst/>
          </a:prstGeom>
          <a:noFill/>
        </p:spPr>
        <p:txBody>
          <a:bodyPr wrap="square" anchor="ctr" lIns="18288" rIns="18288" tIns="12801" bIns="12801">
            <a:spAutoFit/>
          </a:bodyPr>
          <a:lstStyle/>
          <a:p>
            <a:pPr algn="l">
              <a:spcBef>
                <a:spcPts val="0"/>
              </a:spcBef>
              <a:spcAft>
                <a:spcPts val="0"/>
              </a:spcAft>
            </a:pPr>
            <a:r>
              <a:rPr sz="900" b="0">
                <a:solidFill>
                  <a:srgbClr val="00125F"/>
                </a:solidFill>
                <a:latin typeface="Urbanist SemiBold"/>
              </a:rPr>
              <a:t>Sources: github.com/pranjalcodesinw3/chiron commit history; docs/mainnet-runbook.md; milestones follow the Proof You Need First box of the GTM canvas.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24" name="Google Shape;524;p47"/>
          <p:cNvSpPr txBox="1"/>
          <p:nvPr>
            <p:ph idx="13" type="subTitle"/>
          </p:nvPr>
        </p:nvSpPr>
        <p:spPr>
          <a:xfrm>
            <a:off x="3154650" y="4675975"/>
            <a:ext cx="2835000" cy="4668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solidFill>
                  <a:schemeClr val="lt1"/>
                </a:solidFill>
              </a:rPr>
              <a:t>Open House Singapore</a:t>
            </a:r>
            <a:endParaRPr/>
          </a:p>
        </p:txBody>
      </p:sp>
      <p:sp>
        <p:nvSpPr>
          <p:cNvPr id="525" name="Google Shape;525;p47"/>
          <p:cNvSpPr txBox="1"/>
          <p:nvPr>
            <p:ph idx="1" type="subTitle"/>
          </p:nvPr>
        </p:nvSpPr>
        <p:spPr>
          <a:xfrm>
            <a:off x="6859200" y="4683725"/>
            <a:ext cx="2056500" cy="228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
            </a:r>
            <a:endParaRPr/>
          </a:p>
        </p:txBody>
      </p:sp>
      <p:sp>
        <p:nvSpPr>
          <p:cNvPr id="526" name="Google Shape;526;p47"/>
          <p:cNvSpPr txBox="1"/>
          <p:nvPr>
            <p:ph idx="2" type="subTitle"/>
          </p:nvPr>
        </p:nvSpPr>
        <p:spPr>
          <a:xfrm>
            <a:off x="320625" y="4675975"/>
            <a:ext cx="2700000" cy="236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None/>
            </a:pPr>
            <a:r>
              <a:rPr lang="en"/>
              <a:t/>
            </a:r>
            <a:endParaRPr/>
          </a:p>
        </p:txBody>
      </p:sp>
      <p:sp>
        <p:nvSpPr>
          <p:cNvPr id="527" name="Google Shape;527;p47"/>
          <p:cNvSpPr txBox="1"/>
          <p:nvPr>
            <p:ph idx="4294967295" type="sldNum"/>
          </p:nvPr>
        </p:nvSpPr>
        <p:spPr>
          <a:xfrm>
            <a:off x="8556784" y="4749851"/>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28" name="Google Shape;528;p47"/>
          <p:cNvSpPr txBox="1"/>
          <p:nvPr>
            <p:ph idx="12" type="sldNum"/>
          </p:nvPr>
        </p:nvSpPr>
        <p:spPr>
          <a:xfrm>
            <a:off x="8348225" y="4666247"/>
            <a:ext cx="567000" cy="4668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29" name="Google Shape;529;p47"/>
          <p:cNvSpPr/>
          <p:nvPr/>
        </p:nvSpPr>
        <p:spPr>
          <a:xfrm>
            <a:off x="102062" y="114500"/>
            <a:ext cx="8919600" cy="489000"/>
          </a:xfrm>
          <a:prstGeom prst="rect">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sz="1500" b="0">
                <a:solidFill>
                  <a:srgbClr val="D4FF00"/>
                </a:solidFill>
                <a:latin typeface="Urbanist SemiBold"/>
              </a:rPr>
              <a:t>Signet</a:t>
            </a:r>
            <a:endParaRPr b="1">
              <a:solidFill>
                <a:schemeClr val="lt1"/>
              </a:solidFill>
            </a:endParaRPr>
          </a:p>
          <a:p>
            <a:r>
              <a:rPr sz="1200" b="0">
                <a:solidFill>
                  <a:srgbClr val="FFFFFF"/>
                </a:solidFill>
                <a:latin typeface="Urbanist Medium"/>
              </a:rPr>
              <a:t>One line: Creators prove a record without opening the strategy. Followers fund only the code they approved.</a:t>
            </a:r>
          </a:p>
        </p:txBody>
      </p:sp>
      <p:sp>
        <p:nvSpPr>
          <p:cNvPr id="530" name="Google Shape;530;p47"/>
          <p:cNvSpPr/>
          <p:nvPr/>
        </p:nvSpPr>
        <p:spPr>
          <a:xfrm>
            <a:off x="65338" y="765133"/>
            <a:ext cx="2788500" cy="1070100"/>
          </a:xfrm>
          <a:prstGeom prst="rect">
            <a:avLst/>
          </a:prstGeom>
          <a:noFill/>
          <a:ln cap="flat" cmpd="sng" w="16675">
            <a:solidFill>
              <a:schemeClr val="dk2"/>
            </a:solidFill>
            <a:prstDash val="solid"/>
            <a:round/>
            <a:headEnd len="sm" w="sm" type="none"/>
            <a:tailEnd len="sm" w="sm" type="none"/>
          </a:ln>
        </p:spPr>
        <p:txBody>
          <a:bodyPr anchorCtr="0" anchor="t" bIns="53300" lIns="53300" spcFirstLastPara="1" rIns="53300" wrap="square" tIns="53300">
            <a:noAutofit/>
          </a:bodyPr>
          <a:lstStyle/>
          <a:p>
            <a:pPr indent="0" lvl="0" marL="0" rtl="0" algn="l">
              <a:spcBef>
                <a:spcPts val="0"/>
              </a:spcBef>
              <a:spcAft>
                <a:spcPts val="0"/>
              </a:spcAft>
              <a:buNone/>
            </a:pPr>
            <a:r>
              <a:rPr sz="1300" b="0">
                <a:solidFill>
                  <a:srgbClr val="D4FF00"/>
                </a:solidFill>
                <a:latin typeface="Urbanist SemiBold"/>
              </a:rPr>
              <a:t>Who Buys, Who Uses</a:t>
            </a:r>
            <a:endParaRPr b="1" sz="1316">
              <a:solidFill>
                <a:schemeClr val="lt1"/>
              </a:solidFill>
            </a:endParaRPr>
          </a:p>
          <a:p>
            <a:r>
              <a:rPr sz="1000" b="0">
                <a:solidFill>
                  <a:srgbClr val="FFFFFF"/>
                </a:solidFill>
                <a:latin typeface="Urbanist Medium"/>
              </a:rPr>
              <a:t>Uses: creators supply strategies and earn a performance fee on new profit. Buys: followers subscribe for an admitted agent and approve one hash. Signet takes a share of each fee.</a:t>
            </a:r>
          </a:p>
        </p:txBody>
      </p:sp>
      <p:sp>
        <p:nvSpPr>
          <p:cNvPr id="531" name="Google Shape;531;p47"/>
          <p:cNvSpPr/>
          <p:nvPr/>
        </p:nvSpPr>
        <p:spPr>
          <a:xfrm>
            <a:off x="3130808" y="765133"/>
            <a:ext cx="2788500" cy="1070100"/>
          </a:xfrm>
          <a:prstGeom prst="rect">
            <a:avLst/>
          </a:prstGeom>
          <a:noFill/>
          <a:ln cap="flat" cmpd="sng" w="16675">
            <a:solidFill>
              <a:schemeClr val="dk2"/>
            </a:solidFill>
            <a:prstDash val="solid"/>
            <a:round/>
            <a:headEnd len="sm" w="sm" type="none"/>
            <a:tailEnd len="sm" w="sm" type="none"/>
          </a:ln>
        </p:spPr>
        <p:txBody>
          <a:bodyPr anchorCtr="0" anchor="t" bIns="53300" lIns="53300" spcFirstLastPara="1" rIns="53300" wrap="square" tIns="53300">
            <a:noAutofit/>
          </a:bodyPr>
          <a:lstStyle/>
          <a:p>
            <a:pPr indent="0" lvl="0" marL="0" rtl="0" algn="l">
              <a:spcBef>
                <a:spcPts val="0"/>
              </a:spcBef>
              <a:spcAft>
                <a:spcPts val="0"/>
              </a:spcAft>
              <a:buNone/>
            </a:pPr>
            <a:r>
              <a:rPr sz="1300" b="0">
                <a:solidFill>
                  <a:srgbClr val="D4FF00"/>
                </a:solidFill>
                <a:latin typeface="Urbanist SemiBold"/>
              </a:rPr>
              <a:t>First Reachable Audience</a:t>
            </a:r>
            <a:endParaRPr b="1" sz="1316">
              <a:solidFill>
                <a:schemeClr val="lt1"/>
              </a:solidFill>
            </a:endParaRPr>
          </a:p>
          <a:p>
            <a:r>
              <a:rPr sz="1000" b="0">
                <a:solidFill>
                  <a:srgbClr val="FFFFFF"/>
                </a:solidFill>
                <a:latin typeface="Urbanist Medium"/>
              </a:rPr>
              <a:t>40 creators and 51 agents on ARCANA's Season 2 US Equities board, plus operators who already post Stock Token volume in public.</a:t>
            </a:r>
          </a:p>
        </p:txBody>
      </p:sp>
      <p:sp>
        <p:nvSpPr>
          <p:cNvPr id="532" name="Google Shape;532;p47"/>
          <p:cNvSpPr/>
          <p:nvPr/>
        </p:nvSpPr>
        <p:spPr>
          <a:xfrm>
            <a:off x="65338" y="1943976"/>
            <a:ext cx="2788500" cy="1070100"/>
          </a:xfrm>
          <a:prstGeom prst="rect">
            <a:avLst/>
          </a:prstGeom>
          <a:noFill/>
          <a:ln cap="flat" cmpd="sng" w="38100">
            <a:solidFill>
              <a:schemeClr val="dk2"/>
            </a:solidFill>
            <a:prstDash val="solid"/>
            <a:round/>
            <a:headEnd len="sm" w="sm" type="none"/>
            <a:tailEnd len="sm" w="sm" type="none"/>
          </a:ln>
        </p:spPr>
        <p:txBody>
          <a:bodyPr anchorCtr="0" anchor="t" bIns="53300" lIns="53300" spcFirstLastPara="1" rIns="53300" wrap="square" tIns="53300">
            <a:noAutofit/>
          </a:bodyPr>
          <a:lstStyle/>
          <a:p>
            <a:pPr indent="0" lvl="0" marL="0" rtl="0" algn="l">
              <a:spcBef>
                <a:spcPts val="0"/>
              </a:spcBef>
              <a:spcAft>
                <a:spcPts val="0"/>
              </a:spcAft>
              <a:buNone/>
            </a:pPr>
            <a:r>
              <a:rPr sz="1300" b="0">
                <a:solidFill>
                  <a:srgbClr val="D4FF00"/>
                </a:solidFill>
                <a:latin typeface="Urbanist SemiBold"/>
              </a:rPr>
              <a:t>3 Distribution Channels</a:t>
            </a:r>
            <a:endParaRPr b="1" sz="1316">
              <a:solidFill>
                <a:schemeClr val="lt1"/>
              </a:solidFill>
            </a:endParaRPr>
          </a:p>
          <a:p>
            <a:r>
              <a:rPr sz="1000" b="0">
                <a:solidFill>
                  <a:srgbClr val="FFFFFF"/>
                </a:solidFill>
                <a:latin typeface="Urbanist Medium"/>
              </a:rPr>
              <a:t>Direct DMs to Stock Token operators, TSLA receipt attached. Leaderboard hosts add a measurement column. Robinhood Chain, Arbitrum and Phala builder channels.</a:t>
            </a:r>
          </a:p>
        </p:txBody>
      </p:sp>
      <p:sp>
        <p:nvSpPr>
          <p:cNvPr id="533" name="Google Shape;533;p47"/>
          <p:cNvSpPr/>
          <p:nvPr/>
        </p:nvSpPr>
        <p:spPr>
          <a:xfrm>
            <a:off x="3130806" y="1943976"/>
            <a:ext cx="2788500" cy="1070100"/>
          </a:xfrm>
          <a:prstGeom prst="rect">
            <a:avLst/>
          </a:prstGeom>
          <a:noFill/>
          <a:ln cap="flat" cmpd="sng" w="16675">
            <a:solidFill>
              <a:schemeClr val="dk2"/>
            </a:solidFill>
            <a:prstDash val="solid"/>
            <a:round/>
            <a:headEnd len="sm" w="sm" type="none"/>
            <a:tailEnd len="sm" w="sm" type="none"/>
          </a:ln>
        </p:spPr>
        <p:txBody>
          <a:bodyPr anchorCtr="0" anchor="t" bIns="53300" lIns="53300" spcFirstLastPara="1" rIns="53300" wrap="square" tIns="53300">
            <a:noAutofit/>
          </a:bodyPr>
          <a:lstStyle/>
          <a:p>
            <a:pPr indent="0" lvl="0" marL="0" rtl="0" algn="l">
              <a:spcBef>
                <a:spcPts val="0"/>
              </a:spcBef>
              <a:spcAft>
                <a:spcPts val="0"/>
              </a:spcAft>
              <a:buNone/>
            </a:pPr>
            <a:r>
              <a:rPr sz="1300" b="0">
                <a:solidFill>
                  <a:srgbClr val="D4FF00"/>
                </a:solidFill>
                <a:latin typeface="Urbanist SemiBold"/>
              </a:rPr>
              <a:t>Core Message, One Sentence</a:t>
            </a:r>
            <a:endParaRPr b="1" sz="1316">
              <a:solidFill>
                <a:schemeClr val="lt1"/>
              </a:solidFill>
            </a:endParaRPr>
          </a:p>
          <a:p>
            <a:r>
              <a:rPr sz="1000" b="0">
                <a:solidFill>
                  <a:srgbClr val="FFFFFF"/>
                </a:solidFill>
                <a:latin typeface="Urbanist Medium"/>
              </a:rPr>
              <a:t>Your next record can be a measurement, not a screenshot. The measured image commits to the strategy's hash; the text stays inside the enclave.</a:t>
            </a:r>
          </a:p>
        </p:txBody>
      </p:sp>
      <p:sp>
        <p:nvSpPr>
          <p:cNvPr id="534" name="Google Shape;534;p47"/>
          <p:cNvSpPr/>
          <p:nvPr/>
        </p:nvSpPr>
        <p:spPr>
          <a:xfrm>
            <a:off x="6196266" y="765112"/>
            <a:ext cx="2788500" cy="1070100"/>
          </a:xfrm>
          <a:prstGeom prst="rect">
            <a:avLst/>
          </a:prstGeom>
          <a:noFill/>
          <a:ln cap="flat" cmpd="sng" w="16675">
            <a:solidFill>
              <a:schemeClr val="dk2"/>
            </a:solidFill>
            <a:prstDash val="solid"/>
            <a:round/>
            <a:headEnd len="sm" w="sm" type="none"/>
            <a:tailEnd len="sm" w="sm" type="none"/>
          </a:ln>
        </p:spPr>
        <p:txBody>
          <a:bodyPr anchorCtr="0" anchor="t" bIns="53300" lIns="53300" spcFirstLastPara="1" rIns="53300" wrap="square" tIns="53300">
            <a:noAutofit/>
          </a:bodyPr>
          <a:lstStyle/>
          <a:p>
            <a:pPr indent="0" lvl="0" marL="0" rtl="0" algn="l">
              <a:spcBef>
                <a:spcPts val="0"/>
              </a:spcBef>
              <a:spcAft>
                <a:spcPts val="0"/>
              </a:spcAft>
              <a:buNone/>
            </a:pPr>
            <a:r>
              <a:rPr sz="1300" b="0">
                <a:solidFill>
                  <a:srgbClr val="D4FF00"/>
                </a:solidFill>
                <a:latin typeface="Urbanist SemiBold"/>
              </a:rPr>
              <a:t>Proof You Need First</a:t>
            </a:r>
            <a:endParaRPr b="1" sz="1316">
              <a:solidFill>
                <a:schemeClr val="lt1"/>
              </a:solidFill>
            </a:endParaRPr>
          </a:p>
          <a:p>
            <a:r>
              <a:rPr sz="1000" b="0">
                <a:solidFill>
                  <a:srgbClr val="FFFFFF"/>
                </a:solidFill>
                <a:latin typeface="Urbanist Medium"/>
              </a:rPr>
              <a:t>30 days of Stock Token trades from an outside creator, one measurement on every event. Today: one attested TSLA trade and one refusal on chain.</a:t>
            </a:r>
          </a:p>
        </p:txBody>
      </p:sp>
      <p:sp>
        <p:nvSpPr>
          <p:cNvPr id="535" name="Google Shape;535;p47"/>
          <p:cNvSpPr/>
          <p:nvPr/>
        </p:nvSpPr>
        <p:spPr>
          <a:xfrm>
            <a:off x="6196265" y="1943955"/>
            <a:ext cx="2788500" cy="1070100"/>
          </a:xfrm>
          <a:prstGeom prst="rect">
            <a:avLst/>
          </a:prstGeom>
          <a:noFill/>
          <a:ln cap="flat" cmpd="sng" w="16675">
            <a:solidFill>
              <a:schemeClr val="dk2"/>
            </a:solidFill>
            <a:prstDash val="solid"/>
            <a:round/>
            <a:headEnd len="sm" w="sm" type="none"/>
            <a:tailEnd len="sm" w="sm" type="none"/>
          </a:ln>
        </p:spPr>
        <p:txBody>
          <a:bodyPr anchorCtr="0" anchor="t" bIns="53300" lIns="53300" spcFirstLastPara="1" rIns="53300" wrap="square" tIns="53300">
            <a:noAutofit/>
          </a:bodyPr>
          <a:lstStyle/>
          <a:p>
            <a:pPr indent="0" lvl="0" marL="0" rtl="0" algn="l">
              <a:spcBef>
                <a:spcPts val="0"/>
              </a:spcBef>
              <a:spcAft>
                <a:spcPts val="0"/>
              </a:spcAft>
              <a:buNone/>
            </a:pPr>
            <a:r>
              <a:rPr sz="1300" b="0">
                <a:solidFill>
                  <a:srgbClr val="D4FF00"/>
                </a:solidFill>
                <a:latin typeface="Urbanist SemiBold"/>
              </a:rPr>
              <a:t>The Intro That Helps</a:t>
            </a:r>
            <a:endParaRPr b="1" sz="1316">
              <a:solidFill>
                <a:schemeClr val="lt1"/>
              </a:solidFill>
            </a:endParaRPr>
          </a:p>
          <a:p>
            <a:r>
              <a:rPr sz="1000" b="0">
                <a:solidFill>
                  <a:srgbClr val="FFFFFF"/>
                </a:solidFill>
                <a:latin typeface="Urbanist Medium"/>
              </a:rPr>
              <a:t>Gaetan Thabot, Director of Crypto Partnerships, Robinhood Chain. Ben Greenberg, DevRel, Arbitrum Foundation.</a:t>
            </a:r>
          </a:p>
        </p:txBody>
      </p:sp>
      <p:sp>
        <p:nvSpPr>
          <p:cNvPr id="536" name="Google Shape;536;p47"/>
          <p:cNvSpPr/>
          <p:nvPr/>
        </p:nvSpPr>
        <p:spPr>
          <a:xfrm>
            <a:off x="65275" y="3151285"/>
            <a:ext cx="4331400" cy="1301400"/>
          </a:xfrm>
          <a:prstGeom prst="rect">
            <a:avLst/>
          </a:prstGeom>
          <a:noFill/>
          <a:ln cap="flat" cmpd="sng" w="20100">
            <a:solidFill>
              <a:schemeClr val="dk2"/>
            </a:solidFill>
            <a:prstDash val="solid"/>
            <a:round/>
            <a:headEnd len="sm" w="sm" type="none"/>
            <a:tailEnd len="sm" w="sm" type="none"/>
          </a:ln>
        </p:spPr>
        <p:txBody>
          <a:bodyPr anchorCtr="0" anchor="t" bIns="64175" lIns="64175" spcFirstLastPara="1" rIns="64175" wrap="square" tIns="64175">
            <a:noAutofit/>
          </a:bodyPr>
          <a:lstStyle/>
          <a:p>
            <a:pPr indent="0" lvl="0" marL="0" rtl="0" algn="l">
              <a:spcBef>
                <a:spcPts val="0"/>
              </a:spcBef>
              <a:spcAft>
                <a:spcPts val="0"/>
              </a:spcAft>
              <a:buNone/>
            </a:pPr>
            <a:r>
              <a:rPr sz="1400" b="0">
                <a:solidFill>
                  <a:srgbClr val="D4FF00"/>
                </a:solidFill>
                <a:latin typeface="Urbanist SemiBold"/>
              </a:rPr>
              <a:t>5 Named Targets</a:t>
            </a:r>
            <a:endParaRPr b="1" sz="1383">
              <a:solidFill>
                <a:schemeClr val="lt1"/>
              </a:solidFill>
            </a:endParaRPr>
          </a:p>
          <a:p>
            <a:r>
              <a:rPr sz="1200" b="0">
                <a:solidFill>
                  <a:srgbClr val="FFFFFF"/>
                </a:solidFill>
                <a:latin typeface="Urbanist Medium"/>
              </a:rPr>
              <a:t>@Arcana_Arena (40 creators), @HarmonicAgents (2,502), Meridian402 (tokenized stocks), @DeployFinance (7,285), @GrowiHF (1,592).</a:t>
            </a:r>
          </a:p>
        </p:txBody>
      </p:sp>
      <p:sp>
        <p:nvSpPr>
          <p:cNvPr id="537" name="Google Shape;537;p47"/>
          <p:cNvSpPr/>
          <p:nvPr/>
        </p:nvSpPr>
        <p:spPr>
          <a:xfrm>
            <a:off x="4653427" y="3151285"/>
            <a:ext cx="4331400" cy="1301400"/>
          </a:xfrm>
          <a:prstGeom prst="rect">
            <a:avLst/>
          </a:prstGeom>
          <a:noFill/>
          <a:ln cap="flat" cmpd="sng" w="20100">
            <a:solidFill>
              <a:schemeClr val="dk2"/>
            </a:solidFill>
            <a:prstDash val="solid"/>
            <a:round/>
            <a:headEnd len="sm" w="sm" type="none"/>
            <a:tailEnd len="sm" w="sm" type="none"/>
          </a:ln>
        </p:spPr>
        <p:txBody>
          <a:bodyPr anchorCtr="0" anchor="t" bIns="64175" lIns="64175" spcFirstLastPara="1" rIns="64175" wrap="square" tIns="64175">
            <a:noAutofit/>
          </a:bodyPr>
          <a:lstStyle/>
          <a:p>
            <a:pPr indent="0" lvl="0" marL="0" rtl="0" algn="l">
              <a:spcBef>
                <a:spcPts val="0"/>
              </a:spcBef>
              <a:spcAft>
                <a:spcPts val="0"/>
              </a:spcAft>
              <a:buNone/>
            </a:pPr>
            <a:r>
              <a:rPr sz="1400" b="0">
                <a:solidFill>
                  <a:srgbClr val="D4FF00"/>
                </a:solidFill>
                <a:latin typeface="Urbanist SemiBold"/>
              </a:rPr>
              <a:t>The Ask This Weekend</a:t>
            </a:r>
            <a:endParaRPr b="1" sz="1383">
              <a:solidFill>
                <a:schemeClr val="lt1"/>
              </a:solidFill>
            </a:endParaRPr>
          </a:p>
          <a:p>
            <a:r>
              <a:rPr sz="1200" b="0">
                <a:solidFill>
                  <a:srgbClr val="FFFFFF"/>
                </a:solidFill>
                <a:latin typeface="Urbanist Medium"/>
              </a:rPr>
              <a:t>One introduction to Robinhood Chain partnerships. Five creators to run their agent in a TEE. Verify the TSLA trade yourself: chiron-receipts.vercel.app</a:t>
            </a:r>
          </a:p>
        </p:txBody>
      </p:sp>
      <p:sp>
        <p:nvSpPr>
          <p:cNvPr id="538" name="TextBox 537"/>
          <p:cNvSpPr txBox="1"/>
          <p:nvPr/>
        </p:nvSpPr>
        <p:spPr>
          <a:xfrm>
            <a:off x="109728" y="4462272"/>
            <a:ext cx="8924544" cy="219456"/>
          </a:xfrm>
          <a:prstGeom prst="rect">
            <a:avLst/>
          </a:prstGeom>
          <a:noFill/>
        </p:spPr>
        <p:txBody>
          <a:bodyPr wrap="square" anchor="t" lIns="18288" rIns="18288" tIns="12801" bIns="12801">
            <a:spAutoFit/>
          </a:bodyPr>
          <a:lstStyle/>
          <a:p>
            <a:pPr algn="l">
              <a:spcBef>
                <a:spcPts val="0"/>
              </a:spcBef>
              <a:spcAft>
                <a:spcPts val="0"/>
              </a:spcAft>
            </a:pPr>
            <a:r>
              <a:rPr sz="650" b="0">
                <a:solidFill>
                  <a:srgbClr val="FFFFFF"/>
                </a:solidFill>
                <a:latin typeface="Urbanist Medium"/>
              </a:rPr>
              <a:t>Sources: arcana-arena.com 2026-10-24 01:13Z, block 95,182,673; @HarmonicAgents post 2026-10-23, followers per fxtwitter 2026-10-24; tx 0x0023f359...3b03 and 0xf98156ad...fcc8, chain 46630; names and titles per the Open House judge roster; @DeployFinance post 2026-10-23; @GrowiHF Hyperliquid vaultDetails 2026-10-24.</a:t>
            </a: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ark Particles">
  <a:themeElements>
    <a:clrScheme name="Simple Light">
      <a:dk1>
        <a:srgbClr val="000000"/>
      </a:dk1>
      <a:lt1>
        <a:srgbClr val="D4FF00"/>
      </a:lt1>
      <a:dk2>
        <a:srgbClr val="D4FF00"/>
      </a:dk2>
      <a:lt2>
        <a:srgbClr val="434343"/>
      </a:lt2>
      <a:accent1>
        <a:srgbClr val="434343"/>
      </a:accent1>
      <a:accent2>
        <a:srgbClr val="252525"/>
      </a:accent2>
      <a:accent3>
        <a:srgbClr val="D4FF00"/>
      </a:accent3>
      <a:accent4>
        <a:srgbClr val="D4FF00"/>
      </a:accent4>
      <a:accent5>
        <a:srgbClr val="D4FF00"/>
      </a:accent5>
      <a:accent6>
        <a:srgbClr val="13AAFF"/>
      </a:accent6>
      <a:hlink>
        <a:srgbClr val="13AA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