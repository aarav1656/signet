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89" r:id="rId4"/>
  </p:sldMasterIdLst>
  <p:notesMasterIdLst>
    <p:notesMasterId r:id="rId5"/>
  </p:notesMasterIdLst>
  <p:sldIdLst>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60" r:id="rId10"/>
    <p:sldId id="278" r:id="rId2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pos="2880">
          <p15:clr>
            <a:srgbClr val="747775"/>
          </p15:clr>
        </p15:guide>
        <p15:guide id="2" orient="horz" pos="576">
          <p15:clr>
            <a:srgbClr val="747775"/>
          </p15:clr>
        </p15:guide>
        <p15:guide id="3" orient="horz" pos="886">
          <p15:clr>
            <a:srgbClr val="747775"/>
          </p15:clr>
        </p15:guide>
        <p15:guide id="4" orient="horz" pos="1264">
          <p15:clr>
            <a:srgbClr val="747775"/>
          </p15:clr>
        </p15:guide>
        <p15:guide id="5" orient="horz" pos="1465">
          <p15:clr>
            <a:srgbClr val="747775"/>
          </p15:clr>
        </p15:guide>
        <p15:guide id="6" orient="horz" pos="596">
          <p15:clr>
            <a:srgbClr val="747775"/>
          </p15:clr>
        </p15:guide>
        <p15:guide id="7" orient="horz" pos="1918">
          <p15:clr>
            <a:srgbClr val="747775"/>
          </p15:clr>
        </p15:guide>
        <p15:guide id="8" orient="horz" pos="1421">
          <p15:clr>
            <a:srgbClr val="747775"/>
          </p15:clr>
        </p15:guide>
        <p15:guide id="9" orient="horz" pos="121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0"/>
        <p:guide pos="576" orient="horz"/>
        <p:guide pos="886" orient="horz"/>
        <p:guide pos="1264" orient="horz"/>
        <p:guide pos="1465" orient="horz"/>
        <p:guide pos="596" orient="horz"/>
        <p:guide pos="1918" orient="horz"/>
        <p:guide pos="1421" orient="horz"/>
        <p:guide pos="1214"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10"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fe051518a_0_1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3efe051518a_0_1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Canvas 1 of 2, the official Product Canvas for Signet. Who it is for, what they do today, the wedge, why now, alternatives, why onchain, first users, and what ships this weekend. Every figure carries its source in the line under the boxes.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0:00 to 0:08. Signet puts AI trading agents on Robinhood Chain with a provable record and a private strategy. A record belongs to the code behind it.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1:30 to 1:46. Three ideas. The measured compose pins the strategy's hash and the CVM boots only on a match, while the strategy text is sealed config. That is private strategy, public proof, and a CVM built that way is admitted on the live account. A Stylus verifier walks Intel's certificate chain for about 2.37 million gas. And the verifier crate checks platform status, enclave identity and revocation lists.</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1:46 to 1:57. The follower's account holds the money, so it carries the tests. 351 forge tests across 25 suites. A mutation run removes 123 guards one at a time and catches 122, the last is documented as equivalent. The agent key can never become owner.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1:57 to 2:07. The first targets are named. DeployFinance gave an AI one hundred thousand dollars for 70 days. Growi runs a vault near three million dollars of profit with a strategy it will not open. Arcana hosts 40 creators on Robinhood Chain and is the leaderboard we ask to add a measurement column.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2:07 to 2:14. The model has two fees. Creators earn a performance fee on new profit above the follower's high-water mark. Followers pay a flat subscription for an admitted agent. Signet takes a share of each fee.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2:14 to 2:24. Arcana proves a record was not edited, but the platform holds keys and prompts. Hyperliquid proves the PnL, not the code. Robinhood gives limits. Knidos proves trades fit parameters. Automata verifies quotes on chain but has no trading account. Phala proves a workload ran in a TEE. Signet proves the measurement and model behind every trade.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2:24 to 2:33. We start with people we can name. We message them with the TSLA receipt attached. One sentence: your next record can be a measurement, not a screenshot.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2:33 to 2:52. The ask: an introduction to Robinhood Chain partnerships and five creators willing to run an agent in an enclave. Milestones across thirty days. A record you can verify, a strategy you keep. Open the transaction on the explorer and check the trade yourself.</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Canvas 2 of 2, the official GTM Canvas for Signet. Who buys and who uses, the first reachable audience, three channels, the one-sentence message, the proof we need first, the intro that helps, five named targets, and the ask.</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0:08 to 0:16. Robinhood launched Robinhood Agents on September 29. Over 150,000 customers have opened agentic trading accounts, and agents use its tools almost 30 million times a day.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0:16 to 0:25. In the same disclosure Robinhood says it does not control, supervise, monitor, recommend, or audit agents. Limits answer how much an agent can lose. Nothing says which code is trading.</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0:25 to 0:35. The posts that sell these agents give nothing to check. Someone vetted 22 viral AI trading bot posts and zero gave a wallet you could check. These are six of the genre: a video, a screenshot, a referral link.</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0:35 to 0:52. Follow the flow. The creator's agent runs in an Intel TDX enclave and its quote carries the measurement and the compose hash that pins the strategy. A Stylus verifier on Robinhood Chain walks Intel's certificate chain in the transaction that admits the key. The follower's account stores that key only for a measurement the follower approved, then swaps through the canonical Uniswap v4 pool. Every trade emits a receipt that names the measurement and the model.</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0:52 to 1:00. This is the live enclave. Phala's explorer verifies its Intel quote, and the measurement config holds the compose hash that pins the strategy. The follower's account admitted it in this registerAgent transaction.</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1:00 to 1:11. The agent bought TSLA with one USDG on Robinhood Chain testnet. Open the Logs tab. The TradeExecuted event records the measurement the agent was admitted under and the model hash from its verified inference receipt.</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1:11 to 1:21. Now the refusal. A genuine Intel quote from a different workload was submitted. The hardware is real and the code is not the approved code, so the account reverts with MeasurementNotApproved after more than 2.3 million gas of verification.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1:21 to 1:30. The live app lists each strategy by its compose hash with every boot's measurement beside it, and re-reads each trade from the chain. The return marks testnet fills to the mainnet Chainlink price, so the number to trust is the receipts column.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ALT 1">
  <p:cSld name="BLANK_4">
    <p:spTree>
      <p:nvGrpSpPr>
        <p:cNvPr id="7" name="Shape 7"/>
        <p:cNvGrpSpPr/>
        <p:nvPr/>
      </p:nvGrpSpPr>
      <p:grpSpPr>
        <a:xfrm>
          <a:off x="0" y="0"/>
          <a:ext cx="0" cy="0"/>
          <a:chOff x="0" y="0"/>
          <a:chExt cx="0" cy="0"/>
        </a:xfrm>
      </p:grpSpPr>
      <p:pic>
        <p:nvPicPr>
          <p:cNvPr id="8" name="Google Shape;8;p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 name="Google Shape;9;p2"/>
          <p:cNvSpPr txBox="1"/>
          <p:nvPr>
            <p:ph idx="1" type="subTitle"/>
          </p:nvPr>
        </p:nvSpPr>
        <p:spPr>
          <a:xfrm>
            <a:off x="228600" y="1738950"/>
            <a:ext cx="4402800" cy="2520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400"/>
              <a:buFont typeface="Urbanist Medium"/>
              <a:buNone/>
              <a:defRPr>
                <a:solidFill>
                  <a:schemeClr val="dk2"/>
                </a:solidFill>
                <a:latin typeface="Urbanist Medium"/>
                <a:ea typeface="Urbanist Medium"/>
                <a:cs typeface="Urbanist Medium"/>
                <a:sym typeface="Urbanist Medium"/>
              </a:defRPr>
            </a:lvl9pPr>
          </a:lstStyle>
          <a:p/>
        </p:txBody>
      </p:sp>
      <p:sp>
        <p:nvSpPr>
          <p:cNvPr id="10" name="Google Shape;10;p2"/>
          <p:cNvSpPr txBox="1"/>
          <p:nvPr>
            <p:ph type="title"/>
          </p:nvPr>
        </p:nvSpPr>
        <p:spPr>
          <a:xfrm>
            <a:off x="228600" y="228600"/>
            <a:ext cx="6658800" cy="1419000"/>
          </a:xfrm>
          <a:prstGeom prst="rect">
            <a:avLst/>
          </a:prstGeom>
          <a:noFill/>
          <a:ln>
            <a:noFill/>
          </a:ln>
        </p:spPr>
        <p:txBody>
          <a:bodyPr anchorCtr="0" anchor="ctr" bIns="0" lIns="0" spcFirstLastPara="1" rIns="0" wrap="square" tIns="0">
            <a:no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sp>
        <p:nvSpPr>
          <p:cNvPr id="11" name="Google Shape;11;p2"/>
          <p:cNvSpPr txBox="1"/>
          <p:nvPr>
            <p:ph idx="2" type="subTitle"/>
          </p:nvPr>
        </p:nvSpPr>
        <p:spPr>
          <a:xfrm>
            <a:off x="2970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2" name="Google Shape;12;p2"/>
          <p:cNvSpPr txBox="1"/>
          <p:nvPr>
            <p:ph idx="3" type="subTitle"/>
          </p:nvPr>
        </p:nvSpPr>
        <p:spPr>
          <a:xfrm>
            <a:off x="1786375" y="4175900"/>
            <a:ext cx="1565100" cy="2286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 name="Google Shape;13;p2"/>
          <p:cNvSpPr txBox="1"/>
          <p:nvPr>
            <p:ph idx="4" type="subTitle"/>
          </p:nvPr>
        </p:nvSpPr>
        <p:spPr>
          <a:xfrm>
            <a:off x="228591" y="3454475"/>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4" name="Google Shape;14;p2"/>
          <p:cNvSpPr txBox="1"/>
          <p:nvPr>
            <p:ph idx="5" type="subTitle"/>
          </p:nvPr>
        </p:nvSpPr>
        <p:spPr>
          <a:xfrm>
            <a:off x="228591" y="3743050"/>
            <a:ext cx="4659600" cy="25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Medium"/>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5" name="Google Shape;15;p2"/>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6" name="Google Shape;16;p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 name="Google Shape;17;p2"/>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guide id="2" pos="2882">
          <p15:clr>
            <a:srgbClr val="E46962"/>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ALT 1">
  <p:cSld name="BLANK_1_1_2">
    <p:spTree>
      <p:nvGrpSpPr>
        <p:cNvPr id="18" name="Shape 18"/>
        <p:cNvGrpSpPr/>
        <p:nvPr/>
      </p:nvGrpSpPr>
      <p:grpSpPr>
        <a:xfrm>
          <a:off x="0" y="0"/>
          <a:ext cx="0" cy="0"/>
          <a:chOff x="0" y="0"/>
          <a:chExt cx="0" cy="0"/>
        </a:xfrm>
      </p:grpSpPr>
      <p:pic>
        <p:nvPicPr>
          <p:cNvPr id="19" name="Google Shape;19;p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0" name="Google Shape;20;p3"/>
          <p:cNvSpPr txBox="1"/>
          <p:nvPr>
            <p:ph type="title"/>
          </p:nvPr>
        </p:nvSpPr>
        <p:spPr>
          <a:xfrm>
            <a:off x="228600" y="395043"/>
            <a:ext cx="6480300" cy="587700"/>
          </a:xfrm>
          <a:prstGeom prst="rect">
            <a:avLst/>
          </a:prstGeom>
          <a:noFill/>
          <a:ln>
            <a:noFill/>
          </a:ln>
        </p:spPr>
        <p:txBody>
          <a:bodyPr anchorCtr="0" anchor="ctr" bIns="91425" lIns="0" spcFirstLastPara="1" rIns="91425" wrap="square" tIns="0">
            <a:spAutoFit/>
          </a:bodyPr>
          <a:lstStyle>
            <a:lvl1pPr lvl="0">
              <a:lnSpc>
                <a:spcPct val="90000"/>
              </a:lnSpc>
              <a:spcBef>
                <a:spcPts val="0"/>
              </a:spcBef>
              <a:spcAft>
                <a:spcPts val="0"/>
              </a:spcAft>
              <a:buNone/>
              <a:defRPr sz="3400">
                <a:solidFill>
                  <a:srgbClr val="FFFFFF"/>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rgbClr val="FFFFFF"/>
                </a:solidFill>
                <a:latin typeface="Urbanist Medium"/>
                <a:ea typeface="Urbanist Medium"/>
                <a:cs typeface="Urbanist Medium"/>
                <a:sym typeface="Urbanist Medium"/>
              </a:defRPr>
            </a:lvl9pPr>
          </a:lstStyle>
          <a:p/>
        </p:txBody>
      </p:sp>
      <p:sp>
        <p:nvSpPr>
          <p:cNvPr id="21" name="Google Shape;21;p3"/>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1pPr>
            <a:lvl2pPr indent="-317500" lvl="1" marL="914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2pPr>
            <a:lvl3pPr indent="-317500" lvl="2" marL="1371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3pPr>
            <a:lvl4pPr indent="-317500" lvl="3" marL="1828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4pPr>
            <a:lvl5pPr indent="-317500" lvl="4" marL="22860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5pPr>
            <a:lvl6pPr indent="-317500" lvl="5" marL="27432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6pPr>
            <a:lvl7pPr indent="-317500" lvl="6" marL="32004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7pPr>
            <a:lvl8pPr indent="-317500" lvl="7" marL="36576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8pPr>
            <a:lvl9pPr indent="-317500" lvl="8" marL="4114800">
              <a:spcBef>
                <a:spcPts val="0"/>
              </a:spcBef>
              <a:spcAft>
                <a:spcPts val="0"/>
              </a:spcAft>
              <a:buClr>
                <a:srgbClr val="FFFFFF"/>
              </a:buClr>
              <a:buSzPts val="1400"/>
              <a:buFont typeface="Urbanist Medium"/>
              <a:buChar char="■"/>
              <a:defRPr>
                <a:solidFill>
                  <a:srgbClr val="FFFFFF"/>
                </a:solidFill>
                <a:latin typeface="Urbanist Medium"/>
                <a:ea typeface="Urbanist Medium"/>
                <a:cs typeface="Urbanist Medium"/>
                <a:sym typeface="Urbanist Medium"/>
              </a:defRPr>
            </a:lvl9pPr>
          </a:lstStyle>
          <a:p/>
        </p:txBody>
      </p:sp>
      <p:sp>
        <p:nvSpPr>
          <p:cNvPr id="22" name="Google Shape;22;p3"/>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 name="Google Shape;23;p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4" name="Google Shape;24;p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ur values">
  <p:cSld name="BLANK_1_1_1_1">
    <p:spTree>
      <p:nvGrpSpPr>
        <p:cNvPr id="25" name="Shape 25"/>
        <p:cNvGrpSpPr/>
        <p:nvPr/>
      </p:nvGrpSpPr>
      <p:grpSpPr>
        <a:xfrm>
          <a:off x="0" y="0"/>
          <a:ext cx="0" cy="0"/>
          <a:chOff x="0" y="0"/>
          <a:chExt cx="0" cy="0"/>
        </a:xfrm>
      </p:grpSpPr>
      <p:pic>
        <p:nvPicPr>
          <p:cNvPr id="26" name="Google Shape;26;p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 name="Google Shape;27;p4"/>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8" name="Google Shape;28;p4"/>
          <p:cNvSpPr txBox="1"/>
          <p:nvPr>
            <p:ph type="title"/>
          </p:nvPr>
        </p:nvSpPr>
        <p:spPr>
          <a:xfrm>
            <a:off x="228600" y="613525"/>
            <a:ext cx="7223400" cy="4221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2400">
                <a:solidFill>
                  <a:schemeClr val="dk2"/>
                </a:solidFill>
                <a:latin typeface="Urbanist Medium"/>
                <a:ea typeface="Urbanist Medium"/>
                <a:cs typeface="Urbanist Medium"/>
                <a:sym typeface="Urbanist Medium"/>
              </a:defRPr>
            </a:lvl9pPr>
          </a:lstStyle>
          <a:p/>
        </p:txBody>
      </p:sp>
      <p:sp>
        <p:nvSpPr>
          <p:cNvPr id="29" name="Google Shape;29;p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 name="Google Shape;30;p4"/>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 name="Google Shape;31;p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 name="Google Shape;32;p4"/>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nd image ALT 2">
  <p:cSld name="CUSTOM_3">
    <p:spTree>
      <p:nvGrpSpPr>
        <p:cNvPr id="33" name="Shape 33"/>
        <p:cNvGrpSpPr/>
        <p:nvPr/>
      </p:nvGrpSpPr>
      <p:grpSpPr>
        <a:xfrm>
          <a:off x="0" y="0"/>
          <a:ext cx="0" cy="0"/>
          <a:chOff x="0" y="0"/>
          <a:chExt cx="0" cy="0"/>
        </a:xfrm>
      </p:grpSpPr>
      <p:pic>
        <p:nvPicPr>
          <p:cNvPr id="34" name="Google Shape;34;p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 name="Google Shape;35;p5"/>
          <p:cNvSpPr/>
          <p:nvPr>
            <p:ph idx="2" type="pic"/>
          </p:nvPr>
        </p:nvSpPr>
        <p:spPr>
          <a:xfrm>
            <a:off x="246150" y="237650"/>
            <a:ext cx="4196400" cy="4438200"/>
          </a:xfrm>
          <a:prstGeom prst="rect">
            <a:avLst/>
          </a:prstGeom>
          <a:noFill/>
          <a:ln>
            <a:noFill/>
          </a:ln>
        </p:spPr>
      </p:sp>
      <p:sp>
        <p:nvSpPr>
          <p:cNvPr id="36" name="Google Shape;36;p5"/>
          <p:cNvSpPr txBox="1"/>
          <p:nvPr>
            <p:ph type="title"/>
          </p:nvPr>
        </p:nvSpPr>
        <p:spPr>
          <a:xfrm>
            <a:off x="4591800" y="304700"/>
            <a:ext cx="3861900" cy="192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7" name="Google Shape;37;p5"/>
          <p:cNvSpPr txBox="1"/>
          <p:nvPr>
            <p:ph idx="3" type="title"/>
          </p:nvPr>
        </p:nvSpPr>
        <p:spPr>
          <a:xfrm>
            <a:off x="4591800" y="738425"/>
            <a:ext cx="4290000" cy="12195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800"/>
              <a:buFont typeface="Urbanist"/>
              <a:buNone/>
              <a:defRPr sz="34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38" name="Google Shape;38;p5"/>
          <p:cNvSpPr txBox="1"/>
          <p:nvPr>
            <p:ph idx="1" type="body"/>
          </p:nvPr>
        </p:nvSpPr>
        <p:spPr>
          <a:xfrm>
            <a:off x="4618950" y="1957925"/>
            <a:ext cx="4290000" cy="2193000"/>
          </a:xfrm>
          <a:prstGeom prst="rect">
            <a:avLst/>
          </a:prstGeom>
          <a:noFill/>
          <a:ln>
            <a:noFill/>
          </a:ln>
        </p:spPr>
        <p:txBody>
          <a:bodyPr anchorCtr="0" anchor="b" bIns="91425" lIns="0" spcFirstLastPara="1" rIns="91425" wrap="square" tIns="0">
            <a:noAutofit/>
          </a:bodyPr>
          <a:lstStyle>
            <a:lvl1pPr indent="-304800" lvl="0" marL="457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1pPr>
            <a:lvl2pPr indent="-304800" lvl="1" marL="914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2pPr>
            <a:lvl3pPr indent="-304800" lvl="2" marL="1371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3pPr>
            <a:lvl4pPr indent="-304800" lvl="3" marL="1828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4pPr>
            <a:lvl5pPr indent="-304800" lvl="4" marL="22860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5pPr>
            <a:lvl6pPr indent="-304800" lvl="5" marL="27432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6pPr>
            <a:lvl7pPr indent="-304800" lvl="6" marL="32004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7pPr>
            <a:lvl8pPr indent="-304800" lvl="7" marL="36576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8pPr>
            <a:lvl9pPr indent="-304800" lvl="8" marL="4114800">
              <a:spcBef>
                <a:spcPts val="0"/>
              </a:spcBef>
              <a:spcAft>
                <a:spcPts val="0"/>
              </a:spcAft>
              <a:buClr>
                <a:schemeClr val="lt1"/>
              </a:buClr>
              <a:buSzPts val="1200"/>
              <a:buFont typeface="Urbanist"/>
              <a:buChar char="■"/>
              <a:defRPr>
                <a:solidFill>
                  <a:schemeClr val="lt1"/>
                </a:solidFill>
                <a:latin typeface="Urbanist"/>
                <a:ea typeface="Urbanist"/>
                <a:cs typeface="Urbanist"/>
                <a:sym typeface="Urbanist"/>
              </a:defRPr>
            </a:lvl9pPr>
          </a:lstStyle>
          <a:p/>
        </p:txBody>
      </p:sp>
      <p:cxnSp>
        <p:nvCxnSpPr>
          <p:cNvPr id="39" name="Google Shape;39;p5"/>
          <p:cNvCxnSpPr/>
          <p:nvPr/>
        </p:nvCxnSpPr>
        <p:spPr>
          <a:xfrm>
            <a:off x="228600" y="226100"/>
            <a:ext cx="8687100" cy="0"/>
          </a:xfrm>
          <a:prstGeom prst="straightConnector1">
            <a:avLst/>
          </a:prstGeom>
          <a:noFill/>
          <a:ln cap="flat" cmpd="sng" w="9525">
            <a:solidFill>
              <a:schemeClr val="lt2"/>
            </a:solidFill>
            <a:prstDash val="solid"/>
            <a:round/>
            <a:headEnd len="med" w="med" type="none"/>
            <a:tailEnd len="med" w="med" type="none"/>
          </a:ln>
        </p:spPr>
      </p:cxnSp>
      <p:cxnSp>
        <p:nvCxnSpPr>
          <p:cNvPr id="40" name="Google Shape;40;p5"/>
          <p:cNvCxnSpPr/>
          <p:nvPr/>
        </p:nvCxnSpPr>
        <p:spPr>
          <a:xfrm>
            <a:off x="4444600" y="570000"/>
            <a:ext cx="4470900" cy="0"/>
          </a:xfrm>
          <a:prstGeom prst="straightConnector1">
            <a:avLst/>
          </a:prstGeom>
          <a:noFill/>
          <a:ln cap="flat" cmpd="sng" w="9525">
            <a:solidFill>
              <a:schemeClr val="lt2"/>
            </a:solidFill>
            <a:prstDash val="solid"/>
            <a:round/>
            <a:headEnd len="med" w="med" type="none"/>
            <a:tailEnd len="med" w="med" type="none"/>
          </a:ln>
        </p:spPr>
      </p:cxnSp>
      <p:cxnSp>
        <p:nvCxnSpPr>
          <p:cNvPr id="41" name="Google Shape;41;p5"/>
          <p:cNvCxnSpPr/>
          <p:nvPr/>
        </p:nvCxnSpPr>
        <p:spPr>
          <a:xfrm>
            <a:off x="4442500" y="226100"/>
            <a:ext cx="0" cy="4457700"/>
          </a:xfrm>
          <a:prstGeom prst="straightConnector1">
            <a:avLst/>
          </a:prstGeom>
          <a:noFill/>
          <a:ln cap="flat" cmpd="sng" w="9525">
            <a:solidFill>
              <a:schemeClr val="lt2"/>
            </a:solidFill>
            <a:prstDash val="solid"/>
            <a:round/>
            <a:headEnd len="med" w="med" type="none"/>
            <a:tailEnd len="med" w="med" type="none"/>
          </a:ln>
        </p:spPr>
      </p:cxnSp>
      <p:sp>
        <p:nvSpPr>
          <p:cNvPr id="42" name="Google Shape;42;p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 name="Google Shape;43;p5"/>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 name="Google Shape;44;p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45" name="Google Shape;45;p5"/>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1">
  <p:cSld name="BLANK_1_1_1_1_3">
    <p:spTree>
      <p:nvGrpSpPr>
        <p:cNvPr id="46" name="Shape 46"/>
        <p:cNvGrpSpPr/>
        <p:nvPr/>
      </p:nvGrpSpPr>
      <p:grpSpPr>
        <a:xfrm>
          <a:off x="0" y="0"/>
          <a:ext cx="0" cy="0"/>
          <a:chOff x="0" y="0"/>
          <a:chExt cx="0" cy="0"/>
        </a:xfrm>
      </p:grpSpPr>
      <p:pic>
        <p:nvPicPr>
          <p:cNvPr id="47" name="Google Shape;47;p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8" name="Google Shape;48;p6"/>
          <p:cNvSpPr txBox="1"/>
          <p:nvPr>
            <p:ph type="title"/>
          </p:nvPr>
        </p:nvSpPr>
        <p:spPr>
          <a:xfrm>
            <a:off x="228600" y="613525"/>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rgbClr val="D4FF00"/>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rgbClr val="D4FF00"/>
                </a:solidFill>
                <a:latin typeface="Urbanist Medium"/>
                <a:ea typeface="Urbanist Medium"/>
                <a:cs typeface="Urbanist Medium"/>
                <a:sym typeface="Urbanist Medium"/>
              </a:defRPr>
            </a:lvl9pPr>
          </a:lstStyle>
          <a:p/>
        </p:txBody>
      </p:sp>
      <p:sp>
        <p:nvSpPr>
          <p:cNvPr id="49" name="Google Shape;49;p6"/>
          <p:cNvSpPr/>
          <p:nvPr>
            <p:ph idx="2" type="pic"/>
          </p:nvPr>
        </p:nvSpPr>
        <p:spPr>
          <a:xfrm>
            <a:off x="4523050" y="7379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0" name="Google Shape;50;p6"/>
          <p:cNvSpPr/>
          <p:nvPr>
            <p:ph idx="3" type="pic"/>
          </p:nvPr>
        </p:nvSpPr>
        <p:spPr>
          <a:xfrm>
            <a:off x="6752100" y="737775"/>
            <a:ext cx="2164800" cy="1350300"/>
          </a:xfrm>
          <a:prstGeom prst="roundRect">
            <a:avLst>
              <a:gd fmla="val 7802" name="adj"/>
            </a:avLst>
          </a:prstGeom>
          <a:noFill/>
          <a:ln cap="flat" cmpd="sng" w="9525">
            <a:solidFill>
              <a:schemeClr val="accent1"/>
            </a:solidFill>
            <a:prstDash val="solid"/>
            <a:round/>
            <a:headEnd len="sm" w="sm" type="none"/>
            <a:tailEnd len="sm" w="sm" type="none"/>
          </a:ln>
        </p:spPr>
      </p:sp>
      <p:sp>
        <p:nvSpPr>
          <p:cNvPr id="51" name="Google Shape;51;p6"/>
          <p:cNvSpPr/>
          <p:nvPr>
            <p:ph idx="4" type="pic"/>
          </p:nvPr>
        </p:nvSpPr>
        <p:spPr>
          <a:xfrm>
            <a:off x="4523050" y="2158000"/>
            <a:ext cx="4394100" cy="2282700"/>
          </a:xfrm>
          <a:prstGeom prst="roundRect">
            <a:avLst>
              <a:gd fmla="val 6108" name="adj"/>
            </a:avLst>
          </a:prstGeom>
          <a:noFill/>
          <a:ln cap="flat" cmpd="sng" w="9525">
            <a:solidFill>
              <a:schemeClr val="accent1"/>
            </a:solidFill>
            <a:prstDash val="solid"/>
            <a:round/>
            <a:headEnd len="sm" w="sm" type="none"/>
            <a:tailEnd len="sm" w="sm" type="none"/>
          </a:ln>
        </p:spPr>
      </p:sp>
      <p:sp>
        <p:nvSpPr>
          <p:cNvPr id="52" name="Google Shape;52;p6"/>
          <p:cNvSpPr txBox="1"/>
          <p:nvPr>
            <p:ph idx="1" type="body"/>
          </p:nvPr>
        </p:nvSpPr>
        <p:spPr>
          <a:xfrm>
            <a:off x="233850" y="1726850"/>
            <a:ext cx="3740100" cy="27138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1pPr>
            <a:lvl2pPr indent="-292100" lvl="1" marL="914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2pPr>
            <a:lvl3pPr indent="-292100" lvl="2" marL="1371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3pPr>
            <a:lvl4pPr indent="-292100" lvl="3" marL="1828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4pPr>
            <a:lvl5pPr indent="-292100" lvl="4" marL="22860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5pPr>
            <a:lvl6pPr indent="-292100" lvl="5" marL="27432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6pPr>
            <a:lvl7pPr indent="-292100" lvl="6" marL="32004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7pPr>
            <a:lvl8pPr indent="-292100" lvl="7" marL="36576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8pPr>
            <a:lvl9pPr indent="-292100" lvl="8" marL="4114800">
              <a:spcBef>
                <a:spcPts val="0"/>
              </a:spcBef>
              <a:spcAft>
                <a:spcPts val="0"/>
              </a:spcAft>
              <a:buClr>
                <a:srgbClr val="D4FF00"/>
              </a:buClr>
              <a:buSzPts val="1000"/>
              <a:buFont typeface="Urbanist Medium"/>
              <a:buChar char="■"/>
              <a:defRPr sz="1000">
                <a:solidFill>
                  <a:srgbClr val="D4FF00"/>
                </a:solidFill>
                <a:latin typeface="Urbanist Medium"/>
                <a:ea typeface="Urbanist Medium"/>
                <a:cs typeface="Urbanist Medium"/>
                <a:sym typeface="Urbanist Medium"/>
              </a:defRPr>
            </a:lvl9pPr>
          </a:lstStyle>
          <a:p/>
        </p:txBody>
      </p:sp>
      <p:sp>
        <p:nvSpPr>
          <p:cNvPr id="53" name="Google Shape;53;p6"/>
          <p:cNvSpPr txBox="1"/>
          <p:nvPr>
            <p:ph idx="5"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200"/>
              <a:buFont typeface="Urbanist Medium"/>
              <a:buNone/>
              <a:defRPr sz="1200">
                <a:solidFill>
                  <a:srgbClr val="D4FF00"/>
                </a:solidFill>
                <a:latin typeface="Urbanist Medium"/>
                <a:ea typeface="Urbanist Medium"/>
                <a:cs typeface="Urbanist Medium"/>
                <a:sym typeface="Urbanist Medium"/>
              </a:defRPr>
            </a:lvl9pPr>
          </a:lstStyle>
          <a:p/>
        </p:txBody>
      </p:sp>
      <p:sp>
        <p:nvSpPr>
          <p:cNvPr id="54" name="Google Shape;54;p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55" name="Google Shape;55;p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56" name="Google Shape;56;p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ALT 1">
  <p:cSld name="BLANK_1_1_1_1_2">
    <p:spTree>
      <p:nvGrpSpPr>
        <p:cNvPr id="57" name="Shape 57"/>
        <p:cNvGrpSpPr/>
        <p:nvPr/>
      </p:nvGrpSpPr>
      <p:grpSpPr>
        <a:xfrm>
          <a:off x="0" y="0"/>
          <a:ext cx="0" cy="0"/>
          <a:chOff x="0" y="0"/>
          <a:chExt cx="0" cy="0"/>
        </a:xfrm>
      </p:grpSpPr>
      <p:pic>
        <p:nvPicPr>
          <p:cNvPr id="58" name="Google Shape;58;p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59" name="Google Shape;59;p7"/>
          <p:cNvSpPr txBox="1"/>
          <p:nvPr>
            <p:ph type="title"/>
          </p:nvPr>
        </p:nvSpPr>
        <p:spPr>
          <a:xfrm>
            <a:off x="277500" y="22860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60" name="Google Shape;60;p7"/>
          <p:cNvSpPr txBox="1"/>
          <p:nvPr>
            <p:ph idx="1" type="subTitle"/>
          </p:nvPr>
        </p:nvSpPr>
        <p:spPr>
          <a:xfrm>
            <a:off x="5067075" y="3871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1" name="Google Shape;61;p7"/>
          <p:cNvSpPr txBox="1"/>
          <p:nvPr>
            <p:ph idx="2" type="subTitle"/>
          </p:nvPr>
        </p:nvSpPr>
        <p:spPr>
          <a:xfrm>
            <a:off x="5067075" y="10615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2" name="Google Shape;62;p7"/>
          <p:cNvSpPr txBox="1"/>
          <p:nvPr>
            <p:ph idx="3" type="subTitle"/>
          </p:nvPr>
        </p:nvSpPr>
        <p:spPr>
          <a:xfrm>
            <a:off x="5067075" y="173935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3" name="Google Shape;63;p7"/>
          <p:cNvSpPr txBox="1"/>
          <p:nvPr>
            <p:ph idx="4" type="subTitle"/>
          </p:nvPr>
        </p:nvSpPr>
        <p:spPr>
          <a:xfrm>
            <a:off x="5067075" y="2424100"/>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4" name="Google Shape;64;p7"/>
          <p:cNvSpPr txBox="1"/>
          <p:nvPr>
            <p:ph idx="5" type="subTitle"/>
          </p:nvPr>
        </p:nvSpPr>
        <p:spPr>
          <a:xfrm>
            <a:off x="5067075" y="309493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5" name="Google Shape;65;p7"/>
          <p:cNvSpPr txBox="1"/>
          <p:nvPr>
            <p:ph idx="6" type="subTitle"/>
          </p:nvPr>
        </p:nvSpPr>
        <p:spPr>
          <a:xfrm>
            <a:off x="5067075" y="3765788"/>
            <a:ext cx="3267600" cy="288600"/>
          </a:xfrm>
          <a:prstGeom prst="rect">
            <a:avLst/>
          </a:prstGeom>
          <a:noFill/>
          <a:ln>
            <a:noFill/>
          </a:ln>
        </p:spPr>
        <p:txBody>
          <a:bodyPr anchorCtr="0" anchor="ctr" bIns="0" lIns="0" spcFirstLastPara="1" rIns="0" wrap="square" tIns="0">
            <a:noAutofit/>
          </a:bodyPr>
          <a:lstStyle>
            <a:lvl1pPr lvl="0">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None/>
              <a:defRPr>
                <a:solidFill>
                  <a:srgbClr val="D4FF00"/>
                </a:solidFill>
                <a:latin typeface="Urbanist Medium"/>
                <a:ea typeface="Urbanist Medium"/>
                <a:cs typeface="Urbanist Medium"/>
                <a:sym typeface="Urbanist Medium"/>
              </a:defRPr>
            </a:lvl9pPr>
          </a:lstStyle>
          <a:p/>
        </p:txBody>
      </p:sp>
      <p:sp>
        <p:nvSpPr>
          <p:cNvPr id="66" name="Google Shape;66;p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67" name="Google Shape;67;p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68" name="Google Shape;68;p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s">
  <p:cSld name="BLANK_1_1_1_1_2_1">
    <p:spTree>
      <p:nvGrpSpPr>
        <p:cNvPr id="69" name="Shape 69"/>
        <p:cNvGrpSpPr/>
        <p:nvPr/>
      </p:nvGrpSpPr>
      <p:grpSpPr>
        <a:xfrm>
          <a:off x="0" y="0"/>
          <a:ext cx="0" cy="0"/>
          <a:chOff x="0" y="0"/>
          <a:chExt cx="0" cy="0"/>
        </a:xfrm>
      </p:grpSpPr>
      <p:pic>
        <p:nvPicPr>
          <p:cNvPr id="70" name="Google Shape;70;p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71" name="Google Shape;71;p8"/>
          <p:cNvSpPr/>
          <p:nvPr>
            <p:ph idx="2" type="pic"/>
          </p:nvPr>
        </p:nvSpPr>
        <p:spPr>
          <a:xfrm>
            <a:off x="4618950" y="228600"/>
            <a:ext cx="1370400" cy="1357500"/>
          </a:xfrm>
          <a:prstGeom prst="roundRect">
            <a:avLst>
              <a:gd fmla="val 16935" name="adj"/>
            </a:avLst>
          </a:prstGeom>
          <a:noFill/>
          <a:ln>
            <a:noFill/>
          </a:ln>
        </p:spPr>
      </p:sp>
      <p:sp>
        <p:nvSpPr>
          <p:cNvPr id="72" name="Google Shape;72;p8"/>
          <p:cNvSpPr txBox="1"/>
          <p:nvPr>
            <p:ph idx="1" type="subTitle"/>
          </p:nvPr>
        </p:nvSpPr>
        <p:spPr>
          <a:xfrm>
            <a:off x="4619000" y="1702322"/>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3" name="Google Shape;73;p8"/>
          <p:cNvSpPr txBox="1"/>
          <p:nvPr>
            <p:ph type="title"/>
          </p:nvPr>
        </p:nvSpPr>
        <p:spPr>
          <a:xfrm>
            <a:off x="228600" y="234750"/>
            <a:ext cx="39045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dk2"/>
                </a:solidFill>
                <a:latin typeface="Urbanist Medium"/>
                <a:ea typeface="Urbanist Medium"/>
                <a:cs typeface="Urbanist Medium"/>
                <a:sym typeface="Urbanist Medium"/>
              </a:defRPr>
            </a:lvl9pPr>
          </a:lstStyle>
          <a:p/>
        </p:txBody>
      </p:sp>
      <p:sp>
        <p:nvSpPr>
          <p:cNvPr id="74" name="Google Shape;74;p8"/>
          <p:cNvSpPr txBox="1"/>
          <p:nvPr>
            <p:ph idx="3" type="subTitle"/>
          </p:nvPr>
        </p:nvSpPr>
        <p:spPr>
          <a:xfrm>
            <a:off x="46190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5" name="Google Shape;75;p8"/>
          <p:cNvSpPr/>
          <p:nvPr>
            <p:ph idx="4" type="pic"/>
          </p:nvPr>
        </p:nvSpPr>
        <p:spPr>
          <a:xfrm>
            <a:off x="6080700" y="228600"/>
            <a:ext cx="1370400" cy="1357500"/>
          </a:xfrm>
          <a:prstGeom prst="roundRect">
            <a:avLst>
              <a:gd fmla="val 16935" name="adj"/>
            </a:avLst>
          </a:prstGeom>
          <a:noFill/>
          <a:ln>
            <a:noFill/>
          </a:ln>
        </p:spPr>
      </p:sp>
      <p:sp>
        <p:nvSpPr>
          <p:cNvPr id="76" name="Google Shape;76;p8"/>
          <p:cNvSpPr txBox="1"/>
          <p:nvPr>
            <p:ph idx="5" type="subTitle"/>
          </p:nvPr>
        </p:nvSpPr>
        <p:spPr>
          <a:xfrm>
            <a:off x="608075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77" name="Google Shape;77;p8"/>
          <p:cNvSpPr txBox="1"/>
          <p:nvPr>
            <p:ph idx="6" type="subTitle"/>
          </p:nvPr>
        </p:nvSpPr>
        <p:spPr>
          <a:xfrm>
            <a:off x="608075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78" name="Google Shape;78;p8"/>
          <p:cNvSpPr/>
          <p:nvPr>
            <p:ph idx="7" type="pic"/>
          </p:nvPr>
        </p:nvSpPr>
        <p:spPr>
          <a:xfrm>
            <a:off x="7542450" y="228600"/>
            <a:ext cx="1370400" cy="1357500"/>
          </a:xfrm>
          <a:prstGeom prst="roundRect">
            <a:avLst>
              <a:gd fmla="val 16935" name="adj"/>
            </a:avLst>
          </a:prstGeom>
          <a:noFill/>
          <a:ln>
            <a:noFill/>
          </a:ln>
        </p:spPr>
      </p:sp>
      <p:sp>
        <p:nvSpPr>
          <p:cNvPr id="79" name="Google Shape;79;p8"/>
          <p:cNvSpPr txBox="1"/>
          <p:nvPr>
            <p:ph idx="8" type="subTitle"/>
          </p:nvPr>
        </p:nvSpPr>
        <p:spPr>
          <a:xfrm>
            <a:off x="7542500" y="1702321"/>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0" name="Google Shape;80;p8"/>
          <p:cNvSpPr txBox="1"/>
          <p:nvPr>
            <p:ph idx="9" type="subTitle"/>
          </p:nvPr>
        </p:nvSpPr>
        <p:spPr>
          <a:xfrm>
            <a:off x="7542500" y="1880160"/>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1" name="Google Shape;81;p8"/>
          <p:cNvSpPr/>
          <p:nvPr>
            <p:ph idx="13" type="pic"/>
          </p:nvPr>
        </p:nvSpPr>
        <p:spPr>
          <a:xfrm>
            <a:off x="4618950" y="2295725"/>
            <a:ext cx="1370400" cy="1357500"/>
          </a:xfrm>
          <a:prstGeom prst="roundRect">
            <a:avLst>
              <a:gd fmla="val 16935" name="adj"/>
            </a:avLst>
          </a:prstGeom>
          <a:noFill/>
          <a:ln>
            <a:noFill/>
          </a:ln>
        </p:spPr>
      </p:sp>
      <p:sp>
        <p:nvSpPr>
          <p:cNvPr id="82" name="Google Shape;82;p8"/>
          <p:cNvSpPr txBox="1"/>
          <p:nvPr>
            <p:ph idx="14" type="subTitle"/>
          </p:nvPr>
        </p:nvSpPr>
        <p:spPr>
          <a:xfrm>
            <a:off x="46190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3" name="Google Shape;83;p8"/>
          <p:cNvSpPr txBox="1"/>
          <p:nvPr>
            <p:ph idx="15" type="subTitle"/>
          </p:nvPr>
        </p:nvSpPr>
        <p:spPr>
          <a:xfrm>
            <a:off x="46190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4" name="Google Shape;84;p8"/>
          <p:cNvSpPr/>
          <p:nvPr>
            <p:ph idx="16" type="pic"/>
          </p:nvPr>
        </p:nvSpPr>
        <p:spPr>
          <a:xfrm>
            <a:off x="6080700" y="2295725"/>
            <a:ext cx="1370400" cy="1357500"/>
          </a:xfrm>
          <a:prstGeom prst="roundRect">
            <a:avLst>
              <a:gd fmla="val 16935" name="adj"/>
            </a:avLst>
          </a:prstGeom>
          <a:noFill/>
          <a:ln>
            <a:noFill/>
          </a:ln>
        </p:spPr>
      </p:sp>
      <p:sp>
        <p:nvSpPr>
          <p:cNvPr id="85" name="Google Shape;85;p8"/>
          <p:cNvSpPr txBox="1"/>
          <p:nvPr>
            <p:ph idx="17" type="subTitle"/>
          </p:nvPr>
        </p:nvSpPr>
        <p:spPr>
          <a:xfrm>
            <a:off x="6080750" y="3769447"/>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6" name="Google Shape;86;p8"/>
          <p:cNvSpPr txBox="1"/>
          <p:nvPr>
            <p:ph idx="18" type="subTitle"/>
          </p:nvPr>
        </p:nvSpPr>
        <p:spPr>
          <a:xfrm>
            <a:off x="608075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87" name="Google Shape;87;p8"/>
          <p:cNvSpPr/>
          <p:nvPr>
            <p:ph idx="19" type="pic"/>
          </p:nvPr>
        </p:nvSpPr>
        <p:spPr>
          <a:xfrm>
            <a:off x="7542450" y="2295725"/>
            <a:ext cx="1370400" cy="1357500"/>
          </a:xfrm>
          <a:prstGeom prst="roundRect">
            <a:avLst>
              <a:gd fmla="val 16935" name="adj"/>
            </a:avLst>
          </a:prstGeom>
          <a:noFill/>
          <a:ln>
            <a:noFill/>
          </a:ln>
        </p:spPr>
      </p:sp>
      <p:sp>
        <p:nvSpPr>
          <p:cNvPr id="88" name="Google Shape;88;p8"/>
          <p:cNvSpPr txBox="1"/>
          <p:nvPr>
            <p:ph idx="20" type="subTitle"/>
          </p:nvPr>
        </p:nvSpPr>
        <p:spPr>
          <a:xfrm>
            <a:off x="7542500" y="3769446"/>
            <a:ext cx="1370400" cy="171900"/>
          </a:xfrm>
          <a:prstGeom prst="rect">
            <a:avLst/>
          </a:prstGeom>
          <a:noFill/>
          <a:ln>
            <a:noFill/>
          </a:ln>
        </p:spPr>
        <p:txBody>
          <a:bodyPr anchorCtr="0" anchor="b" bIns="0" lIns="0" spcFirstLastPara="1" rIns="91425" wrap="square" tIns="0">
            <a:noAutofit/>
          </a:bodyPr>
          <a:lstStyle>
            <a:lvl1pPr lvl="0">
              <a:spcBef>
                <a:spcPts val="0"/>
              </a:spcBef>
              <a:spcAft>
                <a:spcPts val="0"/>
              </a:spcAft>
              <a:buNone/>
              <a:defRPr sz="12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2pPr>
            <a:lvl3pPr lvl="2">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3pPr>
            <a:lvl4pPr lvl="3">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4pPr>
            <a:lvl5pPr lvl="4">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5pPr>
            <a:lvl6pPr lvl="5">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6pPr>
            <a:lvl7pPr lvl="6">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7pPr>
            <a:lvl8pPr lvl="7">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8pPr>
            <a:lvl9pPr lvl="8">
              <a:spcBef>
                <a:spcPts val="0"/>
              </a:spcBef>
              <a:spcAft>
                <a:spcPts val="0"/>
              </a:spcAft>
              <a:buClr>
                <a:schemeClr val="accent3"/>
              </a:buClr>
              <a:buSzPts val="1000"/>
              <a:buFont typeface="Urbanist SemiBold"/>
              <a:buNone/>
              <a:defRPr sz="1000">
                <a:solidFill>
                  <a:schemeClr val="accent3"/>
                </a:solidFill>
                <a:latin typeface="Urbanist SemiBold"/>
                <a:ea typeface="Urbanist SemiBold"/>
                <a:cs typeface="Urbanist SemiBold"/>
                <a:sym typeface="Urbanist SemiBold"/>
              </a:defRPr>
            </a:lvl9pPr>
          </a:lstStyle>
          <a:p/>
        </p:txBody>
      </p:sp>
      <p:sp>
        <p:nvSpPr>
          <p:cNvPr id="89" name="Google Shape;89;p8"/>
          <p:cNvSpPr txBox="1"/>
          <p:nvPr>
            <p:ph idx="21" type="subTitle"/>
          </p:nvPr>
        </p:nvSpPr>
        <p:spPr>
          <a:xfrm>
            <a:off x="7542500" y="3947285"/>
            <a:ext cx="1370400" cy="171900"/>
          </a:xfrm>
          <a:prstGeom prst="rect">
            <a:avLst/>
          </a:prstGeom>
          <a:noFill/>
          <a:ln>
            <a:noFill/>
          </a:ln>
        </p:spPr>
        <p:txBody>
          <a:bodyPr anchorCtr="0" anchor="ctr" bIns="91425" lIns="0" spcFirstLastPara="1" rIns="91425" wrap="square" tIns="0">
            <a:noAutofit/>
          </a:bodyPr>
          <a:lstStyle>
            <a:lvl1pPr lvl="0">
              <a:spcBef>
                <a:spcPts val="0"/>
              </a:spcBef>
              <a:spcAft>
                <a:spcPts val="0"/>
              </a:spcAft>
              <a:buNone/>
              <a:defRPr sz="1000">
                <a:latin typeface="Urbanist Medium"/>
                <a:ea typeface="Urbanist Medium"/>
                <a:cs typeface="Urbanist Medium"/>
                <a:sym typeface="Urbanist Medium"/>
              </a:defRPr>
            </a:lvl1pPr>
            <a:lvl2pPr lvl="1">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000"/>
              <a:buFont typeface="Urbanist SemiBold"/>
              <a:buNone/>
              <a:defRPr sz="1000">
                <a:solidFill>
                  <a:schemeClr val="lt1"/>
                </a:solidFill>
                <a:latin typeface="Urbanist SemiBold"/>
                <a:ea typeface="Urbanist SemiBold"/>
                <a:cs typeface="Urbanist SemiBold"/>
                <a:sym typeface="Urbanist SemiBold"/>
              </a:defRPr>
            </a:lvl9pPr>
          </a:lstStyle>
          <a:p/>
        </p:txBody>
      </p:sp>
      <p:sp>
        <p:nvSpPr>
          <p:cNvPr id="90" name="Google Shape;90;p8"/>
          <p:cNvSpPr txBox="1"/>
          <p:nvPr>
            <p:ph idx="2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1" name="Google Shape;91;p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92" name="Google Shape;92;p8"/>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p:cSld name="BLANK_1_1_1_1_1_1">
    <p:spTree>
      <p:nvGrpSpPr>
        <p:cNvPr id="93" name="Shape 93"/>
        <p:cNvGrpSpPr/>
        <p:nvPr/>
      </p:nvGrpSpPr>
      <p:grpSpPr>
        <a:xfrm>
          <a:off x="0" y="0"/>
          <a:ext cx="0" cy="0"/>
          <a:chOff x="0" y="0"/>
          <a:chExt cx="0" cy="0"/>
        </a:xfrm>
      </p:grpSpPr>
      <p:pic>
        <p:nvPicPr>
          <p:cNvPr id="94" name="Google Shape;94;p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95" name="Google Shape;95;p9"/>
          <p:cNvSpPr/>
          <p:nvPr>
            <p:ph idx="2" type="pic"/>
          </p:nvPr>
        </p:nvSpPr>
        <p:spPr>
          <a:xfrm>
            <a:off x="9425" y="-3075"/>
            <a:ext cx="9144000" cy="4641000"/>
          </a:xfrm>
          <a:prstGeom prst="rect">
            <a:avLst/>
          </a:prstGeom>
          <a:noFill/>
          <a:ln>
            <a:noFill/>
          </a:ln>
        </p:spPr>
      </p:sp>
      <p:sp>
        <p:nvSpPr>
          <p:cNvPr id="96" name="Google Shape;96;p9"/>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solidFill>
                  <a:schemeClr val="dk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dk1"/>
                </a:solidFill>
                <a:latin typeface="Urbanist Medium"/>
                <a:ea typeface="Urbanist Medium"/>
                <a:cs typeface="Urbanist Medium"/>
                <a:sym typeface="Urbanist Medium"/>
              </a:defRPr>
            </a:lvl9pPr>
          </a:lstStyle>
          <a:p/>
        </p:txBody>
      </p:sp>
      <p:sp>
        <p:nvSpPr>
          <p:cNvPr id="97" name="Google Shape;97;p9"/>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1pPr>
            <a:lvl2pPr lvl="1">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2pPr>
            <a:lvl3pPr lvl="2">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3pPr>
            <a:lvl4pPr lvl="3">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4pPr>
            <a:lvl5pPr lvl="4">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5pPr>
            <a:lvl6pPr lvl="5">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6pPr>
            <a:lvl7pPr lvl="6">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7pPr>
            <a:lvl8pPr lvl="7">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8pPr>
            <a:lvl9pPr lvl="8">
              <a:spcBef>
                <a:spcPts val="0"/>
              </a:spcBef>
              <a:spcAft>
                <a:spcPts val="0"/>
              </a:spcAft>
              <a:buClr>
                <a:schemeClr val="dk1"/>
              </a:buClr>
              <a:buSzPts val="1200"/>
              <a:buFont typeface="Urbanist Medium"/>
              <a:buNone/>
              <a:defRPr sz="1200">
                <a:solidFill>
                  <a:schemeClr val="dk1"/>
                </a:solidFill>
                <a:latin typeface="Urbanist Medium"/>
                <a:ea typeface="Urbanist Medium"/>
                <a:cs typeface="Urbanist Medium"/>
                <a:sym typeface="Urbanist Medium"/>
              </a:defRPr>
            </a:lvl9pPr>
          </a:lstStyle>
          <a:p/>
        </p:txBody>
      </p:sp>
      <p:sp>
        <p:nvSpPr>
          <p:cNvPr id="98" name="Google Shape;98;p9"/>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99" name="Google Shape;99;p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00" name="Google Shape;100;p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rds w/ images">
  <p:cSld name="BLANK_1_1_1_1_1_1_1_1_1_1_3">
    <p:spTree>
      <p:nvGrpSpPr>
        <p:cNvPr id="101" name="Shape 101"/>
        <p:cNvGrpSpPr/>
        <p:nvPr/>
      </p:nvGrpSpPr>
      <p:grpSpPr>
        <a:xfrm>
          <a:off x="0" y="0"/>
          <a:ext cx="0" cy="0"/>
          <a:chOff x="0" y="0"/>
          <a:chExt cx="0" cy="0"/>
        </a:xfrm>
      </p:grpSpPr>
      <p:pic>
        <p:nvPicPr>
          <p:cNvPr id="102" name="Google Shape;102;p10"/>
          <p:cNvPicPr preferRelativeResize="0"/>
          <p:nvPr/>
        </p:nvPicPr>
        <p:blipFill rotWithShape="1">
          <a:blip r:embed="rId2">
            <a:alphaModFix/>
          </a:blip>
          <a:srcRect b="-9999" l="0" r="0" t="0"/>
          <a:stretch/>
        </p:blipFill>
        <p:spPr>
          <a:xfrm>
            <a:off x="0" y="0"/>
            <a:ext cx="9144003" cy="5143501"/>
          </a:xfrm>
          <a:prstGeom prst="rect">
            <a:avLst/>
          </a:prstGeom>
          <a:noFill/>
          <a:ln>
            <a:noFill/>
          </a:ln>
        </p:spPr>
      </p:pic>
      <p:grpSp>
        <p:nvGrpSpPr>
          <p:cNvPr id="103" name="Google Shape;103;p10"/>
          <p:cNvGrpSpPr/>
          <p:nvPr/>
        </p:nvGrpSpPr>
        <p:grpSpPr>
          <a:xfrm rot="5400000">
            <a:off x="8691475" y="228504"/>
            <a:ext cx="228589" cy="228623"/>
            <a:chOff x="1688332" y="4135245"/>
            <a:chExt cx="338700" cy="338700"/>
          </a:xfrm>
        </p:grpSpPr>
        <p:sp>
          <p:nvSpPr>
            <p:cNvPr id="104" name="Google Shape;104;p10"/>
            <p:cNvSpPr/>
            <p:nvPr/>
          </p:nvSpPr>
          <p:spPr>
            <a:xfrm rot="-5400000">
              <a:off x="1688332" y="4135245"/>
              <a:ext cx="338700" cy="338700"/>
            </a:xfrm>
            <a:prstGeom prst="ellipse">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grpSp>
          <p:nvGrpSpPr>
            <p:cNvPr id="105" name="Google Shape;105;p10"/>
            <p:cNvGrpSpPr/>
            <p:nvPr/>
          </p:nvGrpSpPr>
          <p:grpSpPr>
            <a:xfrm rot="-5400000">
              <a:off x="1787014" y="4262191"/>
              <a:ext cx="169598" cy="84809"/>
              <a:chOff x="498725" y="2069800"/>
              <a:chExt cx="205200" cy="102600"/>
            </a:xfrm>
          </p:grpSpPr>
          <p:cxnSp>
            <p:nvCxnSpPr>
              <p:cNvPr id="106" name="Google Shape;106;p10"/>
              <p:cNvCxnSpPr/>
              <p:nvPr/>
            </p:nvCxnSpPr>
            <p:spPr>
              <a:xfrm>
                <a:off x="498725" y="2069800"/>
                <a:ext cx="102600" cy="102600"/>
              </a:xfrm>
              <a:prstGeom prst="straightConnector1">
                <a:avLst/>
              </a:prstGeom>
              <a:noFill/>
              <a:ln cap="flat" cmpd="sng" w="9525">
                <a:solidFill>
                  <a:schemeClr val="dk1"/>
                </a:solidFill>
                <a:prstDash val="solid"/>
                <a:round/>
                <a:headEnd len="med" w="med" type="none"/>
                <a:tailEnd len="med" w="med" type="none"/>
              </a:ln>
            </p:spPr>
          </p:cxnSp>
          <p:cxnSp>
            <p:nvCxnSpPr>
              <p:cNvPr id="107" name="Google Shape;107;p10"/>
              <p:cNvCxnSpPr/>
              <p:nvPr/>
            </p:nvCxnSpPr>
            <p:spPr>
              <a:xfrm flipH="1">
                <a:off x="601325" y="2069800"/>
                <a:ext cx="102600" cy="102600"/>
              </a:xfrm>
              <a:prstGeom prst="straightConnector1">
                <a:avLst/>
              </a:prstGeom>
              <a:noFill/>
              <a:ln cap="flat" cmpd="sng" w="9525">
                <a:solidFill>
                  <a:schemeClr val="dk1"/>
                </a:solidFill>
                <a:prstDash val="solid"/>
                <a:round/>
                <a:headEnd len="med" w="med" type="none"/>
                <a:tailEnd len="med" w="med" type="none"/>
              </a:ln>
            </p:spPr>
          </p:cxnSp>
        </p:grpSp>
      </p:grpSp>
      <p:sp>
        <p:nvSpPr>
          <p:cNvPr id="108" name="Google Shape;108;p10"/>
          <p:cNvSpPr/>
          <p:nvPr>
            <p:ph idx="2" type="pic"/>
          </p:nvPr>
        </p:nvSpPr>
        <p:spPr>
          <a:xfrm>
            <a:off x="426700" y="1896600"/>
            <a:ext cx="665400" cy="685500"/>
          </a:xfrm>
          <a:prstGeom prst="roundRect">
            <a:avLst>
              <a:gd fmla="val 17601" name="adj"/>
            </a:avLst>
          </a:prstGeom>
          <a:noFill/>
          <a:ln>
            <a:noFill/>
          </a:ln>
        </p:spPr>
      </p:sp>
      <p:sp>
        <p:nvSpPr>
          <p:cNvPr id="109" name="Google Shape;109;p10"/>
          <p:cNvSpPr txBox="1"/>
          <p:nvPr>
            <p:ph idx="1" type="subTitle"/>
          </p:nvPr>
        </p:nvSpPr>
        <p:spPr>
          <a:xfrm>
            <a:off x="426700" y="2814635"/>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0" name="Google Shape;110;p10"/>
          <p:cNvSpPr txBox="1"/>
          <p:nvPr>
            <p:ph idx="3" type="subTitle"/>
          </p:nvPr>
        </p:nvSpPr>
        <p:spPr>
          <a:xfrm>
            <a:off x="4267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1" name="Google Shape;111;p10"/>
          <p:cNvSpPr/>
          <p:nvPr>
            <p:ph idx="4" type="pic"/>
          </p:nvPr>
        </p:nvSpPr>
        <p:spPr>
          <a:xfrm>
            <a:off x="2621800" y="1896600"/>
            <a:ext cx="665400" cy="685500"/>
          </a:xfrm>
          <a:prstGeom prst="roundRect">
            <a:avLst>
              <a:gd fmla="val 17601" name="adj"/>
            </a:avLst>
          </a:prstGeom>
          <a:noFill/>
          <a:ln>
            <a:noFill/>
          </a:ln>
        </p:spPr>
      </p:sp>
      <p:sp>
        <p:nvSpPr>
          <p:cNvPr id="112" name="Google Shape;112;p10"/>
          <p:cNvSpPr txBox="1"/>
          <p:nvPr>
            <p:ph idx="5" type="subTitle"/>
          </p:nvPr>
        </p:nvSpPr>
        <p:spPr>
          <a:xfrm>
            <a:off x="26218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3" name="Google Shape;113;p10"/>
          <p:cNvSpPr txBox="1"/>
          <p:nvPr>
            <p:ph idx="6" type="subTitle"/>
          </p:nvPr>
        </p:nvSpPr>
        <p:spPr>
          <a:xfrm>
            <a:off x="2621800" y="3265334"/>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4" name="Google Shape;114;p10"/>
          <p:cNvSpPr/>
          <p:nvPr>
            <p:ph idx="7" type="pic"/>
          </p:nvPr>
        </p:nvSpPr>
        <p:spPr>
          <a:xfrm>
            <a:off x="4816900" y="1896600"/>
            <a:ext cx="665400" cy="685500"/>
          </a:xfrm>
          <a:prstGeom prst="roundRect">
            <a:avLst>
              <a:gd fmla="val 17601" name="adj"/>
            </a:avLst>
          </a:prstGeom>
          <a:noFill/>
          <a:ln>
            <a:noFill/>
          </a:ln>
        </p:spPr>
      </p:sp>
      <p:sp>
        <p:nvSpPr>
          <p:cNvPr id="115" name="Google Shape;115;p10"/>
          <p:cNvSpPr txBox="1"/>
          <p:nvPr>
            <p:ph idx="8" type="subTitle"/>
          </p:nvPr>
        </p:nvSpPr>
        <p:spPr>
          <a:xfrm>
            <a:off x="48169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6" name="Google Shape;116;p10"/>
          <p:cNvSpPr txBox="1"/>
          <p:nvPr>
            <p:ph idx="9" type="subTitle"/>
          </p:nvPr>
        </p:nvSpPr>
        <p:spPr>
          <a:xfrm>
            <a:off x="48169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17" name="Google Shape;117;p10"/>
          <p:cNvSpPr/>
          <p:nvPr>
            <p:ph idx="13" type="pic"/>
          </p:nvPr>
        </p:nvSpPr>
        <p:spPr>
          <a:xfrm>
            <a:off x="7012000" y="1896600"/>
            <a:ext cx="665400" cy="685500"/>
          </a:xfrm>
          <a:prstGeom prst="roundRect">
            <a:avLst>
              <a:gd fmla="val 17601" name="adj"/>
            </a:avLst>
          </a:prstGeom>
          <a:noFill/>
          <a:ln>
            <a:noFill/>
          </a:ln>
        </p:spPr>
      </p:sp>
      <p:sp>
        <p:nvSpPr>
          <p:cNvPr id="118" name="Google Shape;118;p10"/>
          <p:cNvSpPr txBox="1"/>
          <p:nvPr>
            <p:ph idx="14" type="subTitle"/>
          </p:nvPr>
        </p:nvSpPr>
        <p:spPr>
          <a:xfrm>
            <a:off x="7012000" y="2814641"/>
            <a:ext cx="1761900" cy="228600"/>
          </a:xfrm>
          <a:prstGeom prst="rect">
            <a:avLst/>
          </a:prstGeom>
          <a:noFill/>
          <a:ln>
            <a:noFill/>
          </a:ln>
        </p:spPr>
        <p:txBody>
          <a:bodyPr anchorCtr="0" anchor="b" bIns="0" lIns="0" spcFirstLastPara="1" rIns="91425" wrap="square" tIns="0">
            <a:noAutofit/>
          </a:bodyPr>
          <a:lstStyle>
            <a:lvl1pPr lvl="0">
              <a:lnSpc>
                <a:spcPct val="85000"/>
              </a:lnSpc>
              <a:spcBef>
                <a:spcPts val="0"/>
              </a:spcBef>
              <a:spcAft>
                <a:spcPts val="0"/>
              </a:spcAft>
              <a:buNone/>
              <a:defRPr>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2pPr>
            <a:lvl3pPr lvl="2">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3pPr>
            <a:lvl4pPr lvl="3">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4pPr>
            <a:lvl5pPr lvl="4">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5pPr>
            <a:lvl6pPr lvl="5">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6pPr>
            <a:lvl7pPr lvl="6">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7pPr>
            <a:lvl8pPr lvl="7">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8pPr>
            <a:lvl9pPr lvl="8">
              <a:spcBef>
                <a:spcPts val="0"/>
              </a:spcBef>
              <a:spcAft>
                <a:spcPts val="0"/>
              </a:spcAft>
              <a:buClr>
                <a:schemeClr val="accent3"/>
              </a:buClr>
              <a:buSzPts val="1400"/>
              <a:buFont typeface="Urbanist"/>
              <a:buNone/>
              <a:defRPr>
                <a:solidFill>
                  <a:schemeClr val="accent3"/>
                </a:solidFill>
                <a:latin typeface="Urbanist"/>
                <a:ea typeface="Urbanist"/>
                <a:cs typeface="Urbanist"/>
                <a:sym typeface="Urbanist"/>
              </a:defRPr>
            </a:lvl9pPr>
          </a:lstStyle>
          <a:p/>
        </p:txBody>
      </p:sp>
      <p:sp>
        <p:nvSpPr>
          <p:cNvPr id="119" name="Google Shape;119;p10"/>
          <p:cNvSpPr txBox="1"/>
          <p:nvPr>
            <p:ph idx="15" type="subTitle"/>
          </p:nvPr>
        </p:nvSpPr>
        <p:spPr>
          <a:xfrm>
            <a:off x="7012000" y="3265335"/>
            <a:ext cx="1761900" cy="163800"/>
          </a:xfrm>
          <a:prstGeom prst="rect">
            <a:avLst/>
          </a:prstGeom>
          <a:noFill/>
          <a:ln>
            <a:noFill/>
          </a:ln>
        </p:spPr>
        <p:txBody>
          <a:bodyPr anchorCtr="0" anchor="ctr" bIns="0" lIns="0" spcFirstLastPara="1" rIns="91425" wrap="square" tIns="0">
            <a:noAutofit/>
          </a:bodyPr>
          <a:lstStyle>
            <a:lvl1pPr lvl="0">
              <a:lnSpc>
                <a:spcPct val="85000"/>
              </a:lnSpc>
              <a:spcBef>
                <a:spcPts val="0"/>
              </a:spcBef>
              <a:spcAft>
                <a:spcPts val="0"/>
              </a:spcAft>
              <a:buNone/>
              <a:defRPr sz="1200">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120" name="Google Shape;120;p1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21" name="Google Shape;121;p10"/>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22" name="Google Shape;122;p1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23" name="Google Shape;123;p10"/>
          <p:cNvSpPr txBox="1"/>
          <p:nvPr>
            <p:ph idx="17"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hort big title and body">
  <p:cSld name="BLANK_1_1_1_1_1_1_1_1_1_1_2">
    <p:spTree>
      <p:nvGrpSpPr>
        <p:cNvPr id="124" name="Shape 124"/>
        <p:cNvGrpSpPr/>
        <p:nvPr/>
      </p:nvGrpSpPr>
      <p:grpSpPr>
        <a:xfrm>
          <a:off x="0" y="0"/>
          <a:ext cx="0" cy="0"/>
          <a:chOff x="0" y="0"/>
          <a:chExt cx="0" cy="0"/>
        </a:xfrm>
      </p:grpSpPr>
      <p:pic>
        <p:nvPicPr>
          <p:cNvPr id="125" name="Google Shape;125;p1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26" name="Google Shape;126;p11"/>
          <p:cNvSpPr txBox="1"/>
          <p:nvPr>
            <p:ph idx="1" type="subTitle"/>
          </p:nvPr>
        </p:nvSpPr>
        <p:spPr>
          <a:xfrm>
            <a:off x="4314775" y="3818375"/>
            <a:ext cx="4230600" cy="4527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lt1"/>
              </a:buClr>
              <a:buSzPts val="1400"/>
              <a:buFont typeface="Urbanist Medium"/>
              <a:buNone/>
              <a:defRPr>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127" name="Google Shape;127;p11"/>
          <p:cNvSpPr txBox="1"/>
          <p:nvPr>
            <p:ph type="title"/>
          </p:nvPr>
        </p:nvSpPr>
        <p:spPr>
          <a:xfrm>
            <a:off x="228600" y="290448"/>
            <a:ext cx="3655800" cy="2407500"/>
          </a:xfrm>
          <a:prstGeom prst="rect">
            <a:avLst/>
          </a:prstGeom>
          <a:noFill/>
          <a:ln>
            <a:noFill/>
          </a:ln>
        </p:spPr>
        <p:txBody>
          <a:bodyPr anchorCtr="0" anchor="ctr" bIns="91425" lIns="0" spcFirstLastPara="1" rIns="91425" wrap="square" tIns="91425">
            <a:spAutoFit/>
          </a:bodyPr>
          <a:lstStyle>
            <a:lvl1pPr lvl="0">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1pPr>
            <a:lvl2pPr lvl="1">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2pPr>
            <a:lvl3pPr lvl="2">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3pPr>
            <a:lvl4pPr lvl="3">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4pPr>
            <a:lvl5pPr lvl="4">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5pPr>
            <a:lvl6pPr lvl="5">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6pPr>
            <a:lvl7pPr lvl="6">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7pPr>
            <a:lvl8pPr lvl="7">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8pPr>
            <a:lvl9pPr lvl="8">
              <a:lnSpc>
                <a:spcPct val="85000"/>
              </a:lnSpc>
              <a:spcBef>
                <a:spcPts val="0"/>
              </a:spcBef>
              <a:spcAft>
                <a:spcPts val="0"/>
              </a:spcAft>
              <a:buNone/>
              <a:defRPr sz="4800">
                <a:solidFill>
                  <a:schemeClr val="dk2"/>
                </a:solidFill>
                <a:latin typeface="Urbanist Medium"/>
                <a:ea typeface="Urbanist Medium"/>
                <a:cs typeface="Urbanist Medium"/>
                <a:sym typeface="Urbanist Medium"/>
              </a:defRPr>
            </a:lvl9pPr>
          </a:lstStyle>
          <a:p/>
        </p:txBody>
      </p:sp>
      <p:cxnSp>
        <p:nvCxnSpPr>
          <p:cNvPr id="128" name="Google Shape;128;p11"/>
          <p:cNvCxnSpPr/>
          <p:nvPr/>
        </p:nvCxnSpPr>
        <p:spPr>
          <a:xfrm>
            <a:off x="4159025" y="226100"/>
            <a:ext cx="0" cy="4457700"/>
          </a:xfrm>
          <a:prstGeom prst="straightConnector1">
            <a:avLst/>
          </a:prstGeom>
          <a:noFill/>
          <a:ln cap="flat" cmpd="sng" w="9525">
            <a:solidFill>
              <a:schemeClr val="accent1"/>
            </a:solidFill>
            <a:prstDash val="solid"/>
            <a:round/>
            <a:headEnd len="med" w="med" type="none"/>
            <a:tailEnd len="med" w="med" type="none"/>
          </a:ln>
        </p:spPr>
      </p:cxnSp>
      <p:cxnSp>
        <p:nvCxnSpPr>
          <p:cNvPr id="129" name="Google Shape;129;p11"/>
          <p:cNvCxnSpPr/>
          <p:nvPr/>
        </p:nvCxnSpPr>
        <p:spPr>
          <a:xfrm>
            <a:off x="228600" y="226100"/>
            <a:ext cx="8687100" cy="0"/>
          </a:xfrm>
          <a:prstGeom prst="straightConnector1">
            <a:avLst/>
          </a:prstGeom>
          <a:noFill/>
          <a:ln cap="flat" cmpd="sng" w="9525">
            <a:solidFill>
              <a:schemeClr val="accent1"/>
            </a:solidFill>
            <a:prstDash val="solid"/>
            <a:round/>
            <a:headEnd len="med" w="med" type="none"/>
            <a:tailEnd len="med" w="med" type="none"/>
          </a:ln>
        </p:spPr>
      </p:cxnSp>
      <p:sp>
        <p:nvSpPr>
          <p:cNvPr id="130" name="Google Shape;130;p1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31" name="Google Shape;131;p11"/>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32" name="Google Shape;132;p1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33" name="Google Shape;133;p11"/>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ALT 2">
  <p:cSld name="BLANK_1_1_1_1_1_1_1_1_1_1_1_1_2">
    <p:spTree>
      <p:nvGrpSpPr>
        <p:cNvPr id="134" name="Shape 134"/>
        <p:cNvGrpSpPr/>
        <p:nvPr/>
      </p:nvGrpSpPr>
      <p:grpSpPr>
        <a:xfrm>
          <a:off x="0" y="0"/>
          <a:ext cx="0" cy="0"/>
          <a:chOff x="0" y="0"/>
          <a:chExt cx="0" cy="0"/>
        </a:xfrm>
      </p:grpSpPr>
      <p:pic>
        <p:nvPicPr>
          <p:cNvPr id="135" name="Google Shape;135;p1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36" name="Google Shape;136;p12"/>
          <p:cNvSpPr txBox="1"/>
          <p:nvPr>
            <p:ph idx="1" type="body"/>
          </p:nvPr>
        </p:nvSpPr>
        <p:spPr>
          <a:xfrm>
            <a:off x="228600" y="1743625"/>
            <a:ext cx="4296600" cy="2709000"/>
          </a:xfrm>
          <a:prstGeom prst="rect">
            <a:avLst/>
          </a:prstGeom>
          <a:noFill/>
          <a:ln>
            <a:noFill/>
          </a:ln>
        </p:spPr>
        <p:txBody>
          <a:bodyPr anchorCtr="0" anchor="b" bIns="91425" lIns="0"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9pPr>
          </a:lstStyle>
          <a:p/>
        </p:txBody>
      </p:sp>
      <p:sp>
        <p:nvSpPr>
          <p:cNvPr id="137" name="Google Shape;137;p12"/>
          <p:cNvSpPr/>
          <p:nvPr>
            <p:ph idx="2" type="pic"/>
          </p:nvPr>
        </p:nvSpPr>
        <p:spPr>
          <a:xfrm>
            <a:off x="5342000" y="457200"/>
            <a:ext cx="3573300" cy="3995400"/>
          </a:xfrm>
          <a:prstGeom prst="roundRect">
            <a:avLst>
              <a:gd fmla="val 6865" name="adj"/>
            </a:avLst>
          </a:prstGeom>
          <a:noFill/>
          <a:ln>
            <a:noFill/>
          </a:ln>
        </p:spPr>
      </p:sp>
      <p:sp>
        <p:nvSpPr>
          <p:cNvPr id="138" name="Google Shape;138;p12"/>
          <p:cNvSpPr txBox="1"/>
          <p:nvPr>
            <p:ph idx="3"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sp>
        <p:nvSpPr>
          <p:cNvPr id="139" name="Google Shape;139;p12"/>
          <p:cNvSpPr txBox="1"/>
          <p:nvPr>
            <p:ph type="title"/>
          </p:nvPr>
        </p:nvSpPr>
        <p:spPr>
          <a:xfrm>
            <a:off x="228600" y="613525"/>
            <a:ext cx="4296600" cy="11628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2pPr>
            <a:lvl3pPr lvl="2">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3pPr>
            <a:lvl4pPr lvl="3">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4pPr>
            <a:lvl5pPr lvl="4">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5pPr>
            <a:lvl6pPr lvl="5">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6pPr>
            <a:lvl7pPr lvl="6">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7pPr>
            <a:lvl8pPr lvl="7">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8pPr>
            <a:lvl9pPr lvl="8">
              <a:lnSpc>
                <a:spcPct val="85000"/>
              </a:lnSpc>
              <a:spcBef>
                <a:spcPts val="0"/>
              </a:spcBef>
              <a:spcAft>
                <a:spcPts val="0"/>
              </a:spcAft>
              <a:buNone/>
              <a:defRPr sz="3600">
                <a:solidFill>
                  <a:schemeClr val="lt1"/>
                </a:solidFill>
                <a:latin typeface="Urbanist Medium"/>
                <a:ea typeface="Urbanist Medium"/>
                <a:cs typeface="Urbanist Medium"/>
                <a:sym typeface="Urbanist Medium"/>
              </a:defRPr>
            </a:lvl9pPr>
          </a:lstStyle>
          <a:p/>
        </p:txBody>
      </p:sp>
      <p:sp>
        <p:nvSpPr>
          <p:cNvPr id="140" name="Google Shape;140;p1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141" name="Google Shape;141;p12"/>
          <p:cNvSpPr txBox="1"/>
          <p:nvPr>
            <p:ph idx="4"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42" name="Google Shape;142;p1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43" name="Google Shape;143;p12"/>
          <p:cNvSpPr txBox="1"/>
          <p:nvPr>
            <p:ph idx="5"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cards">
  <p:cSld name="CUSTOM_1">
    <p:spTree>
      <p:nvGrpSpPr>
        <p:cNvPr id="144" name="Shape 144"/>
        <p:cNvGrpSpPr/>
        <p:nvPr/>
      </p:nvGrpSpPr>
      <p:grpSpPr>
        <a:xfrm>
          <a:off x="0" y="0"/>
          <a:ext cx="0" cy="0"/>
          <a:chOff x="0" y="0"/>
          <a:chExt cx="0" cy="0"/>
        </a:xfrm>
      </p:grpSpPr>
      <p:pic>
        <p:nvPicPr>
          <p:cNvPr id="145" name="Google Shape;145;p1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46" name="Google Shape;146;p13"/>
          <p:cNvSpPr txBox="1"/>
          <p:nvPr>
            <p:ph type="title"/>
          </p:nvPr>
        </p:nvSpPr>
        <p:spPr>
          <a:xfrm>
            <a:off x="3386700" y="572202"/>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47" name="Google Shape;147;p13"/>
          <p:cNvSpPr txBox="1"/>
          <p:nvPr>
            <p:ph idx="1" type="subTitle"/>
          </p:nvPr>
        </p:nvSpPr>
        <p:spPr>
          <a:xfrm>
            <a:off x="338670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48" name="Google Shape;148;p13"/>
          <p:cNvSpPr txBox="1"/>
          <p:nvPr>
            <p:ph idx="2" type="subTitle"/>
          </p:nvPr>
        </p:nvSpPr>
        <p:spPr>
          <a:xfrm>
            <a:off x="338670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49" name="Google Shape;149;p13"/>
          <p:cNvSpPr txBox="1"/>
          <p:nvPr>
            <p:ph idx="3" type="title"/>
          </p:nvPr>
        </p:nvSpPr>
        <p:spPr>
          <a:xfrm>
            <a:off x="6307650" y="564931"/>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150" name="Google Shape;150;p13"/>
          <p:cNvSpPr txBox="1"/>
          <p:nvPr>
            <p:ph idx="4" type="subTitle"/>
          </p:nvPr>
        </p:nvSpPr>
        <p:spPr>
          <a:xfrm>
            <a:off x="6307650" y="1007869"/>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51" name="Google Shape;151;p13"/>
          <p:cNvSpPr txBox="1"/>
          <p:nvPr>
            <p:ph idx="5" type="subTitle"/>
          </p:nvPr>
        </p:nvSpPr>
        <p:spPr>
          <a:xfrm>
            <a:off x="6307650" y="1153190"/>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000"/>
              <a:buFont typeface="Urbanist Medium"/>
              <a:buNone/>
              <a:defRPr sz="1000">
                <a:solidFill>
                  <a:schemeClr val="dk2"/>
                </a:solidFill>
                <a:latin typeface="Urbanist Medium"/>
                <a:ea typeface="Urbanist Medium"/>
                <a:cs typeface="Urbanist Medium"/>
                <a:sym typeface="Urbanist Medium"/>
              </a:defRPr>
            </a:lvl9pPr>
          </a:lstStyle>
          <a:p/>
        </p:txBody>
      </p:sp>
      <p:sp>
        <p:nvSpPr>
          <p:cNvPr id="152" name="Google Shape;152;p13"/>
          <p:cNvSpPr txBox="1"/>
          <p:nvPr>
            <p:ph idx="6"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1pPr>
            <a:lvl2pPr lvl="1">
              <a:spcBef>
                <a:spcPts val="0"/>
              </a:spcBef>
              <a:spcAft>
                <a:spcPts val="0"/>
              </a:spcAft>
              <a:buClr>
                <a:schemeClr val="dk2"/>
              </a:buClr>
              <a:buSzPts val="1400"/>
              <a:buFont typeface="Urbanist"/>
              <a:buNone/>
              <a:defRPr>
                <a:solidFill>
                  <a:schemeClr val="dk2"/>
                </a:solidFill>
              </a:defRPr>
            </a:lvl2pPr>
            <a:lvl3pPr lvl="2">
              <a:spcBef>
                <a:spcPts val="0"/>
              </a:spcBef>
              <a:spcAft>
                <a:spcPts val="0"/>
              </a:spcAft>
              <a:buClr>
                <a:schemeClr val="dk2"/>
              </a:buClr>
              <a:buSzPts val="1400"/>
              <a:buFont typeface="Urbanist"/>
              <a:buNone/>
              <a:defRPr>
                <a:solidFill>
                  <a:schemeClr val="dk2"/>
                </a:solidFill>
              </a:defRPr>
            </a:lvl3pPr>
            <a:lvl4pPr lvl="3">
              <a:spcBef>
                <a:spcPts val="0"/>
              </a:spcBef>
              <a:spcAft>
                <a:spcPts val="0"/>
              </a:spcAft>
              <a:buClr>
                <a:schemeClr val="dk2"/>
              </a:buClr>
              <a:buSzPts val="1400"/>
              <a:buFont typeface="Urbanist"/>
              <a:buNone/>
              <a:defRPr>
                <a:solidFill>
                  <a:schemeClr val="dk2"/>
                </a:solidFill>
              </a:defRPr>
            </a:lvl4pPr>
            <a:lvl5pPr lvl="4">
              <a:spcBef>
                <a:spcPts val="0"/>
              </a:spcBef>
              <a:spcAft>
                <a:spcPts val="0"/>
              </a:spcAft>
              <a:buClr>
                <a:schemeClr val="dk2"/>
              </a:buClr>
              <a:buSzPts val="1400"/>
              <a:buFont typeface="Urbanist"/>
              <a:buNone/>
              <a:defRPr>
                <a:solidFill>
                  <a:schemeClr val="dk2"/>
                </a:solidFill>
              </a:defRPr>
            </a:lvl5pPr>
            <a:lvl6pPr lvl="5">
              <a:spcBef>
                <a:spcPts val="0"/>
              </a:spcBef>
              <a:spcAft>
                <a:spcPts val="0"/>
              </a:spcAft>
              <a:buClr>
                <a:schemeClr val="dk2"/>
              </a:buClr>
              <a:buSzPts val="1400"/>
              <a:buFont typeface="Urbanist"/>
              <a:buNone/>
              <a:defRPr>
                <a:solidFill>
                  <a:schemeClr val="dk2"/>
                </a:solidFill>
              </a:defRPr>
            </a:lvl6pPr>
            <a:lvl7pPr lvl="6">
              <a:spcBef>
                <a:spcPts val="0"/>
              </a:spcBef>
              <a:spcAft>
                <a:spcPts val="0"/>
              </a:spcAft>
              <a:buClr>
                <a:schemeClr val="dk2"/>
              </a:buClr>
              <a:buSzPts val="1400"/>
              <a:buFont typeface="Urbanist"/>
              <a:buNone/>
              <a:defRPr>
                <a:solidFill>
                  <a:schemeClr val="dk2"/>
                </a:solidFill>
              </a:defRPr>
            </a:lvl7pPr>
            <a:lvl8pPr lvl="7">
              <a:spcBef>
                <a:spcPts val="0"/>
              </a:spcBef>
              <a:spcAft>
                <a:spcPts val="0"/>
              </a:spcAft>
              <a:buClr>
                <a:schemeClr val="dk2"/>
              </a:buClr>
              <a:buSzPts val="1400"/>
              <a:buFont typeface="Urbanist"/>
              <a:buNone/>
              <a:defRPr>
                <a:solidFill>
                  <a:schemeClr val="dk2"/>
                </a:solidFill>
              </a:defRPr>
            </a:lvl8pPr>
            <a:lvl9pPr lvl="8">
              <a:spcBef>
                <a:spcPts val="0"/>
              </a:spcBef>
              <a:spcAft>
                <a:spcPts val="0"/>
              </a:spcAft>
              <a:buClr>
                <a:schemeClr val="dk2"/>
              </a:buClr>
              <a:buSzPts val="1400"/>
              <a:buFont typeface="Urbanist"/>
              <a:buNone/>
              <a:defRPr>
                <a:solidFill>
                  <a:schemeClr val="dk2"/>
                </a:solidFill>
              </a:defRPr>
            </a:lvl9pPr>
          </a:lstStyle>
          <a:p/>
        </p:txBody>
      </p:sp>
      <p:sp>
        <p:nvSpPr>
          <p:cNvPr id="153" name="Google Shape;153;p13"/>
          <p:cNvSpPr txBox="1"/>
          <p:nvPr>
            <p:ph idx="7" type="subTitle"/>
          </p:nvPr>
        </p:nvSpPr>
        <p:spPr>
          <a:xfrm>
            <a:off x="3482800" y="4057204"/>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sp>
        <p:nvSpPr>
          <p:cNvPr id="154" name="Google Shape;154;p13"/>
          <p:cNvSpPr txBox="1"/>
          <p:nvPr>
            <p:ph idx="8" type="subTitle"/>
          </p:nvPr>
        </p:nvSpPr>
        <p:spPr>
          <a:xfrm>
            <a:off x="6405300" y="4057079"/>
            <a:ext cx="1076100" cy="168300"/>
          </a:xfrm>
          <a:prstGeom prst="rect">
            <a:avLst/>
          </a:prstGeom>
          <a:noFill/>
          <a:ln>
            <a:noFill/>
          </a:ln>
        </p:spPr>
        <p:txBody>
          <a:bodyPr anchorCtr="0" anchor="ctr" bIns="91425" lIns="0" spcFirstLastPara="1" rIns="91425" wrap="square" tIns="0">
            <a:noAutofit/>
          </a:bodyPr>
          <a:lstStyle>
            <a:lvl1pPr lvl="0" algn="ctr">
              <a:lnSpc>
                <a:spcPct val="85000"/>
              </a:lnSpc>
              <a:spcBef>
                <a:spcPts val="0"/>
              </a:spcBef>
              <a:spcAft>
                <a:spcPts val="0"/>
              </a:spcAft>
              <a:buNone/>
              <a:defRPr sz="800">
                <a:solidFill>
                  <a:schemeClr val="dk1"/>
                </a:solidFill>
                <a:latin typeface="Urbanist Medium"/>
                <a:ea typeface="Urbanist Medium"/>
                <a:cs typeface="Urbanist Medium"/>
                <a:sym typeface="Urbanist Medium"/>
              </a:defRPr>
            </a:lvl1pPr>
            <a:lvl2pPr lvl="1"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2pPr>
            <a:lvl3pPr lvl="2"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3pPr>
            <a:lvl4pPr lvl="3"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4pPr>
            <a:lvl5pPr lvl="4"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5pPr>
            <a:lvl6pPr lvl="5"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6pPr>
            <a:lvl7pPr lvl="6"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7pPr>
            <a:lvl8pPr lvl="7"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8pPr>
            <a:lvl9pPr lvl="8" algn="ctr">
              <a:spcBef>
                <a:spcPts val="0"/>
              </a:spcBef>
              <a:spcAft>
                <a:spcPts val="0"/>
              </a:spcAft>
              <a:buClr>
                <a:schemeClr val="dk1"/>
              </a:buClr>
              <a:buSzPts val="800"/>
              <a:buFont typeface="Urbanist"/>
              <a:buNone/>
              <a:defRPr sz="800">
                <a:solidFill>
                  <a:schemeClr val="dk1"/>
                </a:solidFill>
                <a:latin typeface="Urbanist"/>
                <a:ea typeface="Urbanist"/>
                <a:cs typeface="Urbanist"/>
                <a:sym typeface="Urbanist"/>
              </a:defRPr>
            </a:lvl9pPr>
          </a:lstStyle>
          <a:p/>
        </p:txBody>
      </p:sp>
      <p:grpSp>
        <p:nvGrpSpPr>
          <p:cNvPr id="155" name="Google Shape;155;p13"/>
          <p:cNvGrpSpPr/>
          <p:nvPr/>
        </p:nvGrpSpPr>
        <p:grpSpPr>
          <a:xfrm rot="-5400000">
            <a:off x="4794488" y="4206993"/>
            <a:ext cx="141588" cy="73485"/>
            <a:chOff x="498725" y="2069800"/>
            <a:chExt cx="205200" cy="106500"/>
          </a:xfrm>
        </p:grpSpPr>
        <p:cxnSp>
          <p:nvCxnSpPr>
            <p:cNvPr id="156" name="Google Shape;156;p13"/>
            <p:cNvCxnSpPr/>
            <p:nvPr/>
          </p:nvCxnSpPr>
          <p:spPr>
            <a:xfrm flipH="1" rot="-5400000">
              <a:off x="498725" y="2069800"/>
              <a:ext cx="103500" cy="103500"/>
            </a:xfrm>
            <a:prstGeom prst="straightConnector1">
              <a:avLst/>
            </a:prstGeom>
            <a:noFill/>
            <a:ln cap="flat" cmpd="sng" w="9525">
              <a:solidFill>
                <a:schemeClr val="lt2"/>
              </a:solidFill>
              <a:prstDash val="solid"/>
              <a:round/>
              <a:headEnd len="med" w="med" type="none"/>
              <a:tailEnd len="med" w="med" type="none"/>
            </a:ln>
          </p:spPr>
        </p:cxnSp>
        <p:cxnSp>
          <p:nvCxnSpPr>
            <p:cNvPr id="157" name="Google Shape;157;p13"/>
            <p:cNvCxnSpPr/>
            <p:nvPr/>
          </p:nvCxnSpPr>
          <p:spPr>
            <a:xfrm rot="5400000">
              <a:off x="596825" y="2069200"/>
              <a:ext cx="106500" cy="107700"/>
            </a:xfrm>
            <a:prstGeom prst="straightConnector1">
              <a:avLst/>
            </a:prstGeom>
            <a:noFill/>
            <a:ln cap="flat" cmpd="sng" w="9525">
              <a:solidFill>
                <a:schemeClr val="lt2"/>
              </a:solidFill>
              <a:prstDash val="solid"/>
              <a:round/>
              <a:headEnd len="med" w="med" type="none"/>
              <a:tailEnd len="med" w="med" type="none"/>
            </a:ln>
          </p:spPr>
        </p:cxnSp>
      </p:grpSp>
      <p:sp>
        <p:nvSpPr>
          <p:cNvPr id="158" name="Google Shape;158;p13"/>
          <p:cNvSpPr txBox="1"/>
          <p:nvPr>
            <p:ph idx="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59" name="Google Shape;159;p1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60" name="Google Shape;160;p13"/>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cards">
  <p:cSld name="CUSTOM_1_1">
    <p:spTree>
      <p:nvGrpSpPr>
        <p:cNvPr id="161" name="Shape 161"/>
        <p:cNvGrpSpPr/>
        <p:nvPr/>
      </p:nvGrpSpPr>
      <p:grpSpPr>
        <a:xfrm>
          <a:off x="0" y="0"/>
          <a:ext cx="0" cy="0"/>
          <a:chOff x="0" y="0"/>
          <a:chExt cx="0" cy="0"/>
        </a:xfrm>
      </p:grpSpPr>
      <p:pic>
        <p:nvPicPr>
          <p:cNvPr id="162" name="Google Shape;162;p1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63" name="Google Shape;163;p14"/>
          <p:cNvSpPr txBox="1"/>
          <p:nvPr>
            <p:ph type="title"/>
          </p:nvPr>
        </p:nvSpPr>
        <p:spPr>
          <a:xfrm>
            <a:off x="233850" y="228600"/>
            <a:ext cx="21900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1pPr>
            <a:lvl2pPr lvl="1">
              <a:spcBef>
                <a:spcPts val="0"/>
              </a:spcBef>
              <a:spcAft>
                <a:spcPts val="0"/>
              </a:spcAft>
              <a:buClr>
                <a:schemeClr val="lt1"/>
              </a:buClr>
              <a:buSzPts val="1400"/>
              <a:buFont typeface="Urbanist"/>
              <a:buNone/>
              <a:defRPr/>
            </a:lvl2pPr>
            <a:lvl3pPr lvl="2">
              <a:spcBef>
                <a:spcPts val="0"/>
              </a:spcBef>
              <a:spcAft>
                <a:spcPts val="0"/>
              </a:spcAft>
              <a:buClr>
                <a:schemeClr val="lt1"/>
              </a:buClr>
              <a:buSzPts val="1400"/>
              <a:buFont typeface="Urbanist"/>
              <a:buNone/>
              <a:defRPr/>
            </a:lvl3pPr>
            <a:lvl4pPr lvl="3">
              <a:spcBef>
                <a:spcPts val="0"/>
              </a:spcBef>
              <a:spcAft>
                <a:spcPts val="0"/>
              </a:spcAft>
              <a:buClr>
                <a:schemeClr val="lt1"/>
              </a:buClr>
              <a:buSzPts val="1400"/>
              <a:buFont typeface="Urbanist"/>
              <a:buNone/>
              <a:defRPr/>
            </a:lvl4pPr>
            <a:lvl5pPr lvl="4">
              <a:spcBef>
                <a:spcPts val="0"/>
              </a:spcBef>
              <a:spcAft>
                <a:spcPts val="0"/>
              </a:spcAft>
              <a:buClr>
                <a:schemeClr val="lt1"/>
              </a:buClr>
              <a:buSzPts val="1400"/>
              <a:buFont typeface="Urbanist"/>
              <a:buNone/>
              <a:defRPr/>
            </a:lvl5pPr>
            <a:lvl6pPr lvl="5">
              <a:spcBef>
                <a:spcPts val="0"/>
              </a:spcBef>
              <a:spcAft>
                <a:spcPts val="0"/>
              </a:spcAft>
              <a:buClr>
                <a:schemeClr val="lt1"/>
              </a:buClr>
              <a:buSzPts val="1400"/>
              <a:buFont typeface="Urbanist"/>
              <a:buNone/>
              <a:defRPr/>
            </a:lvl6pPr>
            <a:lvl7pPr lvl="6">
              <a:spcBef>
                <a:spcPts val="0"/>
              </a:spcBef>
              <a:spcAft>
                <a:spcPts val="0"/>
              </a:spcAft>
              <a:buClr>
                <a:schemeClr val="lt1"/>
              </a:buClr>
              <a:buSzPts val="1400"/>
              <a:buFont typeface="Urbanist"/>
              <a:buNone/>
              <a:defRPr/>
            </a:lvl7pPr>
            <a:lvl8pPr lvl="7">
              <a:spcBef>
                <a:spcPts val="0"/>
              </a:spcBef>
              <a:spcAft>
                <a:spcPts val="0"/>
              </a:spcAft>
              <a:buClr>
                <a:schemeClr val="lt1"/>
              </a:buClr>
              <a:buSzPts val="1400"/>
              <a:buFont typeface="Urbanist"/>
              <a:buNone/>
              <a:defRPr/>
            </a:lvl8pPr>
            <a:lvl9pPr lvl="8">
              <a:spcBef>
                <a:spcPts val="0"/>
              </a:spcBef>
              <a:spcAft>
                <a:spcPts val="0"/>
              </a:spcAft>
              <a:buClr>
                <a:schemeClr val="lt1"/>
              </a:buClr>
              <a:buSzPts val="1400"/>
              <a:buFont typeface="Urbanist"/>
              <a:buNone/>
              <a:defRPr/>
            </a:lvl9pPr>
          </a:lstStyle>
          <a:p/>
        </p:txBody>
      </p:sp>
      <p:sp>
        <p:nvSpPr>
          <p:cNvPr id="164" name="Google Shape;164;p14"/>
          <p:cNvSpPr txBox="1"/>
          <p:nvPr>
            <p:ph idx="2" type="title"/>
          </p:nvPr>
        </p:nvSpPr>
        <p:spPr>
          <a:xfrm>
            <a:off x="3379125"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5" name="Google Shape;165;p14"/>
          <p:cNvSpPr txBox="1"/>
          <p:nvPr>
            <p:ph idx="1" type="subTitle"/>
          </p:nvPr>
        </p:nvSpPr>
        <p:spPr>
          <a:xfrm>
            <a:off x="3379125"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6" name="Google Shape;166;p14"/>
          <p:cNvSpPr txBox="1"/>
          <p:nvPr>
            <p:ph idx="3" type="subTitle"/>
          </p:nvPr>
        </p:nvSpPr>
        <p:spPr>
          <a:xfrm>
            <a:off x="3379123"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67" name="Google Shape;167;p14"/>
          <p:cNvSpPr txBox="1"/>
          <p:nvPr>
            <p:ph idx="4" type="title"/>
          </p:nvPr>
        </p:nvSpPr>
        <p:spPr>
          <a:xfrm>
            <a:off x="6318039" y="49110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68" name="Google Shape;168;p14"/>
          <p:cNvSpPr txBox="1"/>
          <p:nvPr>
            <p:ph idx="5" type="subTitle"/>
          </p:nvPr>
        </p:nvSpPr>
        <p:spPr>
          <a:xfrm>
            <a:off x="6318039" y="691577"/>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69" name="Google Shape;169;p14"/>
          <p:cNvSpPr txBox="1"/>
          <p:nvPr>
            <p:ph idx="6" type="subTitle"/>
          </p:nvPr>
        </p:nvSpPr>
        <p:spPr>
          <a:xfrm>
            <a:off x="6318036" y="107207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0" name="Google Shape;170;p14"/>
          <p:cNvSpPr txBox="1"/>
          <p:nvPr>
            <p:ph idx="7" type="title"/>
          </p:nvPr>
        </p:nvSpPr>
        <p:spPr>
          <a:xfrm>
            <a:off x="6318039"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1" name="Google Shape;171;p14"/>
          <p:cNvSpPr txBox="1"/>
          <p:nvPr>
            <p:ph idx="8" type="subTitle"/>
          </p:nvPr>
        </p:nvSpPr>
        <p:spPr>
          <a:xfrm>
            <a:off x="6318039"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2" name="Google Shape;172;p14"/>
          <p:cNvSpPr txBox="1"/>
          <p:nvPr>
            <p:ph idx="9" type="subTitle"/>
          </p:nvPr>
        </p:nvSpPr>
        <p:spPr>
          <a:xfrm>
            <a:off x="6318036"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3" name="Google Shape;173;p14"/>
          <p:cNvSpPr txBox="1"/>
          <p:nvPr>
            <p:ph idx="13" type="title"/>
          </p:nvPr>
        </p:nvSpPr>
        <p:spPr>
          <a:xfrm>
            <a:off x="3379125" y="2655740"/>
            <a:ext cx="14613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800"/>
              <a:buFont typeface="Urbanist"/>
              <a:buNone/>
              <a:defRPr sz="1800">
                <a:solidFill>
                  <a:schemeClr val="accent3"/>
                </a:solidFill>
                <a:latin typeface="Urbanist"/>
                <a:ea typeface="Urbanist"/>
                <a:cs typeface="Urbanist"/>
                <a:sym typeface="Urbanist"/>
              </a:defRPr>
            </a:lvl1pPr>
            <a:lvl2pPr lvl="1">
              <a:spcBef>
                <a:spcPts val="0"/>
              </a:spcBef>
              <a:spcAft>
                <a:spcPts val="0"/>
              </a:spcAft>
              <a:buClr>
                <a:schemeClr val="accent3"/>
              </a:buClr>
              <a:buSzPts val="1800"/>
              <a:buFont typeface="Urbanist"/>
              <a:buNone/>
              <a:defRPr sz="1800">
                <a:solidFill>
                  <a:schemeClr val="accent3"/>
                </a:solidFill>
              </a:defRPr>
            </a:lvl2pPr>
            <a:lvl3pPr lvl="2">
              <a:spcBef>
                <a:spcPts val="0"/>
              </a:spcBef>
              <a:spcAft>
                <a:spcPts val="0"/>
              </a:spcAft>
              <a:buClr>
                <a:schemeClr val="accent3"/>
              </a:buClr>
              <a:buSzPts val="1800"/>
              <a:buFont typeface="Urbanist"/>
              <a:buNone/>
              <a:defRPr sz="1800">
                <a:solidFill>
                  <a:schemeClr val="accent3"/>
                </a:solidFill>
              </a:defRPr>
            </a:lvl3pPr>
            <a:lvl4pPr lvl="3">
              <a:spcBef>
                <a:spcPts val="0"/>
              </a:spcBef>
              <a:spcAft>
                <a:spcPts val="0"/>
              </a:spcAft>
              <a:buClr>
                <a:schemeClr val="accent3"/>
              </a:buClr>
              <a:buSzPts val="1800"/>
              <a:buFont typeface="Urbanist"/>
              <a:buNone/>
              <a:defRPr sz="1800">
                <a:solidFill>
                  <a:schemeClr val="accent3"/>
                </a:solidFill>
              </a:defRPr>
            </a:lvl4pPr>
            <a:lvl5pPr lvl="4">
              <a:spcBef>
                <a:spcPts val="0"/>
              </a:spcBef>
              <a:spcAft>
                <a:spcPts val="0"/>
              </a:spcAft>
              <a:buClr>
                <a:schemeClr val="accent3"/>
              </a:buClr>
              <a:buSzPts val="1800"/>
              <a:buFont typeface="Urbanist"/>
              <a:buNone/>
              <a:defRPr sz="1800">
                <a:solidFill>
                  <a:schemeClr val="accent3"/>
                </a:solidFill>
              </a:defRPr>
            </a:lvl5pPr>
            <a:lvl6pPr lvl="5">
              <a:spcBef>
                <a:spcPts val="0"/>
              </a:spcBef>
              <a:spcAft>
                <a:spcPts val="0"/>
              </a:spcAft>
              <a:buClr>
                <a:schemeClr val="accent3"/>
              </a:buClr>
              <a:buSzPts val="1800"/>
              <a:buFont typeface="Urbanist"/>
              <a:buNone/>
              <a:defRPr sz="1800">
                <a:solidFill>
                  <a:schemeClr val="accent3"/>
                </a:solidFill>
              </a:defRPr>
            </a:lvl6pPr>
            <a:lvl7pPr lvl="6">
              <a:spcBef>
                <a:spcPts val="0"/>
              </a:spcBef>
              <a:spcAft>
                <a:spcPts val="0"/>
              </a:spcAft>
              <a:buClr>
                <a:schemeClr val="accent3"/>
              </a:buClr>
              <a:buSzPts val="1800"/>
              <a:buFont typeface="Urbanist"/>
              <a:buNone/>
              <a:defRPr sz="1800">
                <a:solidFill>
                  <a:schemeClr val="accent3"/>
                </a:solidFill>
              </a:defRPr>
            </a:lvl7pPr>
            <a:lvl8pPr lvl="7">
              <a:spcBef>
                <a:spcPts val="0"/>
              </a:spcBef>
              <a:spcAft>
                <a:spcPts val="0"/>
              </a:spcAft>
              <a:buClr>
                <a:schemeClr val="accent3"/>
              </a:buClr>
              <a:buSzPts val="1800"/>
              <a:buFont typeface="Urbanist"/>
              <a:buNone/>
              <a:defRPr sz="1800">
                <a:solidFill>
                  <a:schemeClr val="accent3"/>
                </a:solidFill>
              </a:defRPr>
            </a:lvl8pPr>
            <a:lvl9pPr lvl="8">
              <a:spcBef>
                <a:spcPts val="0"/>
              </a:spcBef>
              <a:spcAft>
                <a:spcPts val="0"/>
              </a:spcAft>
              <a:buClr>
                <a:schemeClr val="accent3"/>
              </a:buClr>
              <a:buSzPts val="1800"/>
              <a:buFont typeface="Urbanist"/>
              <a:buNone/>
              <a:defRPr sz="1800">
                <a:solidFill>
                  <a:schemeClr val="accent3"/>
                </a:solidFill>
              </a:defRPr>
            </a:lvl9pPr>
          </a:lstStyle>
          <a:p/>
        </p:txBody>
      </p:sp>
      <p:sp>
        <p:nvSpPr>
          <p:cNvPr id="174" name="Google Shape;174;p14"/>
          <p:cNvSpPr txBox="1"/>
          <p:nvPr>
            <p:ph idx="14" type="subTitle"/>
          </p:nvPr>
        </p:nvSpPr>
        <p:spPr>
          <a:xfrm>
            <a:off x="3379125" y="2856216"/>
            <a:ext cx="15495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2pPr>
            <a:lvl3pPr lvl="2">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3pPr>
            <a:lvl4pPr lvl="3">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4pPr>
            <a:lvl5pPr lvl="4">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5pPr>
            <a:lvl6pPr lvl="5">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6pPr>
            <a:lvl7pPr lvl="6">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7pPr>
            <a:lvl8pPr lvl="7">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8pPr>
            <a:lvl9pPr lvl="8">
              <a:spcBef>
                <a:spcPts val="0"/>
              </a:spcBef>
              <a:spcAft>
                <a:spcPts val="0"/>
              </a:spcAft>
              <a:buClr>
                <a:schemeClr val="dk2"/>
              </a:buClr>
              <a:buSzPts val="1200"/>
              <a:buFont typeface="Urbanist"/>
              <a:buNone/>
              <a:defRPr sz="1200">
                <a:solidFill>
                  <a:schemeClr val="dk2"/>
                </a:solidFill>
                <a:latin typeface="Urbanist"/>
                <a:ea typeface="Urbanist"/>
                <a:cs typeface="Urbanist"/>
                <a:sym typeface="Urbanist"/>
              </a:defRPr>
            </a:lvl9pPr>
          </a:lstStyle>
          <a:p/>
        </p:txBody>
      </p:sp>
      <p:sp>
        <p:nvSpPr>
          <p:cNvPr id="175" name="Google Shape;175;p14"/>
          <p:cNvSpPr txBox="1"/>
          <p:nvPr>
            <p:ph idx="15" type="subTitle"/>
          </p:nvPr>
        </p:nvSpPr>
        <p:spPr>
          <a:xfrm>
            <a:off x="3379123" y="3236717"/>
            <a:ext cx="2444700" cy="8181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0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2pPr>
            <a:lvl3pPr lvl="2">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3pPr>
            <a:lvl4pPr lvl="3">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4pPr>
            <a:lvl5pPr lvl="4">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5pPr>
            <a:lvl6pPr lvl="5">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6pPr>
            <a:lvl7pPr lvl="6">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7pPr>
            <a:lvl8pPr lvl="7">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8pPr>
            <a:lvl9pPr lvl="8">
              <a:spcBef>
                <a:spcPts val="0"/>
              </a:spcBef>
              <a:spcAft>
                <a:spcPts val="0"/>
              </a:spcAft>
              <a:buClr>
                <a:schemeClr val="dk2"/>
              </a:buClr>
              <a:buSzPts val="1000"/>
              <a:buFont typeface="Urbanist"/>
              <a:buNone/>
              <a:defRPr sz="1000">
                <a:solidFill>
                  <a:schemeClr val="dk2"/>
                </a:solidFill>
                <a:latin typeface="Urbanist"/>
                <a:ea typeface="Urbanist"/>
                <a:cs typeface="Urbanist"/>
                <a:sym typeface="Urbanist"/>
              </a:defRPr>
            </a:lvl9pPr>
          </a:lstStyle>
          <a:p/>
        </p:txBody>
      </p:sp>
      <p:sp>
        <p:nvSpPr>
          <p:cNvPr id="176" name="Google Shape;176;p14"/>
          <p:cNvSpPr txBox="1"/>
          <p:nvPr>
            <p:ph idx="1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77" name="Google Shape;177;p1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78" name="Google Shape;178;p14"/>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meline">
  <p:cSld name="CUSTOM_7_1_1_1_1_1_1_1_1_1_1_1_1_1_1_1_1_1">
    <p:spTree>
      <p:nvGrpSpPr>
        <p:cNvPr id="179" name="Shape 179"/>
        <p:cNvGrpSpPr/>
        <p:nvPr/>
      </p:nvGrpSpPr>
      <p:grpSpPr>
        <a:xfrm>
          <a:off x="0" y="0"/>
          <a:ext cx="0" cy="0"/>
          <a:chOff x="0" y="0"/>
          <a:chExt cx="0" cy="0"/>
        </a:xfrm>
      </p:grpSpPr>
      <p:pic>
        <p:nvPicPr>
          <p:cNvPr id="180" name="Google Shape;180;p1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81" name="Google Shape;181;p15"/>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182" name="Google Shape;182;p15"/>
          <p:cNvSpPr txBox="1"/>
          <p:nvPr>
            <p:ph type="title"/>
          </p:nvPr>
        </p:nvSpPr>
        <p:spPr>
          <a:xfrm>
            <a:off x="355225" y="1775475"/>
            <a:ext cx="1862100" cy="293100"/>
          </a:xfrm>
          <a:prstGeom prst="rect">
            <a:avLst/>
          </a:prstGeom>
          <a:noFill/>
          <a:ln>
            <a:noFill/>
          </a:ln>
        </p:spPr>
        <p:txBody>
          <a:bodyPr anchorCtr="0" anchor="b" bIns="91425" lIns="0" spcFirstLastPara="1" rIns="91425" wrap="square" tIns="0">
            <a:noAutofit/>
          </a:bodyPr>
          <a:lstStyle>
            <a:lvl1pPr lvl="0">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3" name="Google Shape;183;p15"/>
          <p:cNvSpPr txBox="1"/>
          <p:nvPr>
            <p:ph idx="2" type="subTitle"/>
          </p:nvPr>
        </p:nvSpPr>
        <p:spPr>
          <a:xfrm>
            <a:off x="35522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4" name="Google Shape;184;p15"/>
          <p:cNvSpPr txBox="1"/>
          <p:nvPr>
            <p:ph idx="3" type="title"/>
          </p:nvPr>
        </p:nvSpPr>
        <p:spPr>
          <a:xfrm>
            <a:off x="2543875"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5" name="Google Shape;185;p15"/>
          <p:cNvSpPr txBox="1"/>
          <p:nvPr>
            <p:ph idx="4" type="subTitle"/>
          </p:nvPr>
        </p:nvSpPr>
        <p:spPr>
          <a:xfrm>
            <a:off x="2543875"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6" name="Google Shape;186;p15"/>
          <p:cNvSpPr txBox="1"/>
          <p:nvPr>
            <p:ph idx="5" type="title"/>
          </p:nvPr>
        </p:nvSpPr>
        <p:spPr>
          <a:xfrm>
            <a:off x="47455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7" name="Google Shape;187;p15"/>
          <p:cNvSpPr txBox="1"/>
          <p:nvPr>
            <p:ph idx="6" type="subTitle"/>
          </p:nvPr>
        </p:nvSpPr>
        <p:spPr>
          <a:xfrm>
            <a:off x="47455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88" name="Google Shape;188;p15"/>
          <p:cNvSpPr txBox="1"/>
          <p:nvPr>
            <p:ph idx="7" type="title"/>
          </p:nvPr>
        </p:nvSpPr>
        <p:spPr>
          <a:xfrm>
            <a:off x="6942300" y="1775475"/>
            <a:ext cx="1862100" cy="293100"/>
          </a:xfrm>
          <a:prstGeom prst="rect">
            <a:avLst/>
          </a:prstGeom>
          <a:noFill/>
          <a:ln>
            <a:noFill/>
          </a:ln>
        </p:spPr>
        <p:txBody>
          <a:bodyPr anchorCtr="0" anchor="b" bIns="91425" lIns="0" spcFirstLastPara="1" rIns="91425" wrap="square" tIns="0">
            <a:noAutofit/>
          </a:bodyPr>
          <a:lstStyle>
            <a:lvl1pPr lvl="0">
              <a:lnSpc>
                <a:spcPct val="90000"/>
              </a:lnSpc>
              <a:spcBef>
                <a:spcPts val="0"/>
              </a:spcBef>
              <a:spcAft>
                <a:spcPts val="0"/>
              </a:spcAft>
              <a:buClr>
                <a:schemeClr val="accent3"/>
              </a:buClr>
              <a:buSzPts val="1400"/>
              <a:buFont typeface="Urbanist"/>
              <a:buNone/>
              <a:defRPr sz="1800">
                <a:solidFill>
                  <a:schemeClr val="accent3"/>
                </a:solidFill>
              </a:defRPr>
            </a:lvl1pPr>
            <a:lvl2pPr lvl="1">
              <a:spcBef>
                <a:spcPts val="0"/>
              </a:spcBef>
              <a:spcAft>
                <a:spcPts val="0"/>
              </a:spcAft>
              <a:buClr>
                <a:schemeClr val="accent3"/>
              </a:buClr>
              <a:buSzPts val="1400"/>
              <a:buFont typeface="Urbanist"/>
              <a:buNone/>
              <a:defRPr>
                <a:solidFill>
                  <a:schemeClr val="accent3"/>
                </a:solidFill>
              </a:defRPr>
            </a:lvl2pPr>
            <a:lvl3pPr lvl="2">
              <a:spcBef>
                <a:spcPts val="0"/>
              </a:spcBef>
              <a:spcAft>
                <a:spcPts val="0"/>
              </a:spcAft>
              <a:buClr>
                <a:schemeClr val="accent3"/>
              </a:buClr>
              <a:buSzPts val="1400"/>
              <a:buFont typeface="Urbanist"/>
              <a:buNone/>
              <a:defRPr>
                <a:solidFill>
                  <a:schemeClr val="accent3"/>
                </a:solidFill>
              </a:defRPr>
            </a:lvl3pPr>
            <a:lvl4pPr lvl="3">
              <a:spcBef>
                <a:spcPts val="0"/>
              </a:spcBef>
              <a:spcAft>
                <a:spcPts val="0"/>
              </a:spcAft>
              <a:buClr>
                <a:schemeClr val="accent3"/>
              </a:buClr>
              <a:buSzPts val="1400"/>
              <a:buFont typeface="Urbanist"/>
              <a:buNone/>
              <a:defRPr>
                <a:solidFill>
                  <a:schemeClr val="accent3"/>
                </a:solidFill>
              </a:defRPr>
            </a:lvl4pPr>
            <a:lvl5pPr lvl="4">
              <a:spcBef>
                <a:spcPts val="0"/>
              </a:spcBef>
              <a:spcAft>
                <a:spcPts val="0"/>
              </a:spcAft>
              <a:buClr>
                <a:schemeClr val="accent3"/>
              </a:buClr>
              <a:buSzPts val="1400"/>
              <a:buFont typeface="Urbanist"/>
              <a:buNone/>
              <a:defRPr>
                <a:solidFill>
                  <a:schemeClr val="accent3"/>
                </a:solidFill>
              </a:defRPr>
            </a:lvl5pPr>
            <a:lvl6pPr lvl="5">
              <a:spcBef>
                <a:spcPts val="0"/>
              </a:spcBef>
              <a:spcAft>
                <a:spcPts val="0"/>
              </a:spcAft>
              <a:buClr>
                <a:schemeClr val="accent3"/>
              </a:buClr>
              <a:buSzPts val="1400"/>
              <a:buFont typeface="Urbanist"/>
              <a:buNone/>
              <a:defRPr>
                <a:solidFill>
                  <a:schemeClr val="accent3"/>
                </a:solidFill>
              </a:defRPr>
            </a:lvl6pPr>
            <a:lvl7pPr lvl="6">
              <a:spcBef>
                <a:spcPts val="0"/>
              </a:spcBef>
              <a:spcAft>
                <a:spcPts val="0"/>
              </a:spcAft>
              <a:buClr>
                <a:schemeClr val="accent3"/>
              </a:buClr>
              <a:buSzPts val="1400"/>
              <a:buFont typeface="Urbanist"/>
              <a:buNone/>
              <a:defRPr>
                <a:solidFill>
                  <a:schemeClr val="accent3"/>
                </a:solidFill>
              </a:defRPr>
            </a:lvl7pPr>
            <a:lvl8pPr lvl="7">
              <a:spcBef>
                <a:spcPts val="0"/>
              </a:spcBef>
              <a:spcAft>
                <a:spcPts val="0"/>
              </a:spcAft>
              <a:buClr>
                <a:schemeClr val="accent3"/>
              </a:buClr>
              <a:buSzPts val="1400"/>
              <a:buFont typeface="Urbanist"/>
              <a:buNone/>
              <a:defRPr>
                <a:solidFill>
                  <a:schemeClr val="accent3"/>
                </a:solidFill>
              </a:defRPr>
            </a:lvl8pPr>
            <a:lvl9pPr lvl="8">
              <a:spcBef>
                <a:spcPts val="0"/>
              </a:spcBef>
              <a:spcAft>
                <a:spcPts val="0"/>
              </a:spcAft>
              <a:buClr>
                <a:schemeClr val="accent3"/>
              </a:buClr>
              <a:buSzPts val="1400"/>
              <a:buFont typeface="Urbanist"/>
              <a:buNone/>
              <a:defRPr>
                <a:solidFill>
                  <a:schemeClr val="accent3"/>
                </a:solidFill>
              </a:defRPr>
            </a:lvl9pPr>
          </a:lstStyle>
          <a:p/>
        </p:txBody>
      </p:sp>
      <p:sp>
        <p:nvSpPr>
          <p:cNvPr id="189" name="Google Shape;189;p15"/>
          <p:cNvSpPr txBox="1"/>
          <p:nvPr>
            <p:ph idx="8" type="subTitle"/>
          </p:nvPr>
        </p:nvSpPr>
        <p:spPr>
          <a:xfrm>
            <a:off x="6942300" y="2161825"/>
            <a:ext cx="1974600" cy="204600"/>
          </a:xfrm>
          <a:prstGeom prst="rect">
            <a:avLst/>
          </a:prstGeom>
          <a:noFill/>
          <a:ln>
            <a:noFill/>
          </a:ln>
        </p:spPr>
        <p:txBody>
          <a:bodyPr anchorCtr="0" anchor="ctr" bIns="91425" lIns="0" spcFirstLastPara="1" rIns="91425" wrap="square" tIns="0">
            <a:noAutofit/>
          </a:bodyPr>
          <a:lstStyle>
            <a:lvl1pPr lvl="0">
              <a:lnSpc>
                <a:spcPct val="85000"/>
              </a:lnSpc>
              <a:spcBef>
                <a:spcPts val="0"/>
              </a:spcBef>
              <a:spcAft>
                <a:spcPts val="0"/>
              </a:spcAft>
              <a:buNone/>
              <a:defRPr sz="13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2pPr>
            <a:lvl3pPr lvl="2">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3pPr>
            <a:lvl4pPr lvl="3">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4pPr>
            <a:lvl5pPr lvl="4">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5pPr>
            <a:lvl6pPr lvl="5">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6pPr>
            <a:lvl7pPr lvl="6">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7pPr>
            <a:lvl8pPr lvl="7">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8pPr>
            <a:lvl9pPr lvl="8">
              <a:spcBef>
                <a:spcPts val="0"/>
              </a:spcBef>
              <a:spcAft>
                <a:spcPts val="0"/>
              </a:spcAft>
              <a:buClr>
                <a:schemeClr val="dk2"/>
              </a:buClr>
              <a:buSzPts val="1400"/>
              <a:buFont typeface="Urbanist"/>
              <a:buNone/>
              <a:defRPr>
                <a:solidFill>
                  <a:schemeClr val="dk2"/>
                </a:solidFill>
                <a:latin typeface="Urbanist"/>
                <a:ea typeface="Urbanist"/>
                <a:cs typeface="Urbanist"/>
                <a:sym typeface="Urbanist"/>
              </a:defRPr>
            </a:lvl9pPr>
          </a:lstStyle>
          <a:p/>
        </p:txBody>
      </p:sp>
      <p:sp>
        <p:nvSpPr>
          <p:cNvPr id="190" name="Google Shape;190;p15"/>
          <p:cNvSpPr txBox="1"/>
          <p:nvPr>
            <p:ph idx="9" type="title"/>
          </p:nvPr>
        </p:nvSpPr>
        <p:spPr>
          <a:xfrm>
            <a:off x="228600" y="613525"/>
            <a:ext cx="3904500" cy="8649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191" name="Google Shape;191;p15"/>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192" name="Google Shape;192;p1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193" name="Google Shape;193;p1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ers">
  <p:cSld name="CUSTOM">
    <p:spTree>
      <p:nvGrpSpPr>
        <p:cNvPr id="194" name="Shape 194"/>
        <p:cNvGrpSpPr/>
        <p:nvPr/>
      </p:nvGrpSpPr>
      <p:grpSpPr>
        <a:xfrm>
          <a:off x="0" y="0"/>
          <a:ext cx="0" cy="0"/>
          <a:chOff x="0" y="0"/>
          <a:chExt cx="0" cy="0"/>
        </a:xfrm>
      </p:grpSpPr>
      <p:pic>
        <p:nvPicPr>
          <p:cNvPr id="195" name="Google Shape;195;p1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196" name="Google Shape;196;p16"/>
          <p:cNvSpPr txBox="1"/>
          <p:nvPr>
            <p:ph idx="1"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200"/>
              <a:buFont typeface="Urbanist Medium"/>
              <a:buNone/>
              <a:defRPr sz="1200">
                <a:solidFill>
                  <a:schemeClr val="lt1"/>
                </a:solidFill>
                <a:latin typeface="Urbanist Medium"/>
                <a:ea typeface="Urbanist Medium"/>
                <a:cs typeface="Urbanist Medium"/>
                <a:sym typeface="Urbanist Medium"/>
              </a:defRPr>
            </a:lvl9pPr>
          </a:lstStyle>
          <a:p/>
        </p:txBody>
      </p:sp>
      <p:cxnSp>
        <p:nvCxnSpPr>
          <p:cNvPr id="197" name="Google Shape;197;p16"/>
          <p:cNvCxnSpPr/>
          <p:nvPr/>
        </p:nvCxnSpPr>
        <p:spPr>
          <a:xfrm>
            <a:off x="228450" y="2061025"/>
            <a:ext cx="8687100" cy="0"/>
          </a:xfrm>
          <a:prstGeom prst="straightConnector1">
            <a:avLst/>
          </a:prstGeom>
          <a:noFill/>
          <a:ln cap="flat" cmpd="sng" w="9525">
            <a:solidFill>
              <a:schemeClr val="lt2"/>
            </a:solidFill>
            <a:prstDash val="solid"/>
            <a:round/>
            <a:headEnd len="med" w="med" type="none"/>
            <a:tailEnd len="med" w="med" type="none"/>
          </a:ln>
        </p:spPr>
      </p:cxnSp>
      <p:sp>
        <p:nvSpPr>
          <p:cNvPr id="198" name="Google Shape;198;p16"/>
          <p:cNvSpPr txBox="1"/>
          <p:nvPr>
            <p:ph type="title"/>
          </p:nvPr>
        </p:nvSpPr>
        <p:spPr>
          <a:xfrm>
            <a:off x="228600" y="369300"/>
            <a:ext cx="6480300" cy="587700"/>
          </a:xfrm>
          <a:prstGeom prst="rect">
            <a:avLst/>
          </a:prstGeom>
          <a:noFill/>
          <a:ln>
            <a:noFill/>
          </a:ln>
        </p:spPr>
        <p:txBody>
          <a:bodyPr anchorCtr="0" anchor="ctr" bIns="91425" lIns="0" spcFirstLastPara="1" rIns="91425" wrap="square" tIns="91425">
            <a:spAutoFit/>
          </a:bodyPr>
          <a:lstStyle>
            <a:lvl1pPr lvl="0">
              <a:lnSpc>
                <a:spcPct val="90000"/>
              </a:lnSpc>
              <a:spcBef>
                <a:spcPts val="0"/>
              </a:spcBef>
              <a:spcAft>
                <a:spcPts val="0"/>
              </a:spcAft>
              <a:buNone/>
              <a:defRPr sz="3400">
                <a:solidFill>
                  <a:schemeClr val="lt1"/>
                </a:solidFill>
                <a:latin typeface="Urbanist Medium"/>
                <a:ea typeface="Urbanist Medium"/>
                <a:cs typeface="Urbanist Medium"/>
                <a:sym typeface="Urbanist Medium"/>
              </a:defRPr>
            </a:lvl1pPr>
            <a:lvl2pPr lvl="1">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2pPr>
            <a:lvl3pPr lvl="2">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3pPr>
            <a:lvl4pPr lvl="3">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4pPr>
            <a:lvl5pPr lvl="4">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5pPr>
            <a:lvl6pPr lvl="5">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6pPr>
            <a:lvl7pPr lvl="6">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7pPr>
            <a:lvl8pPr lvl="7">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8pPr>
            <a:lvl9pPr lvl="8">
              <a:lnSpc>
                <a:spcPct val="115000"/>
              </a:lnSpc>
              <a:spcBef>
                <a:spcPts val="0"/>
              </a:spcBef>
              <a:spcAft>
                <a:spcPts val="0"/>
              </a:spcAft>
              <a:buNone/>
              <a:defRPr sz="3400">
                <a:solidFill>
                  <a:schemeClr val="lt1"/>
                </a:solidFill>
                <a:latin typeface="Urbanist Medium"/>
                <a:ea typeface="Urbanist Medium"/>
                <a:cs typeface="Urbanist Medium"/>
                <a:sym typeface="Urbanist Medium"/>
              </a:defRPr>
            </a:lvl9pPr>
          </a:lstStyle>
          <a:p/>
        </p:txBody>
      </p:sp>
      <p:sp>
        <p:nvSpPr>
          <p:cNvPr id="199" name="Google Shape;199;p16"/>
          <p:cNvSpPr/>
          <p:nvPr>
            <p:ph idx="2" type="pic"/>
          </p:nvPr>
        </p:nvSpPr>
        <p:spPr>
          <a:xfrm>
            <a:off x="3795900" y="2682425"/>
            <a:ext cx="1458300" cy="1458300"/>
          </a:xfrm>
          <a:prstGeom prst="ellipse">
            <a:avLst/>
          </a:prstGeom>
          <a:noFill/>
          <a:ln cap="flat" cmpd="sng" w="9525">
            <a:solidFill>
              <a:schemeClr val="accent3"/>
            </a:solidFill>
            <a:prstDash val="solid"/>
            <a:round/>
            <a:headEnd len="sm" w="sm" type="none"/>
            <a:tailEnd len="sm" w="sm" type="none"/>
          </a:ln>
        </p:spPr>
      </p:sp>
      <p:sp>
        <p:nvSpPr>
          <p:cNvPr id="200" name="Google Shape;200;p16"/>
          <p:cNvSpPr txBox="1"/>
          <p:nvPr>
            <p:ph idx="3" type="body"/>
          </p:nvPr>
        </p:nvSpPr>
        <p:spPr>
          <a:xfrm>
            <a:off x="5871500" y="2468775"/>
            <a:ext cx="2864700" cy="676500"/>
          </a:xfrm>
          <a:prstGeom prst="rect">
            <a:avLst/>
          </a:prstGeom>
          <a:noFill/>
          <a:ln>
            <a:noFill/>
          </a:ln>
        </p:spPr>
        <p:txBody>
          <a:bodyPr anchorCtr="0" anchor="ctr" bIns="91425" lIns="0" spcFirstLastPara="1" rIns="91425" wrap="square" tIns="0">
            <a:noAutofit/>
          </a:bodyPr>
          <a:lstStyle>
            <a:lvl1pPr indent="-292100" lvl="0" marL="457200">
              <a:spcBef>
                <a:spcPts val="0"/>
              </a:spcBef>
              <a:spcAft>
                <a:spcPts val="0"/>
              </a:spcAft>
              <a:buClr>
                <a:schemeClr val="dk2"/>
              </a:buClr>
              <a:buSzPts val="1000"/>
              <a:buFont typeface="Urbanist"/>
              <a:buChar char="●"/>
              <a:defRPr sz="1000">
                <a:solidFill>
                  <a:schemeClr val="dk2"/>
                </a:solidFill>
              </a:defRPr>
            </a:lvl1pPr>
            <a:lvl2pPr indent="-292100" lvl="1" marL="914400">
              <a:spcBef>
                <a:spcPts val="0"/>
              </a:spcBef>
              <a:spcAft>
                <a:spcPts val="0"/>
              </a:spcAft>
              <a:buClr>
                <a:schemeClr val="dk2"/>
              </a:buClr>
              <a:buSzPts val="1000"/>
              <a:buFont typeface="Urbanist"/>
              <a:buChar char="○"/>
              <a:defRPr sz="1000">
                <a:solidFill>
                  <a:schemeClr val="dk2"/>
                </a:solidFill>
              </a:defRPr>
            </a:lvl2pPr>
            <a:lvl3pPr indent="-292100" lvl="2" marL="1371600">
              <a:spcBef>
                <a:spcPts val="0"/>
              </a:spcBef>
              <a:spcAft>
                <a:spcPts val="0"/>
              </a:spcAft>
              <a:buClr>
                <a:schemeClr val="dk2"/>
              </a:buClr>
              <a:buSzPts val="1000"/>
              <a:buFont typeface="Urbanist"/>
              <a:buChar char="■"/>
              <a:defRPr sz="1000">
                <a:solidFill>
                  <a:schemeClr val="dk2"/>
                </a:solidFill>
              </a:defRPr>
            </a:lvl3pPr>
            <a:lvl4pPr indent="-292100" lvl="3" marL="1828800">
              <a:spcBef>
                <a:spcPts val="0"/>
              </a:spcBef>
              <a:spcAft>
                <a:spcPts val="0"/>
              </a:spcAft>
              <a:buClr>
                <a:schemeClr val="dk2"/>
              </a:buClr>
              <a:buSzPts val="1000"/>
              <a:buFont typeface="Urbanist"/>
              <a:buChar char="●"/>
              <a:defRPr sz="1000">
                <a:solidFill>
                  <a:schemeClr val="dk2"/>
                </a:solidFill>
              </a:defRPr>
            </a:lvl4pPr>
            <a:lvl5pPr indent="-292100" lvl="4" marL="2286000">
              <a:spcBef>
                <a:spcPts val="0"/>
              </a:spcBef>
              <a:spcAft>
                <a:spcPts val="0"/>
              </a:spcAft>
              <a:buClr>
                <a:schemeClr val="dk2"/>
              </a:buClr>
              <a:buSzPts val="1000"/>
              <a:buFont typeface="Urbanist"/>
              <a:buChar char="○"/>
              <a:defRPr sz="1000">
                <a:solidFill>
                  <a:schemeClr val="dk2"/>
                </a:solidFill>
              </a:defRPr>
            </a:lvl5pPr>
            <a:lvl6pPr indent="-292100" lvl="5" marL="2743200">
              <a:spcBef>
                <a:spcPts val="0"/>
              </a:spcBef>
              <a:spcAft>
                <a:spcPts val="0"/>
              </a:spcAft>
              <a:buClr>
                <a:schemeClr val="dk2"/>
              </a:buClr>
              <a:buSzPts val="1000"/>
              <a:buFont typeface="Urbanist"/>
              <a:buChar char="■"/>
              <a:defRPr sz="1000">
                <a:solidFill>
                  <a:schemeClr val="dk2"/>
                </a:solidFill>
              </a:defRPr>
            </a:lvl6pPr>
            <a:lvl7pPr indent="-292100" lvl="6" marL="3200400">
              <a:spcBef>
                <a:spcPts val="0"/>
              </a:spcBef>
              <a:spcAft>
                <a:spcPts val="0"/>
              </a:spcAft>
              <a:buClr>
                <a:schemeClr val="dk2"/>
              </a:buClr>
              <a:buSzPts val="1000"/>
              <a:buFont typeface="Urbanist"/>
              <a:buChar char="●"/>
              <a:defRPr sz="1000">
                <a:solidFill>
                  <a:schemeClr val="dk2"/>
                </a:solidFill>
              </a:defRPr>
            </a:lvl7pPr>
            <a:lvl8pPr indent="-292100" lvl="7" marL="3657600">
              <a:spcBef>
                <a:spcPts val="0"/>
              </a:spcBef>
              <a:spcAft>
                <a:spcPts val="0"/>
              </a:spcAft>
              <a:buClr>
                <a:schemeClr val="dk2"/>
              </a:buClr>
              <a:buSzPts val="1000"/>
              <a:buFont typeface="Urbanist"/>
              <a:buChar char="○"/>
              <a:defRPr sz="1000">
                <a:solidFill>
                  <a:schemeClr val="dk2"/>
                </a:solidFill>
              </a:defRPr>
            </a:lvl8pPr>
            <a:lvl9pPr indent="-292100" lvl="8" marL="4114800">
              <a:spcBef>
                <a:spcPts val="0"/>
              </a:spcBef>
              <a:spcAft>
                <a:spcPts val="0"/>
              </a:spcAft>
              <a:buClr>
                <a:schemeClr val="dk2"/>
              </a:buClr>
              <a:buSzPts val="1000"/>
              <a:buFont typeface="Urbanist"/>
              <a:buChar char="■"/>
              <a:defRPr sz="1000">
                <a:solidFill>
                  <a:schemeClr val="dk2"/>
                </a:solidFill>
              </a:defRPr>
            </a:lvl9pPr>
          </a:lstStyle>
          <a:p/>
        </p:txBody>
      </p:sp>
      <p:sp>
        <p:nvSpPr>
          <p:cNvPr id="201" name="Google Shape;201;p16"/>
          <p:cNvSpPr txBox="1"/>
          <p:nvPr>
            <p:ph idx="4" type="body"/>
          </p:nvPr>
        </p:nvSpPr>
        <p:spPr>
          <a:xfrm>
            <a:off x="5871500" y="3553025"/>
            <a:ext cx="2864700" cy="696000"/>
          </a:xfrm>
          <a:prstGeom prst="rect">
            <a:avLst/>
          </a:prstGeom>
          <a:noFill/>
          <a:ln>
            <a:noFill/>
          </a:ln>
        </p:spPr>
        <p:txBody>
          <a:bodyPr anchorCtr="0" anchor="ctr" bIns="91425" lIns="0" spcFirstLastPara="1" rIns="91425" wrap="square" tIns="0">
            <a:noAutofit/>
          </a:bodyPr>
          <a:lstStyle>
            <a:lvl1pPr indent="-317500" lvl="0" marL="457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1pPr>
            <a:lvl2pPr indent="-317500" lvl="1" marL="914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2pPr>
            <a:lvl3pPr indent="-317500" lvl="2" marL="1371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3pPr>
            <a:lvl4pPr indent="-317500" lvl="3" marL="1828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4pPr>
            <a:lvl5pPr indent="-317500" lvl="4" marL="22860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5pPr>
            <a:lvl6pPr indent="-317500" lvl="5" marL="27432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6pPr>
            <a:lvl7pPr indent="-317500" lvl="6" marL="32004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7pPr>
            <a:lvl8pPr indent="-317500" lvl="7" marL="36576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8pPr>
            <a:lvl9pPr indent="-317500" lvl="8" marL="4114800">
              <a:lnSpc>
                <a:spcPct val="100000"/>
              </a:lnSpc>
              <a:spcBef>
                <a:spcPts val="0"/>
              </a:spcBef>
              <a:spcAft>
                <a:spcPts val="0"/>
              </a:spcAft>
              <a:buClr>
                <a:schemeClr val="accent3"/>
              </a:buClr>
              <a:buSzPts val="1400"/>
              <a:buFont typeface="Urbanist Medium"/>
              <a:buChar char="■"/>
              <a:defRPr>
                <a:solidFill>
                  <a:schemeClr val="accent3"/>
                </a:solidFill>
                <a:latin typeface="Urbanist Medium"/>
                <a:ea typeface="Urbanist Medium"/>
                <a:cs typeface="Urbanist Medium"/>
                <a:sym typeface="Urbanist Medium"/>
              </a:defRPr>
            </a:lvl9pPr>
          </a:lstStyle>
          <a:p/>
        </p:txBody>
      </p:sp>
      <p:sp>
        <p:nvSpPr>
          <p:cNvPr id="202" name="Google Shape;202;p16"/>
          <p:cNvSpPr txBox="1"/>
          <p:nvPr>
            <p:ph idx="5" type="subTitle"/>
          </p:nvPr>
        </p:nvSpPr>
        <p:spPr>
          <a:xfrm>
            <a:off x="238800" y="2720113"/>
            <a:ext cx="2824500" cy="145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1pPr>
            <a:lvl2pPr lvl="1">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2pPr>
            <a:lvl3pPr lvl="2">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3pPr>
            <a:lvl4pPr lvl="3">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4pPr>
            <a:lvl5pPr lvl="4">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5pPr>
            <a:lvl6pPr lvl="5">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6pPr>
            <a:lvl7pPr lvl="6">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7pPr>
            <a:lvl8pPr lvl="7">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8pPr>
            <a:lvl9pPr lvl="8">
              <a:spcBef>
                <a:spcPts val="0"/>
              </a:spcBef>
              <a:spcAft>
                <a:spcPts val="0"/>
              </a:spcAft>
              <a:buClr>
                <a:schemeClr val="accent3"/>
              </a:buClr>
              <a:buSzPts val="1800"/>
              <a:buFont typeface="Urbanist Medium"/>
              <a:buNone/>
              <a:defRPr sz="1800">
                <a:solidFill>
                  <a:schemeClr val="accent3"/>
                </a:solidFill>
                <a:latin typeface="Urbanist Medium"/>
                <a:ea typeface="Urbanist Medium"/>
                <a:cs typeface="Urbanist Medium"/>
                <a:sym typeface="Urbanist Medium"/>
              </a:defRPr>
            </a:lvl9pPr>
          </a:lstStyle>
          <a:p/>
        </p:txBody>
      </p:sp>
      <p:sp>
        <p:nvSpPr>
          <p:cNvPr id="203" name="Google Shape;203;p16"/>
          <p:cNvSpPr txBox="1"/>
          <p:nvPr>
            <p:ph idx="6"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04" name="Google Shape;204;p1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05" name="Google Shape;205;p1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Graphics">
  <p:cSld name="CUSTOM_2">
    <p:spTree>
      <p:nvGrpSpPr>
        <p:cNvPr id="206" name="Shape 206"/>
        <p:cNvGrpSpPr/>
        <p:nvPr/>
      </p:nvGrpSpPr>
      <p:grpSpPr>
        <a:xfrm>
          <a:off x="0" y="0"/>
          <a:ext cx="0" cy="0"/>
          <a:chOff x="0" y="0"/>
          <a:chExt cx="0" cy="0"/>
        </a:xfrm>
      </p:grpSpPr>
      <p:pic>
        <p:nvPicPr>
          <p:cNvPr id="207" name="Google Shape;207;p17"/>
          <p:cNvPicPr preferRelativeResize="0"/>
          <p:nvPr/>
        </p:nvPicPr>
        <p:blipFill rotWithShape="1">
          <a:blip r:embed="rId2">
            <a:alphaModFix/>
          </a:blip>
          <a:srcRect b="-9999" l="0" r="0" t="0"/>
          <a:stretch/>
        </p:blipFill>
        <p:spPr>
          <a:xfrm>
            <a:off x="0" y="0"/>
            <a:ext cx="9144003" cy="5143501"/>
          </a:xfrm>
          <a:prstGeom prst="rect">
            <a:avLst/>
          </a:prstGeom>
          <a:noFill/>
          <a:ln>
            <a:noFill/>
          </a:ln>
        </p:spPr>
      </p:pic>
      <p:cxnSp>
        <p:nvCxnSpPr>
          <p:cNvPr id="208" name="Google Shape;208;p17"/>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209" name="Google Shape;209;p17"/>
          <p:cNvSpPr/>
          <p:nvPr/>
        </p:nvSpPr>
        <p:spPr>
          <a:xfrm>
            <a:off x="228600" y="1395962"/>
            <a:ext cx="2101200" cy="3054000"/>
          </a:xfrm>
          <a:prstGeom prst="roundRect">
            <a:avLst>
              <a:gd fmla="val 9631" name="adj"/>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0" name="Google Shape;210;p17"/>
          <p:cNvSpPr/>
          <p:nvPr/>
        </p:nvSpPr>
        <p:spPr>
          <a:xfrm>
            <a:off x="2423700" y="1395962"/>
            <a:ext cx="3198600" cy="3054000"/>
          </a:xfrm>
          <a:prstGeom prst="roundRect">
            <a:avLst>
              <a:gd fmla="val 674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1" name="Google Shape;211;p17"/>
          <p:cNvSpPr/>
          <p:nvPr/>
        </p:nvSpPr>
        <p:spPr>
          <a:xfrm>
            <a:off x="5716850" y="1395962"/>
            <a:ext cx="3198600" cy="1758300"/>
          </a:xfrm>
          <a:prstGeom prst="roundRect">
            <a:avLst>
              <a:gd fmla="val 9631"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2" name="Google Shape;212;p17"/>
          <p:cNvSpPr/>
          <p:nvPr/>
        </p:nvSpPr>
        <p:spPr>
          <a:xfrm>
            <a:off x="5716200" y="3231390"/>
            <a:ext cx="3198600" cy="1217400"/>
          </a:xfrm>
          <a:prstGeom prst="roundRect">
            <a:avLst>
              <a:gd fmla="val 13607" name="adj"/>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213" name="Google Shape;213;p17"/>
          <p:cNvSpPr/>
          <p:nvPr>
            <p:ph idx="2" type="pic"/>
          </p:nvPr>
        </p:nvSpPr>
        <p:spPr>
          <a:xfrm>
            <a:off x="381950" y="993050"/>
            <a:ext cx="850500" cy="850500"/>
          </a:xfrm>
          <a:prstGeom prst="ellipse">
            <a:avLst/>
          </a:prstGeom>
          <a:noFill/>
          <a:ln cap="flat" cmpd="sng" w="9525">
            <a:solidFill>
              <a:schemeClr val="accent3"/>
            </a:solidFill>
            <a:prstDash val="solid"/>
            <a:round/>
            <a:headEnd len="sm" w="sm" type="none"/>
            <a:tailEnd len="sm" w="sm" type="none"/>
          </a:ln>
        </p:spPr>
      </p:sp>
      <p:sp>
        <p:nvSpPr>
          <p:cNvPr id="214" name="Google Shape;214;p17"/>
          <p:cNvSpPr txBox="1"/>
          <p:nvPr>
            <p:ph idx="1" type="subTitle"/>
          </p:nvPr>
        </p:nvSpPr>
        <p:spPr>
          <a:xfrm>
            <a:off x="381950" y="2062875"/>
            <a:ext cx="1786500" cy="2364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1"/>
              </a:buClr>
              <a:buSzPts val="1200"/>
              <a:buFont typeface="Urbanist"/>
              <a:buNone/>
              <a:defRPr b="1" sz="1200">
                <a:solidFill>
                  <a:schemeClr val="dk1"/>
                </a:solidFill>
              </a:defRPr>
            </a:lvl1pPr>
            <a:lvl2pPr lvl="1">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2pPr>
            <a:lvl3pPr lvl="2">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3pPr>
            <a:lvl4pPr lvl="3">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4pPr>
            <a:lvl5pPr lvl="4">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5pPr>
            <a:lvl6pPr lvl="5">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6pPr>
            <a:lvl7pPr lvl="6">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7pPr>
            <a:lvl8pPr lvl="7">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8pPr>
            <a:lvl9pPr lvl="8">
              <a:spcBef>
                <a:spcPts val="0"/>
              </a:spcBef>
              <a:spcAft>
                <a:spcPts val="0"/>
              </a:spcAft>
              <a:buClr>
                <a:schemeClr val="dk1"/>
              </a:buClr>
              <a:buSzPts val="1400"/>
              <a:buFont typeface="Urbanist"/>
              <a:buNone/>
              <a:defRPr>
                <a:solidFill>
                  <a:schemeClr val="dk1"/>
                </a:solidFill>
                <a:latin typeface="Urbanist"/>
                <a:ea typeface="Urbanist"/>
                <a:cs typeface="Urbanist"/>
                <a:sym typeface="Urbanist"/>
              </a:defRPr>
            </a:lvl9pPr>
          </a:lstStyle>
          <a:p/>
        </p:txBody>
      </p:sp>
      <p:sp>
        <p:nvSpPr>
          <p:cNvPr id="215" name="Google Shape;215;p17"/>
          <p:cNvSpPr txBox="1"/>
          <p:nvPr>
            <p:ph idx="3" type="subTitle"/>
          </p:nvPr>
        </p:nvSpPr>
        <p:spPr>
          <a:xfrm>
            <a:off x="2580250" y="1528150"/>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16" name="Google Shape;216;p17"/>
          <p:cNvSpPr txBox="1"/>
          <p:nvPr>
            <p:ph idx="4" type="body"/>
          </p:nvPr>
        </p:nvSpPr>
        <p:spPr>
          <a:xfrm>
            <a:off x="2580250" y="1791652"/>
            <a:ext cx="2911500" cy="610500"/>
          </a:xfrm>
          <a:prstGeom prst="rect">
            <a:avLst/>
          </a:prstGeom>
          <a:noFill/>
          <a:ln>
            <a:noFill/>
          </a:ln>
        </p:spPr>
        <p:txBody>
          <a:bodyPr anchorCtr="0" anchor="ctr" bIns="0" lIns="0" spcFirstLastPara="1" rIns="0" wrap="square" tIns="0">
            <a:noAutofit/>
          </a:bodyPr>
          <a:lstStyle>
            <a:lvl1pPr indent="-292100" lvl="0" marL="457200">
              <a:lnSpc>
                <a:spcPct val="100000"/>
              </a:lnSpc>
              <a:spcBef>
                <a:spcPts val="0"/>
              </a:spcBef>
              <a:spcAft>
                <a:spcPts val="0"/>
              </a:spcAft>
              <a:buSzPts val="1000"/>
              <a:buChar char="●"/>
              <a:defRPr sz="1000"/>
            </a:lvl1pPr>
            <a:lvl2pPr indent="-292100" lvl="1" marL="914400">
              <a:lnSpc>
                <a:spcPct val="100000"/>
              </a:lnSpc>
              <a:spcBef>
                <a:spcPts val="0"/>
              </a:spcBef>
              <a:spcAft>
                <a:spcPts val="0"/>
              </a:spcAft>
              <a:buSzPts val="1000"/>
              <a:buChar char="○"/>
              <a:defRPr sz="1000"/>
            </a:lvl2pPr>
            <a:lvl3pPr indent="-292100" lvl="2" marL="1371600">
              <a:lnSpc>
                <a:spcPct val="100000"/>
              </a:lnSpc>
              <a:spcBef>
                <a:spcPts val="0"/>
              </a:spcBef>
              <a:spcAft>
                <a:spcPts val="0"/>
              </a:spcAft>
              <a:buSzPts val="1000"/>
              <a:buChar char="■"/>
              <a:defRPr sz="1000"/>
            </a:lvl3pPr>
            <a:lvl4pPr indent="-292100" lvl="3" marL="1828800">
              <a:lnSpc>
                <a:spcPct val="100000"/>
              </a:lnSpc>
              <a:spcBef>
                <a:spcPts val="0"/>
              </a:spcBef>
              <a:spcAft>
                <a:spcPts val="0"/>
              </a:spcAft>
              <a:buSzPts val="1000"/>
              <a:buChar char="●"/>
              <a:defRPr sz="1000"/>
            </a:lvl4pPr>
            <a:lvl5pPr indent="-292100" lvl="4" marL="2286000">
              <a:lnSpc>
                <a:spcPct val="100000"/>
              </a:lnSpc>
              <a:spcBef>
                <a:spcPts val="0"/>
              </a:spcBef>
              <a:spcAft>
                <a:spcPts val="0"/>
              </a:spcAft>
              <a:buSzPts val="1000"/>
              <a:buChar char="○"/>
              <a:defRPr sz="1000"/>
            </a:lvl5pPr>
            <a:lvl6pPr indent="-292100" lvl="5" marL="2743200">
              <a:lnSpc>
                <a:spcPct val="100000"/>
              </a:lnSpc>
              <a:spcBef>
                <a:spcPts val="0"/>
              </a:spcBef>
              <a:spcAft>
                <a:spcPts val="0"/>
              </a:spcAft>
              <a:buSzPts val="1000"/>
              <a:buChar char="■"/>
              <a:defRPr sz="1000"/>
            </a:lvl6pPr>
            <a:lvl7pPr indent="-292100" lvl="6" marL="3200400">
              <a:lnSpc>
                <a:spcPct val="100000"/>
              </a:lnSpc>
              <a:spcBef>
                <a:spcPts val="0"/>
              </a:spcBef>
              <a:spcAft>
                <a:spcPts val="0"/>
              </a:spcAft>
              <a:buSzPts val="1000"/>
              <a:buChar char="●"/>
              <a:defRPr sz="1000"/>
            </a:lvl7pPr>
            <a:lvl8pPr indent="-292100" lvl="7" marL="3657600">
              <a:lnSpc>
                <a:spcPct val="100000"/>
              </a:lnSpc>
              <a:spcBef>
                <a:spcPts val="0"/>
              </a:spcBef>
              <a:spcAft>
                <a:spcPts val="0"/>
              </a:spcAft>
              <a:buSzPts val="1000"/>
              <a:buChar char="○"/>
              <a:defRPr sz="1000"/>
            </a:lvl8pPr>
            <a:lvl9pPr indent="-292100" lvl="8" marL="4114800">
              <a:lnSpc>
                <a:spcPct val="100000"/>
              </a:lnSpc>
              <a:spcBef>
                <a:spcPts val="0"/>
              </a:spcBef>
              <a:spcAft>
                <a:spcPts val="0"/>
              </a:spcAft>
              <a:buSzPts val="1000"/>
              <a:buChar char="■"/>
              <a:defRPr sz="1000"/>
            </a:lvl9pPr>
          </a:lstStyle>
          <a:p/>
        </p:txBody>
      </p:sp>
      <p:cxnSp>
        <p:nvCxnSpPr>
          <p:cNvPr id="217" name="Google Shape;217;p17"/>
          <p:cNvCxnSpPr/>
          <p:nvPr/>
        </p:nvCxnSpPr>
        <p:spPr>
          <a:xfrm>
            <a:off x="2423700" y="2531312"/>
            <a:ext cx="3194400" cy="0"/>
          </a:xfrm>
          <a:prstGeom prst="straightConnector1">
            <a:avLst/>
          </a:prstGeom>
          <a:noFill/>
          <a:ln cap="flat" cmpd="sng" w="9525">
            <a:solidFill>
              <a:schemeClr val="dk1"/>
            </a:solidFill>
            <a:prstDash val="solid"/>
            <a:round/>
            <a:headEnd len="med" w="med" type="none"/>
            <a:tailEnd len="med" w="med" type="none"/>
          </a:ln>
        </p:spPr>
      </p:cxnSp>
      <p:cxnSp>
        <p:nvCxnSpPr>
          <p:cNvPr id="218" name="Google Shape;218;p17"/>
          <p:cNvCxnSpPr/>
          <p:nvPr/>
        </p:nvCxnSpPr>
        <p:spPr>
          <a:xfrm>
            <a:off x="2423700" y="3583537"/>
            <a:ext cx="3194400" cy="0"/>
          </a:xfrm>
          <a:prstGeom prst="straightConnector1">
            <a:avLst/>
          </a:prstGeom>
          <a:noFill/>
          <a:ln cap="flat" cmpd="sng" w="9525">
            <a:solidFill>
              <a:schemeClr val="dk1"/>
            </a:solidFill>
            <a:prstDash val="solid"/>
            <a:round/>
            <a:headEnd len="med" w="med" type="none"/>
            <a:tailEnd len="med" w="med" type="none"/>
          </a:ln>
        </p:spPr>
      </p:cxnSp>
      <p:sp>
        <p:nvSpPr>
          <p:cNvPr id="219" name="Google Shape;219;p17"/>
          <p:cNvSpPr txBox="1"/>
          <p:nvPr>
            <p:ph idx="5" type="subTitle"/>
          </p:nvPr>
        </p:nvSpPr>
        <p:spPr>
          <a:xfrm>
            <a:off x="2580250" y="26604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0" name="Google Shape;220;p17"/>
          <p:cNvSpPr txBox="1"/>
          <p:nvPr>
            <p:ph idx="6" type="body"/>
          </p:nvPr>
        </p:nvSpPr>
        <p:spPr>
          <a:xfrm>
            <a:off x="2580250" y="2931046"/>
            <a:ext cx="2911500" cy="610500"/>
          </a:xfrm>
          <a:prstGeom prst="rect">
            <a:avLst/>
          </a:prstGeom>
          <a:noFill/>
          <a:ln>
            <a:noFill/>
          </a:ln>
        </p:spPr>
        <p:txBody>
          <a:bodyPr anchorCtr="0" anchor="ctr" bIns="0" lIns="0" spcFirstLastPara="1" rIns="0" wrap="square" tIns="0">
            <a:noAutofit/>
          </a:bodyPr>
          <a:lstStyle>
            <a:lvl1pPr indent="-292100" lvl="0" marL="457200">
              <a:spcBef>
                <a:spcPts val="0"/>
              </a:spcBef>
              <a:spcAft>
                <a:spcPts val="0"/>
              </a:spcAft>
              <a:buClr>
                <a:schemeClr val="lt1"/>
              </a:buClr>
              <a:buSzPts val="1000"/>
              <a:buFont typeface="Urbanist"/>
              <a:buChar char="●"/>
              <a:defRPr sz="1000"/>
            </a:lvl1pPr>
            <a:lvl2pPr indent="-292100" lvl="1" marL="914400">
              <a:spcBef>
                <a:spcPts val="0"/>
              </a:spcBef>
              <a:spcAft>
                <a:spcPts val="0"/>
              </a:spcAft>
              <a:buClr>
                <a:schemeClr val="lt1"/>
              </a:buClr>
              <a:buSzPts val="1000"/>
              <a:buFont typeface="Urbanist"/>
              <a:buChar char="○"/>
              <a:defRPr sz="1000"/>
            </a:lvl2pPr>
            <a:lvl3pPr indent="-292100" lvl="2" marL="1371600">
              <a:spcBef>
                <a:spcPts val="0"/>
              </a:spcBef>
              <a:spcAft>
                <a:spcPts val="0"/>
              </a:spcAft>
              <a:buClr>
                <a:schemeClr val="lt1"/>
              </a:buClr>
              <a:buSzPts val="1000"/>
              <a:buFont typeface="Urbanist"/>
              <a:buChar char="■"/>
              <a:defRPr sz="1000"/>
            </a:lvl3pPr>
            <a:lvl4pPr indent="-292100" lvl="3" marL="1828800">
              <a:spcBef>
                <a:spcPts val="0"/>
              </a:spcBef>
              <a:spcAft>
                <a:spcPts val="0"/>
              </a:spcAft>
              <a:buClr>
                <a:schemeClr val="lt1"/>
              </a:buClr>
              <a:buSzPts val="1000"/>
              <a:buFont typeface="Urbanist"/>
              <a:buChar char="●"/>
              <a:defRPr sz="1000"/>
            </a:lvl4pPr>
            <a:lvl5pPr indent="-292100" lvl="4" marL="2286000">
              <a:spcBef>
                <a:spcPts val="0"/>
              </a:spcBef>
              <a:spcAft>
                <a:spcPts val="0"/>
              </a:spcAft>
              <a:buClr>
                <a:schemeClr val="lt1"/>
              </a:buClr>
              <a:buSzPts val="1000"/>
              <a:buFont typeface="Urbanist"/>
              <a:buChar char="○"/>
              <a:defRPr sz="1000"/>
            </a:lvl5pPr>
            <a:lvl6pPr indent="-292100" lvl="5" marL="2743200">
              <a:spcBef>
                <a:spcPts val="0"/>
              </a:spcBef>
              <a:spcAft>
                <a:spcPts val="0"/>
              </a:spcAft>
              <a:buClr>
                <a:schemeClr val="lt1"/>
              </a:buClr>
              <a:buSzPts val="1000"/>
              <a:buFont typeface="Urbanist"/>
              <a:buChar char="■"/>
              <a:defRPr sz="1000"/>
            </a:lvl6pPr>
            <a:lvl7pPr indent="-292100" lvl="6" marL="3200400">
              <a:spcBef>
                <a:spcPts val="0"/>
              </a:spcBef>
              <a:spcAft>
                <a:spcPts val="0"/>
              </a:spcAft>
              <a:buClr>
                <a:schemeClr val="lt1"/>
              </a:buClr>
              <a:buSzPts val="1000"/>
              <a:buFont typeface="Urbanist"/>
              <a:buChar char="●"/>
              <a:defRPr sz="1000"/>
            </a:lvl7pPr>
            <a:lvl8pPr indent="-292100" lvl="7" marL="3657600">
              <a:spcBef>
                <a:spcPts val="0"/>
              </a:spcBef>
              <a:spcAft>
                <a:spcPts val="0"/>
              </a:spcAft>
              <a:buClr>
                <a:schemeClr val="lt1"/>
              </a:buClr>
              <a:buSzPts val="1000"/>
              <a:buFont typeface="Urbanist"/>
              <a:buChar char="○"/>
              <a:defRPr sz="1000"/>
            </a:lvl8pPr>
            <a:lvl9pPr indent="-292100" lvl="8" marL="4114800">
              <a:spcBef>
                <a:spcPts val="0"/>
              </a:spcBef>
              <a:spcAft>
                <a:spcPts val="0"/>
              </a:spcAft>
              <a:buClr>
                <a:schemeClr val="lt1"/>
              </a:buClr>
              <a:buSzPts val="1000"/>
              <a:buFont typeface="Urbanist"/>
              <a:buChar char="■"/>
              <a:defRPr sz="1000"/>
            </a:lvl9pPr>
          </a:lstStyle>
          <a:p/>
        </p:txBody>
      </p:sp>
      <p:sp>
        <p:nvSpPr>
          <p:cNvPr id="221" name="Google Shape;221;p17"/>
          <p:cNvSpPr/>
          <p:nvPr/>
        </p:nvSpPr>
        <p:spPr>
          <a:xfrm flipH="1">
            <a:off x="2600988"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2" name="Google Shape;222;p17"/>
          <p:cNvSpPr/>
          <p:nvPr/>
        </p:nvSpPr>
        <p:spPr>
          <a:xfrm flipH="1">
            <a:off x="3654625"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3" name="Google Shape;223;p17"/>
          <p:cNvSpPr/>
          <p:nvPr/>
        </p:nvSpPr>
        <p:spPr>
          <a:xfrm flipH="1">
            <a:off x="4602650" y="3992942"/>
            <a:ext cx="681000" cy="2736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100"/>
              <a:buNone/>
            </a:pPr>
            <a:r>
              <a:t/>
            </a:r>
            <a:endParaRPr b="1" sz="800">
              <a:solidFill>
                <a:schemeClr val="dk1"/>
              </a:solidFill>
              <a:latin typeface="Urbanist"/>
              <a:ea typeface="Urbanist"/>
              <a:cs typeface="Urbanist"/>
              <a:sym typeface="Urbanist"/>
            </a:endParaRPr>
          </a:p>
        </p:txBody>
      </p:sp>
      <p:sp>
        <p:nvSpPr>
          <p:cNvPr id="224" name="Google Shape;224;p17"/>
          <p:cNvSpPr txBox="1"/>
          <p:nvPr>
            <p:ph idx="7" type="subTitle"/>
          </p:nvPr>
        </p:nvSpPr>
        <p:spPr>
          <a:xfrm>
            <a:off x="2567250" y="36718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2pPr>
            <a:lvl3pPr lvl="2">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3pPr>
            <a:lvl4pPr lvl="3">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4pPr>
            <a:lvl5pPr lvl="4">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5pPr>
            <a:lvl6pPr lvl="5">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6pPr>
            <a:lvl7pPr lvl="6">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7pPr>
            <a:lvl8pPr lvl="7">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8pPr>
            <a:lvl9pPr lvl="8">
              <a:spcBef>
                <a:spcPts val="0"/>
              </a:spcBef>
              <a:spcAft>
                <a:spcPts val="0"/>
              </a:spcAft>
              <a:buClr>
                <a:schemeClr val="lt1"/>
              </a:buClr>
              <a:buSzPts val="1400"/>
              <a:buFont typeface="Urbanist"/>
              <a:buNone/>
              <a:defRPr>
                <a:solidFill>
                  <a:schemeClr val="lt1"/>
                </a:solidFill>
                <a:latin typeface="Urbanist"/>
                <a:ea typeface="Urbanist"/>
                <a:cs typeface="Urbanist"/>
                <a:sym typeface="Urbanist"/>
              </a:defRPr>
            </a:lvl9pPr>
          </a:lstStyle>
          <a:p/>
        </p:txBody>
      </p:sp>
      <p:sp>
        <p:nvSpPr>
          <p:cNvPr id="225" name="Google Shape;225;p17"/>
          <p:cNvSpPr txBox="1"/>
          <p:nvPr>
            <p:ph idx="8" type="subTitle"/>
          </p:nvPr>
        </p:nvSpPr>
        <p:spPr>
          <a:xfrm>
            <a:off x="5877425" y="15281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26" name="Google Shape;226;p17"/>
          <p:cNvSpPr txBox="1"/>
          <p:nvPr>
            <p:ph idx="9" type="subTitle"/>
          </p:nvPr>
        </p:nvSpPr>
        <p:spPr>
          <a:xfrm>
            <a:off x="5877425" y="178110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7" name="Google Shape;227;p17"/>
          <p:cNvSpPr txBox="1"/>
          <p:nvPr>
            <p:ph idx="13" type="subTitle"/>
          </p:nvPr>
        </p:nvSpPr>
        <p:spPr>
          <a:xfrm>
            <a:off x="5877425" y="221918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8" name="Google Shape;228;p17"/>
          <p:cNvSpPr txBox="1"/>
          <p:nvPr>
            <p:ph idx="14" type="subTitle"/>
          </p:nvPr>
        </p:nvSpPr>
        <p:spPr>
          <a:xfrm>
            <a:off x="5877425" y="2657257"/>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accent3"/>
              </a:buClr>
              <a:buSzPts val="800"/>
              <a:buFont typeface="Urbanist"/>
              <a:buNone/>
              <a:defRPr b="1" sz="800">
                <a:solidFill>
                  <a:schemeClr val="accent3"/>
                </a:solidFill>
              </a:defRPr>
            </a:lvl1pPr>
            <a:lvl2pPr lvl="1">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2pPr>
            <a:lvl3pPr lvl="2">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3pPr>
            <a:lvl4pPr lvl="3">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4pPr>
            <a:lvl5pPr lvl="4">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5pPr>
            <a:lvl6pPr lvl="5">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6pPr>
            <a:lvl7pPr lvl="6">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7pPr>
            <a:lvl8pPr lvl="7">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8pPr>
            <a:lvl9pPr lvl="8">
              <a:spcBef>
                <a:spcPts val="0"/>
              </a:spcBef>
              <a:spcAft>
                <a:spcPts val="0"/>
              </a:spcAft>
              <a:buClr>
                <a:schemeClr val="accent3"/>
              </a:buClr>
              <a:buSzPts val="1200"/>
              <a:buFont typeface="Urbanist"/>
              <a:buNone/>
              <a:defRPr b="1" sz="1200">
                <a:solidFill>
                  <a:schemeClr val="accent3"/>
                </a:solidFill>
                <a:latin typeface="Urbanist"/>
                <a:ea typeface="Urbanist"/>
                <a:cs typeface="Urbanist"/>
                <a:sym typeface="Urbanist"/>
              </a:defRPr>
            </a:lvl9pPr>
          </a:lstStyle>
          <a:p/>
        </p:txBody>
      </p:sp>
      <p:sp>
        <p:nvSpPr>
          <p:cNvPr id="229" name="Google Shape;229;p17"/>
          <p:cNvSpPr txBox="1"/>
          <p:nvPr>
            <p:ph idx="15" type="subTitle"/>
          </p:nvPr>
        </p:nvSpPr>
        <p:spPr>
          <a:xfrm>
            <a:off x="5877425" y="3354932"/>
            <a:ext cx="29115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lt1"/>
              </a:buClr>
              <a:buSzPts val="1000"/>
              <a:buFont typeface="Urbanist"/>
              <a:buNone/>
              <a:defRPr b="1" sz="1000"/>
            </a:lvl1pPr>
            <a:lvl2pPr lvl="1">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2pPr>
            <a:lvl3pPr lvl="2">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3pPr>
            <a:lvl4pPr lvl="3">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4pPr>
            <a:lvl5pPr lvl="4">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5pPr>
            <a:lvl6pPr lvl="5">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6pPr>
            <a:lvl7pPr lvl="6">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7pPr>
            <a:lvl8pPr lvl="7">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8pPr>
            <a:lvl9pPr lvl="8">
              <a:spcBef>
                <a:spcPts val="0"/>
              </a:spcBef>
              <a:spcAft>
                <a:spcPts val="0"/>
              </a:spcAft>
              <a:buClr>
                <a:schemeClr val="lt1"/>
              </a:buClr>
              <a:buSzPts val="1000"/>
              <a:buFont typeface="Urbanist"/>
              <a:buNone/>
              <a:defRPr sz="1000">
                <a:solidFill>
                  <a:schemeClr val="lt1"/>
                </a:solidFill>
                <a:latin typeface="Urbanist"/>
                <a:ea typeface="Urbanist"/>
                <a:cs typeface="Urbanist"/>
                <a:sym typeface="Urbanist"/>
              </a:defRPr>
            </a:lvl9pPr>
          </a:lstStyle>
          <a:p/>
        </p:txBody>
      </p:sp>
      <p:sp>
        <p:nvSpPr>
          <p:cNvPr id="230" name="Google Shape;230;p17"/>
          <p:cNvSpPr txBox="1"/>
          <p:nvPr>
            <p:ph idx="16" type="subTitle"/>
          </p:nvPr>
        </p:nvSpPr>
        <p:spPr>
          <a:xfrm>
            <a:off x="228600" y="228600"/>
            <a:ext cx="29208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231" name="Google Shape;231;p17"/>
          <p:cNvSpPr txBox="1"/>
          <p:nvPr>
            <p:ph idx="1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32" name="Google Shape;232;p1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33" name="Google Shape;233;p1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ilestones">
  <p:cSld name="CUSTOM_4">
    <p:spTree>
      <p:nvGrpSpPr>
        <p:cNvPr id="234" name="Shape 234"/>
        <p:cNvGrpSpPr/>
        <p:nvPr/>
      </p:nvGrpSpPr>
      <p:grpSpPr>
        <a:xfrm>
          <a:off x="0" y="0"/>
          <a:ext cx="0" cy="0"/>
          <a:chOff x="0" y="0"/>
          <a:chExt cx="0" cy="0"/>
        </a:xfrm>
      </p:grpSpPr>
      <p:pic>
        <p:nvPicPr>
          <p:cNvPr id="235" name="Google Shape;235;p1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36" name="Google Shape;236;p18"/>
          <p:cNvSpPr txBox="1"/>
          <p:nvPr>
            <p:ph idx="1" type="subTitle"/>
          </p:nvPr>
        </p:nvSpPr>
        <p:spPr>
          <a:xfrm>
            <a:off x="382995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37" name="Google Shape;237;p18"/>
          <p:cNvSpPr txBox="1"/>
          <p:nvPr>
            <p:ph idx="2" type="subTitle"/>
          </p:nvPr>
        </p:nvSpPr>
        <p:spPr>
          <a:xfrm>
            <a:off x="20774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38" name="Google Shape;238;p18"/>
          <p:cNvSpPr txBox="1"/>
          <p:nvPr>
            <p:ph type="title"/>
          </p:nvPr>
        </p:nvSpPr>
        <p:spPr>
          <a:xfrm>
            <a:off x="228600" y="613525"/>
            <a:ext cx="6841500" cy="753000"/>
          </a:xfrm>
          <a:prstGeom prst="rect">
            <a:avLst/>
          </a:prstGeom>
          <a:noFill/>
          <a:ln>
            <a:noFill/>
          </a:ln>
        </p:spPr>
        <p:txBody>
          <a:bodyPr anchorCtr="0" anchor="ctr" bIns="91425" lIns="0" spcFirstLastPara="1" rIns="91425" wrap="square" tIns="0">
            <a:spAutoFit/>
          </a:bodyPr>
          <a:lstStyle>
            <a:lvl1pPr lvl="0">
              <a:lnSpc>
                <a:spcPct val="85000"/>
              </a:lnSpc>
              <a:spcBef>
                <a:spcPts val="0"/>
              </a:spcBef>
              <a:spcAft>
                <a:spcPts val="0"/>
              </a:spcAft>
              <a:buNone/>
              <a:defRPr sz="3400">
                <a:solidFill>
                  <a:schemeClr val="dk2"/>
                </a:solidFill>
              </a:defRPr>
            </a:lvl1pPr>
            <a:lvl2pPr lvl="1">
              <a:lnSpc>
                <a:spcPct val="85000"/>
              </a:lnSpc>
              <a:spcBef>
                <a:spcPts val="0"/>
              </a:spcBef>
              <a:spcAft>
                <a:spcPts val="0"/>
              </a:spcAft>
              <a:buNone/>
              <a:defRPr sz="3600">
                <a:solidFill>
                  <a:schemeClr val="dk2"/>
                </a:solidFill>
              </a:defRPr>
            </a:lvl2pPr>
            <a:lvl3pPr lvl="2">
              <a:lnSpc>
                <a:spcPct val="85000"/>
              </a:lnSpc>
              <a:spcBef>
                <a:spcPts val="0"/>
              </a:spcBef>
              <a:spcAft>
                <a:spcPts val="0"/>
              </a:spcAft>
              <a:buNone/>
              <a:defRPr sz="3600">
                <a:solidFill>
                  <a:schemeClr val="dk2"/>
                </a:solidFill>
              </a:defRPr>
            </a:lvl3pPr>
            <a:lvl4pPr lvl="3">
              <a:lnSpc>
                <a:spcPct val="85000"/>
              </a:lnSpc>
              <a:spcBef>
                <a:spcPts val="0"/>
              </a:spcBef>
              <a:spcAft>
                <a:spcPts val="0"/>
              </a:spcAft>
              <a:buNone/>
              <a:defRPr sz="3600">
                <a:solidFill>
                  <a:schemeClr val="dk2"/>
                </a:solidFill>
              </a:defRPr>
            </a:lvl4pPr>
            <a:lvl5pPr lvl="4">
              <a:lnSpc>
                <a:spcPct val="85000"/>
              </a:lnSpc>
              <a:spcBef>
                <a:spcPts val="0"/>
              </a:spcBef>
              <a:spcAft>
                <a:spcPts val="0"/>
              </a:spcAft>
              <a:buNone/>
              <a:defRPr sz="3600">
                <a:solidFill>
                  <a:schemeClr val="dk2"/>
                </a:solidFill>
              </a:defRPr>
            </a:lvl5pPr>
            <a:lvl6pPr lvl="5">
              <a:lnSpc>
                <a:spcPct val="85000"/>
              </a:lnSpc>
              <a:spcBef>
                <a:spcPts val="0"/>
              </a:spcBef>
              <a:spcAft>
                <a:spcPts val="0"/>
              </a:spcAft>
              <a:buNone/>
              <a:defRPr sz="3600">
                <a:solidFill>
                  <a:schemeClr val="dk2"/>
                </a:solidFill>
              </a:defRPr>
            </a:lvl6pPr>
            <a:lvl7pPr lvl="6">
              <a:lnSpc>
                <a:spcPct val="85000"/>
              </a:lnSpc>
              <a:spcBef>
                <a:spcPts val="0"/>
              </a:spcBef>
              <a:spcAft>
                <a:spcPts val="0"/>
              </a:spcAft>
              <a:buNone/>
              <a:defRPr sz="3600">
                <a:solidFill>
                  <a:schemeClr val="dk2"/>
                </a:solidFill>
              </a:defRPr>
            </a:lvl7pPr>
            <a:lvl8pPr lvl="7">
              <a:lnSpc>
                <a:spcPct val="85000"/>
              </a:lnSpc>
              <a:spcBef>
                <a:spcPts val="0"/>
              </a:spcBef>
              <a:spcAft>
                <a:spcPts val="0"/>
              </a:spcAft>
              <a:buNone/>
              <a:defRPr sz="3600">
                <a:solidFill>
                  <a:schemeClr val="dk2"/>
                </a:solidFill>
              </a:defRPr>
            </a:lvl8pPr>
            <a:lvl9pPr lvl="8">
              <a:lnSpc>
                <a:spcPct val="85000"/>
              </a:lnSpc>
              <a:spcBef>
                <a:spcPts val="0"/>
              </a:spcBef>
              <a:spcAft>
                <a:spcPts val="0"/>
              </a:spcAft>
              <a:buNone/>
              <a:defRPr sz="3600">
                <a:solidFill>
                  <a:schemeClr val="dk2"/>
                </a:solidFill>
              </a:defRPr>
            </a:lvl9pPr>
          </a:lstStyle>
          <a:p/>
        </p:txBody>
      </p:sp>
      <p:sp>
        <p:nvSpPr>
          <p:cNvPr id="239" name="Google Shape;239;p18"/>
          <p:cNvSpPr txBox="1"/>
          <p:nvPr>
            <p:ph idx="3" type="subTitle"/>
          </p:nvPr>
        </p:nvSpPr>
        <p:spPr>
          <a:xfrm>
            <a:off x="2775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1000"/>
              <a:buFont typeface="Urbanist"/>
              <a:buNone/>
              <a:defRPr sz="1000">
                <a:solidFill>
                  <a:schemeClr val="lt1"/>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0" name="Google Shape;240;p18"/>
          <p:cNvSpPr txBox="1"/>
          <p:nvPr>
            <p:ph idx="4" type="subTitle"/>
          </p:nvPr>
        </p:nvSpPr>
        <p:spPr>
          <a:xfrm>
            <a:off x="38773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2pPr>
            <a:lvl3pPr lvl="2"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3pPr>
            <a:lvl4pPr lvl="3"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4pPr>
            <a:lvl5pPr lvl="4"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5pPr>
            <a:lvl6pPr lvl="5"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6pPr>
            <a:lvl7pPr lvl="6"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7pPr>
            <a:lvl8pPr lvl="7"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8pPr>
            <a:lvl9pPr lvl="8" algn="ctr">
              <a:spcBef>
                <a:spcPts val="0"/>
              </a:spcBef>
              <a:spcAft>
                <a:spcPts val="0"/>
              </a:spcAft>
              <a:buClr>
                <a:schemeClr val="accent3"/>
              </a:buClr>
              <a:buSzPts val="1000"/>
              <a:buFont typeface="Urbanist"/>
              <a:buNone/>
              <a:defRPr sz="1000">
                <a:solidFill>
                  <a:schemeClr val="accent3"/>
                </a:solidFill>
                <a:latin typeface="Urbanist"/>
                <a:ea typeface="Urbanist"/>
                <a:cs typeface="Urbanist"/>
                <a:sym typeface="Urbanist"/>
              </a:defRPr>
            </a:lvl9pPr>
          </a:lstStyle>
          <a:p/>
        </p:txBody>
      </p:sp>
      <p:sp>
        <p:nvSpPr>
          <p:cNvPr id="241" name="Google Shape;241;p18"/>
          <p:cNvSpPr txBox="1"/>
          <p:nvPr>
            <p:ph idx="5" type="subTitle"/>
          </p:nvPr>
        </p:nvSpPr>
        <p:spPr>
          <a:xfrm>
            <a:off x="56772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2" name="Google Shape;242;p18"/>
          <p:cNvSpPr txBox="1"/>
          <p:nvPr>
            <p:ph idx="6" type="subTitle"/>
          </p:nvPr>
        </p:nvSpPr>
        <p:spPr>
          <a:xfrm>
            <a:off x="7477100" y="4218350"/>
            <a:ext cx="1377600" cy="1443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accent3"/>
              </a:buClr>
              <a:buSzPts val="1000"/>
              <a:buFont typeface="Urbanist"/>
              <a:buNone/>
              <a:defRPr sz="1000">
                <a:solidFill>
                  <a:schemeClr val="accent3"/>
                </a:solidFill>
              </a:defRPr>
            </a:lvl1pPr>
            <a:lvl2pPr lvl="1"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2pPr>
            <a:lvl3pPr lvl="2"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3pPr>
            <a:lvl4pPr lvl="3"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4pPr>
            <a:lvl5pPr lvl="4"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5pPr>
            <a:lvl6pPr lvl="5"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6pPr>
            <a:lvl7pPr lvl="6"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7pPr>
            <a:lvl8pPr lvl="7"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8pPr>
            <a:lvl9pPr lvl="8" algn="ctr">
              <a:spcBef>
                <a:spcPts val="0"/>
              </a:spcBef>
              <a:spcAft>
                <a:spcPts val="0"/>
              </a:spcAft>
              <a:buClr>
                <a:schemeClr val="dk1"/>
              </a:buClr>
              <a:buSzPts val="1000"/>
              <a:buFont typeface="Urbanist"/>
              <a:buNone/>
              <a:defRPr sz="1000">
                <a:solidFill>
                  <a:schemeClr val="dk1"/>
                </a:solidFill>
                <a:latin typeface="Urbanist"/>
                <a:ea typeface="Urbanist"/>
                <a:cs typeface="Urbanist"/>
                <a:sym typeface="Urbanist"/>
              </a:defRPr>
            </a:lvl9pPr>
          </a:lstStyle>
          <a:p/>
        </p:txBody>
      </p:sp>
      <p:sp>
        <p:nvSpPr>
          <p:cNvPr id="243" name="Google Shape;243;p18"/>
          <p:cNvSpPr txBox="1"/>
          <p:nvPr>
            <p:ph idx="7" type="subTitle"/>
          </p:nvPr>
        </p:nvSpPr>
        <p:spPr>
          <a:xfrm>
            <a:off x="238800"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200"/>
              <a:buFont typeface="Urbanist"/>
              <a:buNone/>
              <a:defRPr b="1" sz="1200">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44" name="Google Shape;244;p18"/>
          <p:cNvSpPr txBox="1"/>
          <p:nvPr>
            <p:ph idx="8" type="subTitle"/>
          </p:nvPr>
        </p:nvSpPr>
        <p:spPr>
          <a:xfrm>
            <a:off x="2034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5" name="Google Shape;245;p18"/>
          <p:cNvSpPr txBox="1"/>
          <p:nvPr>
            <p:ph idx="9" type="subTitle"/>
          </p:nvPr>
        </p:nvSpPr>
        <p:spPr>
          <a:xfrm>
            <a:off x="5645375"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6" name="Google Shape;246;p18"/>
          <p:cNvSpPr txBox="1"/>
          <p:nvPr>
            <p:ph idx="13" type="subTitle"/>
          </p:nvPr>
        </p:nvSpPr>
        <p:spPr>
          <a:xfrm>
            <a:off x="7460789" y="2667925"/>
            <a:ext cx="1339800" cy="144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SemiBold"/>
              <a:buNone/>
              <a:defRPr sz="1200">
                <a:latin typeface="Urbanist SemiBold"/>
                <a:ea typeface="Urbanist SemiBold"/>
                <a:cs typeface="Urbanist SemiBold"/>
                <a:sym typeface="Urbanist SemiBold"/>
              </a:defRPr>
            </a:lvl1pPr>
            <a:lvl2pPr lvl="1">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2pPr>
            <a:lvl3pPr lvl="2">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3pPr>
            <a:lvl4pPr lvl="3">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4pPr>
            <a:lvl5pPr lvl="4">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5pPr>
            <a:lvl6pPr lvl="5">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6pPr>
            <a:lvl7pPr lvl="6">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7pPr>
            <a:lvl8pPr lvl="7">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8pPr>
            <a:lvl9pPr lvl="8">
              <a:spcBef>
                <a:spcPts val="0"/>
              </a:spcBef>
              <a:spcAft>
                <a:spcPts val="0"/>
              </a:spcAft>
              <a:buClr>
                <a:schemeClr val="lt1"/>
              </a:buClr>
              <a:buSzPts val="1200"/>
              <a:buFont typeface="Urbanist SemiBold"/>
              <a:buNone/>
              <a:defRPr sz="1200">
                <a:solidFill>
                  <a:schemeClr val="lt1"/>
                </a:solidFill>
                <a:latin typeface="Urbanist SemiBold"/>
                <a:ea typeface="Urbanist SemiBold"/>
                <a:cs typeface="Urbanist SemiBold"/>
                <a:sym typeface="Urbanist SemiBold"/>
              </a:defRPr>
            </a:lvl9pPr>
          </a:lstStyle>
          <a:p/>
        </p:txBody>
      </p:sp>
      <p:sp>
        <p:nvSpPr>
          <p:cNvPr id="247" name="Google Shape;247;p18"/>
          <p:cNvSpPr txBox="1"/>
          <p:nvPr>
            <p:ph idx="14" type="subTitle"/>
          </p:nvPr>
        </p:nvSpPr>
        <p:spPr>
          <a:xfrm>
            <a:off x="372900" y="202945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1"/>
              </a:buClr>
              <a:buSzPts val="1600"/>
              <a:buFont typeface="Urbanist"/>
              <a:buNone/>
              <a:defRPr b="1">
                <a:solidFill>
                  <a:schemeClr val="dk1"/>
                </a:solidFill>
              </a:defRPr>
            </a:lvl1pPr>
            <a:lvl2pPr lvl="1" algn="ctr">
              <a:spcBef>
                <a:spcPts val="0"/>
              </a:spcBef>
              <a:spcAft>
                <a:spcPts val="0"/>
              </a:spcAft>
              <a:buSzPts val="1600"/>
              <a:buNone/>
              <a:defRPr sz="1600"/>
            </a:lvl2pPr>
            <a:lvl3pPr lvl="2" algn="ctr">
              <a:spcBef>
                <a:spcPts val="0"/>
              </a:spcBef>
              <a:spcAft>
                <a:spcPts val="0"/>
              </a:spcAft>
              <a:buSzPts val="1600"/>
              <a:buNone/>
              <a:defRPr sz="1600"/>
            </a:lvl3pPr>
            <a:lvl4pPr lvl="3" algn="ctr">
              <a:spcBef>
                <a:spcPts val="0"/>
              </a:spcBef>
              <a:spcAft>
                <a:spcPts val="0"/>
              </a:spcAft>
              <a:buSzPts val="1600"/>
              <a:buNone/>
              <a:defRPr sz="1600"/>
            </a:lvl4pPr>
            <a:lvl5pPr lvl="4" algn="ctr">
              <a:spcBef>
                <a:spcPts val="0"/>
              </a:spcBef>
              <a:spcAft>
                <a:spcPts val="0"/>
              </a:spcAft>
              <a:buSzPts val="1600"/>
              <a:buNone/>
              <a:defRPr sz="1600"/>
            </a:lvl5pPr>
            <a:lvl6pPr lvl="5" algn="ctr">
              <a:spcBef>
                <a:spcPts val="0"/>
              </a:spcBef>
              <a:spcAft>
                <a:spcPts val="0"/>
              </a:spcAft>
              <a:buSzPts val="1600"/>
              <a:buNone/>
              <a:defRPr sz="1600"/>
            </a:lvl6pPr>
            <a:lvl7pPr lvl="6" algn="ctr">
              <a:spcBef>
                <a:spcPts val="0"/>
              </a:spcBef>
              <a:spcAft>
                <a:spcPts val="0"/>
              </a:spcAft>
              <a:buSzPts val="1600"/>
              <a:buNone/>
              <a:defRPr sz="1600"/>
            </a:lvl7pPr>
            <a:lvl8pPr lvl="7" algn="ctr">
              <a:spcBef>
                <a:spcPts val="0"/>
              </a:spcBef>
              <a:spcAft>
                <a:spcPts val="0"/>
              </a:spcAft>
              <a:buSzPts val="1600"/>
              <a:buNone/>
              <a:defRPr sz="1600"/>
            </a:lvl8pPr>
            <a:lvl9pPr lvl="8" algn="ctr">
              <a:spcBef>
                <a:spcPts val="0"/>
              </a:spcBef>
              <a:spcAft>
                <a:spcPts val="0"/>
              </a:spcAft>
              <a:buSzPts val="1600"/>
              <a:buNone/>
              <a:defRPr sz="1600"/>
            </a:lvl9pPr>
          </a:lstStyle>
          <a:p/>
        </p:txBody>
      </p:sp>
      <p:sp>
        <p:nvSpPr>
          <p:cNvPr id="248" name="Google Shape;248;p18"/>
          <p:cNvSpPr txBox="1"/>
          <p:nvPr>
            <p:ph idx="15" type="subTitle"/>
          </p:nvPr>
        </p:nvSpPr>
        <p:spPr>
          <a:xfrm>
            <a:off x="2178663"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49" name="Google Shape;249;p18"/>
          <p:cNvSpPr txBox="1"/>
          <p:nvPr>
            <p:ph idx="16" type="subTitle"/>
          </p:nvPr>
        </p:nvSpPr>
        <p:spPr>
          <a:xfrm>
            <a:off x="3974250"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0" name="Google Shape;250;p18"/>
          <p:cNvSpPr txBox="1"/>
          <p:nvPr>
            <p:ph idx="17" type="subTitle"/>
          </p:nvPr>
        </p:nvSpPr>
        <p:spPr>
          <a:xfrm>
            <a:off x="5789675"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1" name="Google Shape;251;p18"/>
          <p:cNvSpPr txBox="1"/>
          <p:nvPr>
            <p:ph idx="18" type="subTitle"/>
          </p:nvPr>
        </p:nvSpPr>
        <p:spPr>
          <a:xfrm>
            <a:off x="7605089" y="2027390"/>
            <a:ext cx="314100" cy="3387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accent3"/>
              </a:buClr>
              <a:buSzPts val="1600"/>
              <a:buFont typeface="Urbanist"/>
              <a:buNone/>
              <a:defRPr b="1">
                <a:solidFill>
                  <a:schemeClr val="accent3"/>
                </a:solidFill>
              </a:defRPr>
            </a:lvl1pPr>
            <a:lvl2pPr lvl="1" algn="ctr">
              <a:spcBef>
                <a:spcPts val="0"/>
              </a:spcBef>
              <a:spcAft>
                <a:spcPts val="0"/>
              </a:spcAft>
              <a:buClr>
                <a:schemeClr val="accent3"/>
              </a:buClr>
              <a:buSzPts val="1600"/>
              <a:buNone/>
              <a:defRPr b="1" sz="1600">
                <a:solidFill>
                  <a:schemeClr val="accent3"/>
                </a:solidFill>
              </a:defRPr>
            </a:lvl2pPr>
            <a:lvl3pPr lvl="2" algn="ctr">
              <a:spcBef>
                <a:spcPts val="0"/>
              </a:spcBef>
              <a:spcAft>
                <a:spcPts val="0"/>
              </a:spcAft>
              <a:buClr>
                <a:schemeClr val="accent3"/>
              </a:buClr>
              <a:buSzPts val="1600"/>
              <a:buNone/>
              <a:defRPr b="1" sz="1600">
                <a:solidFill>
                  <a:schemeClr val="accent3"/>
                </a:solidFill>
              </a:defRPr>
            </a:lvl3pPr>
            <a:lvl4pPr lvl="3" algn="ctr">
              <a:spcBef>
                <a:spcPts val="0"/>
              </a:spcBef>
              <a:spcAft>
                <a:spcPts val="0"/>
              </a:spcAft>
              <a:buClr>
                <a:schemeClr val="accent3"/>
              </a:buClr>
              <a:buSzPts val="1600"/>
              <a:buNone/>
              <a:defRPr b="1" sz="1600">
                <a:solidFill>
                  <a:schemeClr val="accent3"/>
                </a:solidFill>
              </a:defRPr>
            </a:lvl4pPr>
            <a:lvl5pPr lvl="4" algn="ctr">
              <a:spcBef>
                <a:spcPts val="0"/>
              </a:spcBef>
              <a:spcAft>
                <a:spcPts val="0"/>
              </a:spcAft>
              <a:buClr>
                <a:schemeClr val="accent3"/>
              </a:buClr>
              <a:buSzPts val="1600"/>
              <a:buNone/>
              <a:defRPr b="1" sz="1600">
                <a:solidFill>
                  <a:schemeClr val="accent3"/>
                </a:solidFill>
              </a:defRPr>
            </a:lvl5pPr>
            <a:lvl6pPr lvl="5" algn="ctr">
              <a:spcBef>
                <a:spcPts val="0"/>
              </a:spcBef>
              <a:spcAft>
                <a:spcPts val="0"/>
              </a:spcAft>
              <a:buClr>
                <a:schemeClr val="accent3"/>
              </a:buClr>
              <a:buSzPts val="1600"/>
              <a:buNone/>
              <a:defRPr b="1" sz="1600">
                <a:solidFill>
                  <a:schemeClr val="accent3"/>
                </a:solidFill>
              </a:defRPr>
            </a:lvl6pPr>
            <a:lvl7pPr lvl="6" algn="ctr">
              <a:spcBef>
                <a:spcPts val="0"/>
              </a:spcBef>
              <a:spcAft>
                <a:spcPts val="0"/>
              </a:spcAft>
              <a:buClr>
                <a:schemeClr val="accent3"/>
              </a:buClr>
              <a:buSzPts val="1600"/>
              <a:buNone/>
              <a:defRPr b="1" sz="1600">
                <a:solidFill>
                  <a:schemeClr val="accent3"/>
                </a:solidFill>
              </a:defRPr>
            </a:lvl7pPr>
            <a:lvl8pPr lvl="7" algn="ctr">
              <a:spcBef>
                <a:spcPts val="0"/>
              </a:spcBef>
              <a:spcAft>
                <a:spcPts val="0"/>
              </a:spcAft>
              <a:buClr>
                <a:schemeClr val="accent3"/>
              </a:buClr>
              <a:buSzPts val="1600"/>
              <a:buNone/>
              <a:defRPr b="1" sz="1600">
                <a:solidFill>
                  <a:schemeClr val="accent3"/>
                </a:solidFill>
              </a:defRPr>
            </a:lvl8pPr>
            <a:lvl9pPr lvl="8" algn="ctr">
              <a:spcBef>
                <a:spcPts val="0"/>
              </a:spcBef>
              <a:spcAft>
                <a:spcPts val="0"/>
              </a:spcAft>
              <a:buClr>
                <a:schemeClr val="accent3"/>
              </a:buClr>
              <a:buSzPts val="1600"/>
              <a:buNone/>
              <a:defRPr b="1" sz="1600">
                <a:solidFill>
                  <a:schemeClr val="accent3"/>
                </a:solidFill>
              </a:defRPr>
            </a:lvl9pPr>
          </a:lstStyle>
          <a:p/>
        </p:txBody>
      </p:sp>
      <p:sp>
        <p:nvSpPr>
          <p:cNvPr id="252" name="Google Shape;252;p1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53" name="Google Shape;253;p18"/>
          <p:cNvSpPr txBox="1"/>
          <p:nvPr>
            <p:ph idx="19"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54" name="Google Shape;254;p1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55" name="Google Shape;255;p18"/>
          <p:cNvSpPr txBox="1"/>
          <p:nvPr>
            <p:ph idx="20"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etrics ">
  <p:cSld name="CUSTOM_5">
    <p:spTree>
      <p:nvGrpSpPr>
        <p:cNvPr id="256" name="Shape 256"/>
        <p:cNvGrpSpPr/>
        <p:nvPr/>
      </p:nvGrpSpPr>
      <p:grpSpPr>
        <a:xfrm>
          <a:off x="0" y="0"/>
          <a:ext cx="0" cy="0"/>
          <a:chOff x="0" y="0"/>
          <a:chExt cx="0" cy="0"/>
        </a:xfrm>
      </p:grpSpPr>
      <p:pic>
        <p:nvPicPr>
          <p:cNvPr id="257" name="Google Shape;257;p1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58" name="Google Shape;258;p19"/>
          <p:cNvSpPr txBox="1"/>
          <p:nvPr>
            <p:ph idx="1" type="subTitle"/>
          </p:nvPr>
        </p:nvSpPr>
        <p:spPr>
          <a:xfrm>
            <a:off x="6314800" y="458325"/>
            <a:ext cx="229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400"/>
              <a:buFont typeface="Urbanist"/>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9" name="Google Shape;259;p19"/>
          <p:cNvSpPr txBox="1"/>
          <p:nvPr>
            <p:ph type="title"/>
          </p:nvPr>
        </p:nvSpPr>
        <p:spPr>
          <a:xfrm>
            <a:off x="237650" y="746900"/>
            <a:ext cx="2834700" cy="25908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3000"/>
              <a:buFont typeface="Urbanist"/>
              <a:buNone/>
              <a:defRPr>
                <a:latin typeface="Urbanist"/>
                <a:ea typeface="Urbanist"/>
                <a:cs typeface="Urbanist"/>
                <a:sym typeface="Urbanist"/>
              </a:defRPr>
            </a:lvl1pPr>
            <a:lvl2pPr lvl="1">
              <a:spcBef>
                <a:spcPts val="0"/>
              </a:spcBef>
              <a:spcAft>
                <a:spcPts val="0"/>
              </a:spcAft>
              <a:buClr>
                <a:schemeClr val="lt1"/>
              </a:buClr>
              <a:buSzPts val="3000"/>
              <a:buFont typeface="Urbanist"/>
              <a:buNone/>
              <a:defRPr/>
            </a:lvl2pPr>
            <a:lvl3pPr lvl="2">
              <a:spcBef>
                <a:spcPts val="0"/>
              </a:spcBef>
              <a:spcAft>
                <a:spcPts val="0"/>
              </a:spcAft>
              <a:buClr>
                <a:schemeClr val="lt1"/>
              </a:buClr>
              <a:buSzPts val="3000"/>
              <a:buFont typeface="Urbanist"/>
              <a:buNone/>
              <a:defRPr/>
            </a:lvl3pPr>
            <a:lvl4pPr lvl="3">
              <a:spcBef>
                <a:spcPts val="0"/>
              </a:spcBef>
              <a:spcAft>
                <a:spcPts val="0"/>
              </a:spcAft>
              <a:buClr>
                <a:schemeClr val="lt1"/>
              </a:buClr>
              <a:buSzPts val="3000"/>
              <a:buFont typeface="Urbanist"/>
              <a:buNone/>
              <a:defRPr/>
            </a:lvl4pPr>
            <a:lvl5pPr lvl="4">
              <a:spcBef>
                <a:spcPts val="0"/>
              </a:spcBef>
              <a:spcAft>
                <a:spcPts val="0"/>
              </a:spcAft>
              <a:buClr>
                <a:schemeClr val="lt1"/>
              </a:buClr>
              <a:buSzPts val="3000"/>
              <a:buFont typeface="Urbanist"/>
              <a:buNone/>
              <a:defRPr/>
            </a:lvl5pPr>
            <a:lvl6pPr lvl="5">
              <a:spcBef>
                <a:spcPts val="0"/>
              </a:spcBef>
              <a:spcAft>
                <a:spcPts val="0"/>
              </a:spcAft>
              <a:buClr>
                <a:schemeClr val="lt1"/>
              </a:buClr>
              <a:buSzPts val="3000"/>
              <a:buFont typeface="Urbanist"/>
              <a:buNone/>
              <a:defRPr/>
            </a:lvl6pPr>
            <a:lvl7pPr lvl="6">
              <a:spcBef>
                <a:spcPts val="0"/>
              </a:spcBef>
              <a:spcAft>
                <a:spcPts val="0"/>
              </a:spcAft>
              <a:buClr>
                <a:schemeClr val="lt1"/>
              </a:buClr>
              <a:buSzPts val="3000"/>
              <a:buFont typeface="Urbanist"/>
              <a:buNone/>
              <a:defRPr/>
            </a:lvl7pPr>
            <a:lvl8pPr lvl="7">
              <a:spcBef>
                <a:spcPts val="0"/>
              </a:spcBef>
              <a:spcAft>
                <a:spcPts val="0"/>
              </a:spcAft>
              <a:buClr>
                <a:schemeClr val="lt1"/>
              </a:buClr>
              <a:buSzPts val="3000"/>
              <a:buFont typeface="Urbanist"/>
              <a:buNone/>
              <a:defRPr/>
            </a:lvl8pPr>
            <a:lvl9pPr lvl="8">
              <a:spcBef>
                <a:spcPts val="0"/>
              </a:spcBef>
              <a:spcAft>
                <a:spcPts val="0"/>
              </a:spcAft>
              <a:buClr>
                <a:schemeClr val="lt1"/>
              </a:buClr>
              <a:buSzPts val="3000"/>
              <a:buFont typeface="Urbanist"/>
              <a:buNone/>
              <a:defRPr/>
            </a:lvl9pPr>
          </a:lstStyle>
          <a:p/>
        </p:txBody>
      </p:sp>
      <p:sp>
        <p:nvSpPr>
          <p:cNvPr id="260" name="Google Shape;260;p19"/>
          <p:cNvSpPr txBox="1"/>
          <p:nvPr>
            <p:ph idx="2" type="subTitle"/>
          </p:nvPr>
        </p:nvSpPr>
        <p:spPr>
          <a:xfrm>
            <a:off x="229175" y="229175"/>
            <a:ext cx="28347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261" name="Google Shape;261;p19"/>
          <p:cNvSpPr txBox="1"/>
          <p:nvPr>
            <p:ph idx="3" type="subTitle"/>
          </p:nvPr>
        </p:nvSpPr>
        <p:spPr>
          <a:xfrm>
            <a:off x="3437500" y="882725"/>
            <a:ext cx="22947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2" name="Google Shape;262;p19"/>
          <p:cNvSpPr txBox="1"/>
          <p:nvPr>
            <p:ph idx="4" type="subTitle"/>
          </p:nvPr>
        </p:nvSpPr>
        <p:spPr>
          <a:xfrm>
            <a:off x="3611850" y="2707575"/>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3" name="Google Shape;263;p19"/>
          <p:cNvSpPr txBox="1"/>
          <p:nvPr>
            <p:ph idx="5" type="subTitle"/>
          </p:nvPr>
        </p:nvSpPr>
        <p:spPr>
          <a:xfrm>
            <a:off x="3611850" y="4076800"/>
            <a:ext cx="2120400" cy="1683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000"/>
              <a:buFont typeface="Urbanist"/>
              <a:buNone/>
              <a:defRPr sz="10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4" name="Google Shape;264;p19"/>
          <p:cNvSpPr txBox="1"/>
          <p:nvPr>
            <p:ph idx="6" type="subTitle"/>
          </p:nvPr>
        </p:nvSpPr>
        <p:spPr>
          <a:xfrm>
            <a:off x="6258900" y="3267725"/>
            <a:ext cx="2478300" cy="5007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lt1"/>
              </a:buClr>
              <a:buSzPts val="1200"/>
              <a:buFont typeface="Urbanist"/>
              <a:buNone/>
              <a:defRPr sz="1200"/>
            </a:lvl1pPr>
            <a:lvl2pPr lvl="1">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2pPr>
            <a:lvl3pPr lvl="2">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3pPr>
            <a:lvl4pPr lvl="3">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4pPr>
            <a:lvl5pPr lvl="4">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5pPr>
            <a:lvl6pPr lvl="5">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6pPr>
            <a:lvl7pPr lvl="6">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7pPr>
            <a:lvl8pPr lvl="7">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8pPr>
            <a:lvl9pPr lvl="8">
              <a:spcBef>
                <a:spcPts val="0"/>
              </a:spcBef>
              <a:spcAft>
                <a:spcPts val="0"/>
              </a:spcAft>
              <a:buClr>
                <a:schemeClr val="lt1"/>
              </a:buClr>
              <a:buSzPts val="1200"/>
              <a:buFont typeface="Urbanist"/>
              <a:buNone/>
              <a:defRPr sz="1200">
                <a:solidFill>
                  <a:schemeClr val="lt1"/>
                </a:solidFill>
                <a:latin typeface="Urbanist"/>
                <a:ea typeface="Urbanist"/>
                <a:cs typeface="Urbanist"/>
                <a:sym typeface="Urbanist"/>
              </a:defRPr>
            </a:lvl9pPr>
          </a:lstStyle>
          <a:p/>
        </p:txBody>
      </p:sp>
      <p:sp>
        <p:nvSpPr>
          <p:cNvPr id="265" name="Google Shape;265;p19"/>
          <p:cNvSpPr txBox="1"/>
          <p:nvPr>
            <p:ph idx="7" type="subTitle"/>
          </p:nvPr>
        </p:nvSpPr>
        <p:spPr>
          <a:xfrm>
            <a:off x="6258900" y="3955225"/>
            <a:ext cx="2478300" cy="330000"/>
          </a:xfrm>
          <a:prstGeom prst="rect">
            <a:avLst/>
          </a:prstGeom>
          <a:noFill/>
          <a:ln>
            <a:noFill/>
          </a:ln>
        </p:spPr>
        <p:txBody>
          <a:bodyPr anchorCtr="0" anchor="ctr" bIns="91425" lIns="0" spcFirstLastPara="1" rIns="91425" wrap="square" tIns="0">
            <a:noAutofit/>
          </a:bodyPr>
          <a:lstStyle>
            <a:lvl1pPr lvl="0">
              <a:spcBef>
                <a:spcPts val="0"/>
              </a:spcBef>
              <a:spcAft>
                <a:spcPts val="0"/>
              </a:spcAft>
              <a:buClr>
                <a:schemeClr val="accent3"/>
              </a:buClr>
              <a:buSzPts val="1400"/>
              <a:buFont typeface="Urbanist"/>
              <a:buNone/>
              <a:defRPr b="1" u="sng">
                <a:solidFill>
                  <a:schemeClr val="accent3"/>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6" name="Google Shape;266;p1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67" name="Google Shape;267;p19"/>
          <p:cNvSpPr txBox="1"/>
          <p:nvPr>
            <p:ph idx="8"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68" name="Google Shape;268;p1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69" name="Google Shape;269;p19"/>
          <p:cNvSpPr txBox="1"/>
          <p:nvPr>
            <p:ph idx="9"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270" name="Shape 270"/>
        <p:cNvGrpSpPr/>
        <p:nvPr/>
      </p:nvGrpSpPr>
      <p:grpSpPr>
        <a:xfrm>
          <a:off x="0" y="0"/>
          <a:ext cx="0" cy="0"/>
          <a:chOff x="0" y="0"/>
          <a:chExt cx="0" cy="0"/>
        </a:xfrm>
      </p:grpSpPr>
      <p:pic>
        <p:nvPicPr>
          <p:cNvPr id="271" name="Google Shape;271;p2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72" name="Google Shape;272;p20"/>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5200"/>
              <a:buFont typeface="Urbanist Medium"/>
              <a:buChar char="■"/>
              <a:defRPr sz="5200">
                <a:solidFill>
                  <a:srgbClr val="D4FF00"/>
                </a:solidFill>
                <a:latin typeface="Urbanist Medium"/>
                <a:ea typeface="Urbanist Medium"/>
                <a:cs typeface="Urbanist Medium"/>
                <a:sym typeface="Urbanist Medium"/>
              </a:defRPr>
            </a:lvl9pPr>
          </a:lstStyle>
          <a:p/>
        </p:txBody>
      </p:sp>
      <p:sp>
        <p:nvSpPr>
          <p:cNvPr id="273" name="Google Shape;273;p20"/>
          <p:cNvSpPr txBox="1"/>
          <p:nvPr>
            <p:ph idx="1" type="subTitle"/>
          </p:nvPr>
        </p:nvSpPr>
        <p:spPr>
          <a:xfrm>
            <a:off x="311700" y="2834125"/>
            <a:ext cx="8520600" cy="7926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1pPr>
            <a:lvl2pPr lvl="1"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2pPr>
            <a:lvl3pPr lvl="2"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3pPr>
            <a:lvl4pPr lvl="3"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4pPr>
            <a:lvl5pPr lvl="4"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5pPr>
            <a:lvl6pPr lvl="5"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6pPr>
            <a:lvl7pPr lvl="6"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7pPr>
            <a:lvl8pPr lvl="7"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8pPr>
            <a:lvl9pPr lvl="8" algn="ctr">
              <a:spcBef>
                <a:spcPts val="0"/>
              </a:spcBef>
              <a:spcAft>
                <a:spcPts val="0"/>
              </a:spcAft>
              <a:buClr>
                <a:srgbClr val="D4FF00"/>
              </a:buClr>
              <a:buSzPts val="2800"/>
              <a:buFont typeface="Urbanist Medium"/>
              <a:buNone/>
              <a:defRPr sz="2800">
                <a:solidFill>
                  <a:srgbClr val="D4FF00"/>
                </a:solidFill>
                <a:latin typeface="Urbanist Medium"/>
                <a:ea typeface="Urbanist Medium"/>
                <a:cs typeface="Urbanist Medium"/>
                <a:sym typeface="Urbanist Medium"/>
              </a:defRPr>
            </a:lvl9pPr>
          </a:lstStyle>
          <a:p/>
        </p:txBody>
      </p:sp>
      <p:sp>
        <p:nvSpPr>
          <p:cNvPr id="274" name="Google Shape;274;p2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75" name="Google Shape;275;p20"/>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76" name="Google Shape;276;p20"/>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77" name="Google Shape;277;p20"/>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78" name="Shape 278"/>
        <p:cNvGrpSpPr/>
        <p:nvPr/>
      </p:nvGrpSpPr>
      <p:grpSpPr>
        <a:xfrm>
          <a:off x="0" y="0"/>
          <a:ext cx="0" cy="0"/>
          <a:chOff x="0" y="0"/>
          <a:chExt cx="0" cy="0"/>
        </a:xfrm>
      </p:grpSpPr>
      <p:pic>
        <p:nvPicPr>
          <p:cNvPr id="279" name="Google Shape;279;p2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0" name="Google Shape;280;p21"/>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3600"/>
              <a:buFont typeface="Urbanist Medium"/>
              <a:buChar char="●"/>
              <a:defRPr sz="3600">
                <a:solidFill>
                  <a:schemeClr val="lt1"/>
                </a:solidFill>
                <a:latin typeface="Urbanist Medium"/>
                <a:ea typeface="Urbanist Medium"/>
                <a:cs typeface="Urbanist Medium"/>
                <a:sym typeface="Urbanist Medium"/>
              </a:defRPr>
            </a:lvl1pPr>
            <a:lvl2pPr lvl="1" algn="ctr">
              <a:spcBef>
                <a:spcPts val="0"/>
              </a:spcBef>
              <a:spcAft>
                <a:spcPts val="0"/>
              </a:spcAft>
              <a:buSzPts val="3600"/>
              <a:buChar char="○"/>
              <a:defRPr sz="3600"/>
            </a:lvl2pPr>
            <a:lvl3pPr lvl="2" algn="ctr">
              <a:spcBef>
                <a:spcPts val="0"/>
              </a:spcBef>
              <a:spcAft>
                <a:spcPts val="0"/>
              </a:spcAft>
              <a:buSzPts val="3600"/>
              <a:buChar char="■"/>
              <a:defRPr sz="3600"/>
            </a:lvl3pPr>
            <a:lvl4pPr lvl="3" algn="ctr">
              <a:spcBef>
                <a:spcPts val="0"/>
              </a:spcBef>
              <a:spcAft>
                <a:spcPts val="0"/>
              </a:spcAft>
              <a:buSzPts val="3600"/>
              <a:buChar char="●"/>
              <a:defRPr sz="3600"/>
            </a:lvl4pPr>
            <a:lvl5pPr lvl="4" algn="ctr">
              <a:spcBef>
                <a:spcPts val="0"/>
              </a:spcBef>
              <a:spcAft>
                <a:spcPts val="0"/>
              </a:spcAft>
              <a:buSzPts val="3600"/>
              <a:buChar char="○"/>
              <a:defRPr sz="3600"/>
            </a:lvl5pPr>
            <a:lvl6pPr lvl="5" algn="ctr">
              <a:spcBef>
                <a:spcPts val="0"/>
              </a:spcBef>
              <a:spcAft>
                <a:spcPts val="0"/>
              </a:spcAft>
              <a:buSzPts val="3600"/>
              <a:buChar char="■"/>
              <a:defRPr sz="3600"/>
            </a:lvl6pPr>
            <a:lvl7pPr lvl="6" algn="ctr">
              <a:spcBef>
                <a:spcPts val="0"/>
              </a:spcBef>
              <a:spcAft>
                <a:spcPts val="0"/>
              </a:spcAft>
              <a:buSzPts val="3600"/>
              <a:buChar char="●"/>
              <a:defRPr sz="3600"/>
            </a:lvl7pPr>
            <a:lvl8pPr lvl="7" algn="ctr">
              <a:spcBef>
                <a:spcPts val="0"/>
              </a:spcBef>
              <a:spcAft>
                <a:spcPts val="0"/>
              </a:spcAft>
              <a:buSzPts val="3600"/>
              <a:buChar char="○"/>
              <a:defRPr sz="3600"/>
            </a:lvl8pPr>
            <a:lvl9pPr lvl="8" algn="ctr">
              <a:spcBef>
                <a:spcPts val="0"/>
              </a:spcBef>
              <a:spcAft>
                <a:spcPts val="0"/>
              </a:spcAft>
              <a:buSzPts val="3600"/>
              <a:buChar char="■"/>
              <a:defRPr sz="3600"/>
            </a:lvl9pPr>
          </a:lstStyle>
          <a:p/>
        </p:txBody>
      </p:sp>
      <p:sp>
        <p:nvSpPr>
          <p:cNvPr id="281" name="Google Shape;281;p21"/>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82" name="Google Shape;282;p2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83" name="Google Shape;283;p21"/>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284" name="Shape 284"/>
        <p:cNvGrpSpPr/>
        <p:nvPr/>
      </p:nvGrpSpPr>
      <p:grpSpPr>
        <a:xfrm>
          <a:off x="0" y="0"/>
          <a:ext cx="0" cy="0"/>
          <a:chOff x="0" y="0"/>
          <a:chExt cx="0" cy="0"/>
        </a:xfrm>
      </p:grpSpPr>
      <p:pic>
        <p:nvPicPr>
          <p:cNvPr id="285" name="Google Shape;285;p2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86" name="Google Shape;286;p2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7" name="Google Shape;287;p22"/>
          <p:cNvSpPr txBox="1"/>
          <p:nvPr>
            <p:ph idx="1" type="body"/>
          </p:nvPr>
        </p:nvSpPr>
        <p:spPr>
          <a:xfrm>
            <a:off x="311700" y="1152475"/>
            <a:ext cx="85206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88" name="Google Shape;288;p2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89" name="Google Shape;289;p22"/>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0" name="Google Shape;290;p2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291" name="Google Shape;291;p22"/>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292" name="Shape 292"/>
        <p:cNvGrpSpPr/>
        <p:nvPr/>
      </p:nvGrpSpPr>
      <p:grpSpPr>
        <a:xfrm>
          <a:off x="0" y="0"/>
          <a:ext cx="0" cy="0"/>
          <a:chOff x="0" y="0"/>
          <a:chExt cx="0" cy="0"/>
        </a:xfrm>
      </p:grpSpPr>
      <p:pic>
        <p:nvPicPr>
          <p:cNvPr id="293" name="Google Shape;293;p23"/>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294" name="Google Shape;294;p23"/>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295" name="Google Shape;295;p23"/>
          <p:cNvSpPr txBox="1"/>
          <p:nvPr>
            <p:ph idx="1" type="body"/>
          </p:nvPr>
        </p:nvSpPr>
        <p:spPr>
          <a:xfrm>
            <a:off x="3117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6" name="Google Shape;296;p23"/>
          <p:cNvSpPr txBox="1"/>
          <p:nvPr>
            <p:ph idx="2" type="body"/>
          </p:nvPr>
        </p:nvSpPr>
        <p:spPr>
          <a:xfrm>
            <a:off x="4832400" y="1152475"/>
            <a:ext cx="3999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sz="1400">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297" name="Google Shape;297;p2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298" name="Google Shape;298;p23"/>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299" name="Google Shape;299;p23"/>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0" name="Google Shape;300;p23"/>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301" name="Shape 301"/>
        <p:cNvGrpSpPr/>
        <p:nvPr/>
      </p:nvGrpSpPr>
      <p:grpSpPr>
        <a:xfrm>
          <a:off x="0" y="0"/>
          <a:ext cx="0" cy="0"/>
          <a:chOff x="0" y="0"/>
          <a:chExt cx="0" cy="0"/>
        </a:xfrm>
      </p:grpSpPr>
      <p:pic>
        <p:nvPicPr>
          <p:cNvPr id="302" name="Google Shape;302;p24"/>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03" name="Google Shape;303;p24"/>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1pPr>
            <a:lvl2pPr lvl="1">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2pPr>
            <a:lvl3pPr lvl="2">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3pPr>
            <a:lvl4pPr lvl="3">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4pPr>
            <a:lvl5pPr lvl="4">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5pPr>
            <a:lvl6pPr lvl="5">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6pPr>
            <a:lvl7pPr lvl="6">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7pPr>
            <a:lvl8pPr lvl="7">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8pPr>
            <a:lvl9pPr lvl="8">
              <a:spcBef>
                <a:spcPts val="0"/>
              </a:spcBef>
              <a:spcAft>
                <a:spcPts val="0"/>
              </a:spcAft>
              <a:buClr>
                <a:srgbClr val="D4FF00"/>
              </a:buClr>
              <a:buSzPts val="1400"/>
              <a:buFont typeface="Urbanist Medium"/>
              <a:buChar char="■"/>
              <a:defRPr>
                <a:solidFill>
                  <a:srgbClr val="D4FF00"/>
                </a:solidFill>
                <a:latin typeface="Urbanist Medium"/>
                <a:ea typeface="Urbanist Medium"/>
                <a:cs typeface="Urbanist Medium"/>
                <a:sym typeface="Urbanist Medium"/>
              </a:defRPr>
            </a:lvl9pPr>
          </a:lstStyle>
          <a:p/>
        </p:txBody>
      </p:sp>
      <p:sp>
        <p:nvSpPr>
          <p:cNvPr id="304" name="Google Shape;304;p2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05" name="Google Shape;305;p24"/>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06" name="Google Shape;306;p24"/>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07" name="Google Shape;307;p24"/>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308" name="Shape 308"/>
        <p:cNvGrpSpPr/>
        <p:nvPr/>
      </p:nvGrpSpPr>
      <p:grpSpPr>
        <a:xfrm>
          <a:off x="0" y="0"/>
          <a:ext cx="0" cy="0"/>
          <a:chOff x="0" y="0"/>
          <a:chExt cx="0" cy="0"/>
        </a:xfrm>
      </p:grpSpPr>
      <p:pic>
        <p:nvPicPr>
          <p:cNvPr id="309" name="Google Shape;309;p25"/>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0" name="Google Shape;310;p25"/>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Autofit/>
          </a:bodyPr>
          <a:lstStyle>
            <a:lvl1pPr lvl="0">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400"/>
              <a:buFont typeface="Urbanist Medium"/>
              <a:buChar char="■"/>
              <a:defRPr sz="2400">
                <a:solidFill>
                  <a:schemeClr val="lt1"/>
                </a:solidFill>
                <a:latin typeface="Urbanist Medium"/>
                <a:ea typeface="Urbanist Medium"/>
                <a:cs typeface="Urbanist Medium"/>
                <a:sym typeface="Urbanist Medium"/>
              </a:defRPr>
            </a:lvl9pPr>
          </a:lstStyle>
          <a:p/>
        </p:txBody>
      </p:sp>
      <p:sp>
        <p:nvSpPr>
          <p:cNvPr id="311" name="Google Shape;311;p25"/>
          <p:cNvSpPr txBox="1"/>
          <p:nvPr>
            <p:ph idx="1" type="body"/>
          </p:nvPr>
        </p:nvSpPr>
        <p:spPr>
          <a:xfrm>
            <a:off x="311700" y="1411100"/>
            <a:ext cx="7696200" cy="31578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1pPr>
            <a:lvl2pPr indent="-304800" lvl="1" marL="914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2pPr>
            <a:lvl3pPr indent="-304800" lvl="2" marL="1371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3pPr>
            <a:lvl4pPr indent="-304800" lvl="3" marL="1828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4pPr>
            <a:lvl5pPr indent="-304800" lvl="4" marL="22860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5pPr>
            <a:lvl6pPr indent="-304800" lvl="5" marL="27432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6pPr>
            <a:lvl7pPr indent="-304800" lvl="6" marL="32004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7pPr>
            <a:lvl8pPr indent="-304800" lvl="7" marL="36576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8pPr>
            <a:lvl9pPr indent="-304800" lvl="8" marL="4114800">
              <a:spcBef>
                <a:spcPts val="0"/>
              </a:spcBef>
              <a:spcAft>
                <a:spcPts val="0"/>
              </a:spcAft>
              <a:buClr>
                <a:schemeClr val="lt1"/>
              </a:buClr>
              <a:buSzPts val="1200"/>
              <a:buFont typeface="Urbanist Medium"/>
              <a:buChar char="■"/>
              <a:defRPr>
                <a:solidFill>
                  <a:schemeClr val="lt1"/>
                </a:solidFill>
                <a:latin typeface="Urbanist Medium"/>
                <a:ea typeface="Urbanist Medium"/>
                <a:cs typeface="Urbanist Medium"/>
                <a:sym typeface="Urbanist Medium"/>
              </a:defRPr>
            </a:lvl9pPr>
          </a:lstStyle>
          <a:p/>
        </p:txBody>
      </p:sp>
      <p:sp>
        <p:nvSpPr>
          <p:cNvPr id="312" name="Google Shape;312;p25"/>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13" name="Google Shape;313;p25"/>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14" name="Google Shape;314;p25"/>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15" name="Google Shape;315;p25"/>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316" name="Shape 316"/>
        <p:cNvGrpSpPr/>
        <p:nvPr/>
      </p:nvGrpSpPr>
      <p:grpSpPr>
        <a:xfrm>
          <a:off x="0" y="0"/>
          <a:ext cx="0" cy="0"/>
          <a:chOff x="0" y="0"/>
          <a:chExt cx="0" cy="0"/>
        </a:xfrm>
      </p:grpSpPr>
      <p:pic>
        <p:nvPicPr>
          <p:cNvPr id="317" name="Google Shape;317;p26"/>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18" name="Google Shape;318;p26"/>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800"/>
              <a:buFont typeface="Urbanist Medium"/>
              <a:buChar char="●"/>
              <a:defRPr sz="4800">
                <a:solidFill>
                  <a:schemeClr val="lt1"/>
                </a:solidFill>
                <a:latin typeface="Urbanist Medium"/>
                <a:ea typeface="Urbanist Medium"/>
                <a:cs typeface="Urbanist Medium"/>
                <a:sym typeface="Urbanist Medium"/>
              </a:defRPr>
            </a:lvl1pPr>
            <a:lvl2pPr lvl="1">
              <a:spcBef>
                <a:spcPts val="0"/>
              </a:spcBef>
              <a:spcAft>
                <a:spcPts val="0"/>
              </a:spcAft>
              <a:buSzPts val="4800"/>
              <a:buChar char="○"/>
              <a:defRPr sz="4800"/>
            </a:lvl2pPr>
            <a:lvl3pPr lvl="2">
              <a:spcBef>
                <a:spcPts val="0"/>
              </a:spcBef>
              <a:spcAft>
                <a:spcPts val="0"/>
              </a:spcAft>
              <a:buSzPts val="4800"/>
              <a:buChar char="■"/>
              <a:defRPr sz="4800"/>
            </a:lvl3pPr>
            <a:lvl4pPr lvl="3">
              <a:spcBef>
                <a:spcPts val="0"/>
              </a:spcBef>
              <a:spcAft>
                <a:spcPts val="0"/>
              </a:spcAft>
              <a:buSzPts val="4800"/>
              <a:buChar char="●"/>
              <a:defRPr sz="4800"/>
            </a:lvl4pPr>
            <a:lvl5pPr lvl="4">
              <a:spcBef>
                <a:spcPts val="0"/>
              </a:spcBef>
              <a:spcAft>
                <a:spcPts val="0"/>
              </a:spcAft>
              <a:buSzPts val="4800"/>
              <a:buChar char="○"/>
              <a:defRPr sz="4800"/>
            </a:lvl5pPr>
            <a:lvl6pPr lvl="5">
              <a:spcBef>
                <a:spcPts val="0"/>
              </a:spcBef>
              <a:spcAft>
                <a:spcPts val="0"/>
              </a:spcAft>
              <a:buSzPts val="4800"/>
              <a:buChar char="■"/>
              <a:defRPr sz="4800"/>
            </a:lvl6pPr>
            <a:lvl7pPr lvl="6">
              <a:spcBef>
                <a:spcPts val="0"/>
              </a:spcBef>
              <a:spcAft>
                <a:spcPts val="0"/>
              </a:spcAft>
              <a:buSzPts val="4800"/>
              <a:buChar char="●"/>
              <a:defRPr sz="4800"/>
            </a:lvl7pPr>
            <a:lvl8pPr lvl="7">
              <a:spcBef>
                <a:spcPts val="0"/>
              </a:spcBef>
              <a:spcAft>
                <a:spcPts val="0"/>
              </a:spcAft>
              <a:buSzPts val="4800"/>
              <a:buChar char="○"/>
              <a:defRPr sz="4800"/>
            </a:lvl8pPr>
            <a:lvl9pPr lvl="8">
              <a:spcBef>
                <a:spcPts val="0"/>
              </a:spcBef>
              <a:spcAft>
                <a:spcPts val="0"/>
              </a:spcAft>
              <a:buSzPts val="4800"/>
              <a:buChar char="■"/>
              <a:defRPr sz="4800"/>
            </a:lvl9pPr>
          </a:lstStyle>
          <a:p/>
        </p:txBody>
      </p:sp>
      <p:sp>
        <p:nvSpPr>
          <p:cNvPr id="319" name="Google Shape;319;p26"/>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0" name="Google Shape;320;p2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21" name="Google Shape;321;p26"/>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22" name="Google Shape;322;p26"/>
          <p:cNvSpPr txBox="1"/>
          <p:nvPr>
            <p:ph idx="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323" name="Shape 323"/>
        <p:cNvGrpSpPr/>
        <p:nvPr/>
      </p:nvGrpSpPr>
      <p:grpSpPr>
        <a:xfrm>
          <a:off x="0" y="0"/>
          <a:ext cx="0" cy="0"/>
          <a:chOff x="0" y="0"/>
          <a:chExt cx="0" cy="0"/>
        </a:xfrm>
      </p:grpSpPr>
      <p:pic>
        <p:nvPicPr>
          <p:cNvPr id="324" name="Google Shape;324;p27"/>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25" name="Google Shape;325;p27"/>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4200"/>
              <a:buFont typeface="Urbanist Medium"/>
              <a:buChar char="■"/>
              <a:defRPr sz="4200">
                <a:solidFill>
                  <a:schemeClr val="lt1"/>
                </a:solidFill>
                <a:latin typeface="Urbanist Medium"/>
                <a:ea typeface="Urbanist Medium"/>
                <a:cs typeface="Urbanist Medium"/>
                <a:sym typeface="Urbanist Medium"/>
              </a:defRPr>
            </a:lvl9pPr>
          </a:lstStyle>
          <a:p/>
        </p:txBody>
      </p:sp>
      <p:sp>
        <p:nvSpPr>
          <p:cNvPr id="326" name="Google Shape;326;p27"/>
          <p:cNvSpPr txBox="1"/>
          <p:nvPr>
            <p:ph idx="1" type="subTitle"/>
          </p:nvPr>
        </p:nvSpPr>
        <p:spPr>
          <a:xfrm>
            <a:off x="265500" y="2803075"/>
            <a:ext cx="4045200" cy="1235100"/>
          </a:xfrm>
          <a:prstGeom prst="rect">
            <a:avLst/>
          </a:prstGeom>
          <a:noFill/>
          <a:ln>
            <a:noFill/>
          </a:ln>
        </p:spPr>
        <p:txBody>
          <a:bodyPr anchorCtr="0" anchor="ctr" bIns="91425" lIns="91425" spcFirstLastPara="1" rIns="91425" wrap="square" tIns="91425">
            <a:noAutofit/>
          </a:bodyPr>
          <a:lstStyle>
            <a:lvl1pPr lvl="0"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2100"/>
              <a:buFont typeface="Urbanist Medium"/>
              <a:buNone/>
              <a:defRPr sz="2100">
                <a:solidFill>
                  <a:schemeClr val="lt1"/>
                </a:solidFill>
                <a:latin typeface="Urbanist Medium"/>
                <a:ea typeface="Urbanist Medium"/>
                <a:cs typeface="Urbanist Medium"/>
                <a:sym typeface="Urbanist Medium"/>
              </a:defRPr>
            </a:lvl9pPr>
          </a:lstStyle>
          <a:p/>
        </p:txBody>
      </p:sp>
      <p:sp>
        <p:nvSpPr>
          <p:cNvPr id="327" name="Google Shape;327;p27"/>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28" name="Google Shape;328;p2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29" name="Google Shape;329;p27"/>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0" name="Google Shape;330;p27"/>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1" name="Google Shape;331;p27"/>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332" name="Shape 332"/>
        <p:cNvGrpSpPr/>
        <p:nvPr/>
      </p:nvGrpSpPr>
      <p:grpSpPr>
        <a:xfrm>
          <a:off x="0" y="0"/>
          <a:ext cx="0" cy="0"/>
          <a:chOff x="0" y="0"/>
          <a:chExt cx="0" cy="0"/>
        </a:xfrm>
      </p:grpSpPr>
      <p:pic>
        <p:nvPicPr>
          <p:cNvPr id="333" name="Google Shape;333;p28"/>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34" name="Google Shape;334;p28"/>
          <p:cNvSpPr txBox="1"/>
          <p:nvPr>
            <p:ph idx="1" type="body"/>
          </p:nvPr>
        </p:nvSpPr>
        <p:spPr>
          <a:xfrm>
            <a:off x="311700" y="3951100"/>
            <a:ext cx="5998800" cy="646800"/>
          </a:xfrm>
          <a:prstGeom prst="rect">
            <a:avLst/>
          </a:prstGeom>
          <a:noFill/>
          <a:ln>
            <a:noFill/>
          </a:ln>
        </p:spPr>
        <p:txBody>
          <a:bodyPr anchorCtr="0" anchor="ctr" bIns="91425" lIns="91425" spcFirstLastPara="1" rIns="91425" wrap="square" tIns="91425">
            <a:noAutofit/>
          </a:bodyPr>
          <a:lstStyle>
            <a:lvl1pPr indent="-228600" lvl="0" marL="457200">
              <a:spcBef>
                <a:spcPts val="0"/>
              </a:spcBef>
              <a:spcAft>
                <a:spcPts val="0"/>
              </a:spcAft>
              <a:buClr>
                <a:schemeClr val="lt1"/>
              </a:buClr>
              <a:buSzPts val="1400"/>
              <a:buNone/>
              <a:defRPr>
                <a:solidFill>
                  <a:schemeClr val="lt1"/>
                </a:solidFill>
              </a:defRPr>
            </a:lvl1pPr>
          </a:lstStyle>
          <a:p/>
        </p:txBody>
      </p:sp>
      <p:sp>
        <p:nvSpPr>
          <p:cNvPr id="335" name="Google Shape;335;p2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36" name="Google Shape;336;p28"/>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37" name="Google Shape;337;p28"/>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38" name="Google Shape;338;p28"/>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339" name="Shape 339"/>
        <p:cNvGrpSpPr/>
        <p:nvPr/>
      </p:nvGrpSpPr>
      <p:grpSpPr>
        <a:xfrm>
          <a:off x="0" y="0"/>
          <a:ext cx="0" cy="0"/>
          <a:chOff x="0" y="0"/>
          <a:chExt cx="0" cy="0"/>
        </a:xfrm>
      </p:grpSpPr>
      <p:pic>
        <p:nvPicPr>
          <p:cNvPr id="340" name="Google Shape;340;p29"/>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1" name="Google Shape;341;p29"/>
          <p:cNvSpPr txBox="1"/>
          <p:nvPr>
            <p:ph hasCustomPrompt="1" type="title"/>
          </p:nvPr>
        </p:nvSpPr>
        <p:spPr>
          <a:xfrm>
            <a:off x="311700" y="624000"/>
            <a:ext cx="8520600" cy="1963500"/>
          </a:xfrm>
          <a:prstGeom prst="rect">
            <a:avLst/>
          </a:prstGeom>
          <a:noFill/>
          <a:ln>
            <a:noFill/>
          </a:ln>
        </p:spPr>
        <p:txBody>
          <a:bodyPr anchorCtr="0" anchor="b" bIns="91425" lIns="91425" spcFirstLastPara="1" rIns="91425" wrap="square" tIns="91425">
            <a:noAutofit/>
          </a:bodyPr>
          <a:lstStyle>
            <a:lvl1pPr lvl="0"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1pPr>
            <a:lvl2pPr lvl="1"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2pPr>
            <a:lvl3pPr lvl="2"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3pPr>
            <a:lvl4pPr lvl="3"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4pPr>
            <a:lvl5pPr lvl="4"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5pPr>
            <a:lvl6pPr lvl="5"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6pPr>
            <a:lvl7pPr lvl="6"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7pPr>
            <a:lvl8pPr lvl="7"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8pPr>
            <a:lvl9pPr lvl="8" algn="ctr">
              <a:spcBef>
                <a:spcPts val="0"/>
              </a:spcBef>
              <a:spcAft>
                <a:spcPts val="0"/>
              </a:spcAft>
              <a:buClr>
                <a:schemeClr val="lt1"/>
              </a:buClr>
              <a:buSzPts val="12000"/>
              <a:buFont typeface="Urbanist Medium"/>
              <a:buChar char="■"/>
              <a:defRPr sz="12000">
                <a:solidFill>
                  <a:schemeClr val="lt1"/>
                </a:solidFill>
                <a:latin typeface="Urbanist Medium"/>
                <a:ea typeface="Urbanist Medium"/>
                <a:cs typeface="Urbanist Medium"/>
                <a:sym typeface="Urbanist Medium"/>
              </a:defRPr>
            </a:lvl9pPr>
          </a:lstStyle>
          <a:p>
            <a:r>
              <a:t>xx%</a:t>
            </a:r>
          </a:p>
        </p:txBody>
      </p:sp>
      <p:sp>
        <p:nvSpPr>
          <p:cNvPr id="342" name="Google Shape;342;p29"/>
          <p:cNvSpPr txBox="1"/>
          <p:nvPr>
            <p:ph idx="1" type="body"/>
          </p:nvPr>
        </p:nvSpPr>
        <p:spPr>
          <a:xfrm>
            <a:off x="311700" y="2670100"/>
            <a:ext cx="8520600" cy="1300800"/>
          </a:xfrm>
          <a:prstGeom prst="rect">
            <a:avLst/>
          </a:prstGeom>
          <a:noFill/>
          <a:ln>
            <a:noFill/>
          </a:ln>
        </p:spPr>
        <p:txBody>
          <a:bodyPr anchorCtr="0" anchor="ctr" bIns="91425" lIns="91425" spcFirstLastPara="1" rIns="91425" wrap="square" tIns="91425">
            <a:noAutofit/>
          </a:bodyPr>
          <a:lstStyle>
            <a:lvl1pPr indent="-317500" lvl="0" marL="457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1pPr>
            <a:lvl2pPr indent="-317500" lvl="1" marL="914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2pPr>
            <a:lvl3pPr indent="-317500" lvl="2" marL="1371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3pPr>
            <a:lvl4pPr indent="-317500" lvl="3" marL="1828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4pPr>
            <a:lvl5pPr indent="-317500" lvl="4" marL="22860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5pPr>
            <a:lvl6pPr indent="-317500" lvl="5" marL="27432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6pPr>
            <a:lvl7pPr indent="-317500" lvl="6" marL="32004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7pPr>
            <a:lvl8pPr indent="-317500" lvl="7" marL="36576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8pPr>
            <a:lvl9pPr indent="-317500" lvl="8" marL="4114800" algn="ctr">
              <a:spcBef>
                <a:spcPts val="0"/>
              </a:spcBef>
              <a:spcAft>
                <a:spcPts val="0"/>
              </a:spcAft>
              <a:buClr>
                <a:schemeClr val="lt1"/>
              </a:buClr>
              <a:buSzPts val="1400"/>
              <a:buFont typeface="Urbanist Medium"/>
              <a:buChar char="■"/>
              <a:defRPr>
                <a:solidFill>
                  <a:schemeClr val="lt1"/>
                </a:solidFill>
                <a:latin typeface="Urbanist Medium"/>
                <a:ea typeface="Urbanist Medium"/>
                <a:cs typeface="Urbanist Medium"/>
                <a:sym typeface="Urbanist Medium"/>
              </a:defRPr>
            </a:lvl9pPr>
          </a:lstStyle>
          <a:p/>
        </p:txBody>
      </p:sp>
      <p:sp>
        <p:nvSpPr>
          <p:cNvPr id="343" name="Google Shape;343;p29"/>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44" name="Google Shape;344;p29"/>
          <p:cNvSpPr txBox="1"/>
          <p:nvPr>
            <p:ph idx="2"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45" name="Google Shape;345;p29"/>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46" name="Google Shape;346;p29"/>
          <p:cNvSpPr txBox="1"/>
          <p:nvPr>
            <p:ph idx="3"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347" name="Shape 347"/>
        <p:cNvGrpSpPr/>
        <p:nvPr/>
      </p:nvGrpSpPr>
      <p:grpSpPr>
        <a:xfrm>
          <a:off x="0" y="0"/>
          <a:ext cx="0" cy="0"/>
          <a:chOff x="0" y="0"/>
          <a:chExt cx="0" cy="0"/>
        </a:xfrm>
      </p:grpSpPr>
      <p:pic>
        <p:nvPicPr>
          <p:cNvPr id="348" name="Google Shape;348;p30"/>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49" name="Google Shape;349;p3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350" name="Shape 350"/>
        <p:cNvGrpSpPr/>
        <p:nvPr/>
      </p:nvGrpSpPr>
      <p:grpSpPr>
        <a:xfrm>
          <a:off x="0" y="0"/>
          <a:ext cx="0" cy="0"/>
          <a:chOff x="0" y="0"/>
          <a:chExt cx="0" cy="0"/>
        </a:xfrm>
      </p:grpSpPr>
      <p:pic>
        <p:nvPicPr>
          <p:cNvPr id="351" name="Google Shape;351;p3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52" name="Google Shape;352;p31"/>
          <p:cNvSpPr txBox="1"/>
          <p:nvPr>
            <p:ph type="title"/>
          </p:nvPr>
        </p:nvSpPr>
        <p:spPr>
          <a:xfrm>
            <a:off x="677325" y="1832775"/>
            <a:ext cx="3217200" cy="1484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4200"/>
              <a:buFont typeface="Urbanist Medium"/>
              <a:buNone/>
              <a:defRPr sz="42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1400"/>
              <a:buFont typeface="Urbanist Medium"/>
              <a:buNone/>
              <a:defRPr>
                <a:solidFill>
                  <a:schemeClr val="lt1"/>
                </a:solidFill>
                <a:latin typeface="Urbanist Medium"/>
                <a:ea typeface="Urbanist Medium"/>
                <a:cs typeface="Urbanist Medium"/>
                <a:sym typeface="Urbanist Medium"/>
              </a:defRPr>
            </a:lvl9pPr>
          </a:lstStyle>
          <a:p/>
        </p:txBody>
      </p:sp>
      <p:sp>
        <p:nvSpPr>
          <p:cNvPr id="353" name="Google Shape;353;p31"/>
          <p:cNvSpPr txBox="1"/>
          <p:nvPr>
            <p:ph idx="1" type="subTitle"/>
          </p:nvPr>
        </p:nvSpPr>
        <p:spPr>
          <a:xfrm>
            <a:off x="4406650" y="39375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4" name="Google Shape;354;p31"/>
          <p:cNvSpPr txBox="1"/>
          <p:nvPr>
            <p:ph idx="2" type="subTitle"/>
          </p:nvPr>
        </p:nvSpPr>
        <p:spPr>
          <a:xfrm>
            <a:off x="4406650" y="115170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5" name="Google Shape;355;p31"/>
          <p:cNvSpPr txBox="1"/>
          <p:nvPr>
            <p:ph idx="3" type="subTitle"/>
          </p:nvPr>
        </p:nvSpPr>
        <p:spPr>
          <a:xfrm>
            <a:off x="4406650" y="342557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6" name="Google Shape;356;p31"/>
          <p:cNvSpPr txBox="1"/>
          <p:nvPr>
            <p:ph idx="4" type="subTitle"/>
          </p:nvPr>
        </p:nvSpPr>
        <p:spPr>
          <a:xfrm>
            <a:off x="4406650" y="1909660"/>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7" name="Google Shape;357;p31"/>
          <p:cNvSpPr txBox="1"/>
          <p:nvPr>
            <p:ph idx="5" type="subTitle"/>
          </p:nvPr>
        </p:nvSpPr>
        <p:spPr>
          <a:xfrm>
            <a:off x="4406650" y="418352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8" name="Google Shape;358;p31"/>
          <p:cNvSpPr txBox="1"/>
          <p:nvPr>
            <p:ph idx="6" type="subTitle"/>
          </p:nvPr>
        </p:nvSpPr>
        <p:spPr>
          <a:xfrm>
            <a:off x="4406650" y="2667615"/>
            <a:ext cx="44097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1pPr>
            <a:lvl2pPr lvl="1">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2pPr>
            <a:lvl3pPr lvl="2">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3pPr>
            <a:lvl4pPr lvl="3">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4pPr>
            <a:lvl5pPr lvl="4">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5pPr>
            <a:lvl6pPr lvl="5">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6pPr>
            <a:lvl7pPr lvl="6">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7pPr>
            <a:lvl8pPr lvl="7">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8pPr>
            <a:lvl9pPr lvl="8">
              <a:spcBef>
                <a:spcPts val="0"/>
              </a:spcBef>
              <a:spcAft>
                <a:spcPts val="0"/>
              </a:spcAft>
              <a:buClr>
                <a:schemeClr val="lt1"/>
              </a:buClr>
              <a:buSzPts val="2000"/>
              <a:buFont typeface="Urbanist Medium"/>
              <a:buNone/>
              <a:defRPr sz="2000">
                <a:solidFill>
                  <a:schemeClr val="lt1"/>
                </a:solidFill>
                <a:latin typeface="Urbanist Medium"/>
                <a:ea typeface="Urbanist Medium"/>
                <a:cs typeface="Urbanist Medium"/>
                <a:sym typeface="Urbanist Medium"/>
              </a:defRPr>
            </a:lvl9pPr>
          </a:lstStyle>
          <a:p/>
        </p:txBody>
      </p:sp>
      <p:sp>
        <p:nvSpPr>
          <p:cNvPr id="359" name="Google Shape;359;p3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0" name="Google Shape;360;p31"/>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61" name="Google Shape;361;p31"/>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62" name="Google Shape;362;p31"/>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363" name="Shape 363"/>
        <p:cNvGrpSpPr/>
        <p:nvPr/>
      </p:nvGrpSpPr>
      <p:grpSpPr>
        <a:xfrm>
          <a:off x="0" y="0"/>
          <a:ext cx="0" cy="0"/>
          <a:chOff x="0" y="0"/>
          <a:chExt cx="0" cy="0"/>
        </a:xfrm>
      </p:grpSpPr>
      <p:sp>
        <p:nvSpPr>
          <p:cNvPr id="364" name="Google Shape;364;p32"/>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365" name="Google Shape;365;p32"/>
          <p:cNvSpPr txBox="1"/>
          <p:nvPr>
            <p:ph idx="1" type="body"/>
          </p:nvPr>
        </p:nvSpPr>
        <p:spPr>
          <a:xfrm>
            <a:off x="311700" y="1152475"/>
            <a:ext cx="4473900" cy="34164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66" name="Google Shape;366;p32"/>
          <p:cNvSpPr/>
          <p:nvPr>
            <p:ph idx="2" type="pic"/>
          </p:nvPr>
        </p:nvSpPr>
        <p:spPr>
          <a:xfrm>
            <a:off x="4992024" y="1152775"/>
            <a:ext cx="3840300" cy="3416400"/>
          </a:xfrm>
          <a:prstGeom prst="rect">
            <a:avLst/>
          </a:prstGeom>
          <a:noFill/>
          <a:ln>
            <a:noFill/>
          </a:ln>
        </p:spPr>
      </p:sp>
      <p:pic>
        <p:nvPicPr>
          <p:cNvPr id="367" name="Google Shape;367;p3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368" name="Google Shape;368;p32"/>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69" name="Google Shape;369;p32"/>
          <p:cNvSpPr txBox="1"/>
          <p:nvPr>
            <p:ph idx="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70" name="Google Shape;370;p32"/>
          <p:cNvPicPr preferRelativeResize="0"/>
          <p:nvPr/>
        </p:nvPicPr>
        <p:blipFill>
          <a:blip r:embed="rId3">
            <a:alphaModFix/>
          </a:blip>
          <a:stretch>
            <a:fillRect/>
          </a:stretch>
        </p:blipFill>
        <p:spPr>
          <a:xfrm>
            <a:off x="228600" y="4837043"/>
            <a:ext cx="567051" cy="144675"/>
          </a:xfrm>
          <a:prstGeom prst="rect">
            <a:avLst/>
          </a:prstGeom>
          <a:noFill/>
          <a:ln>
            <a:noFill/>
          </a:ln>
        </p:spPr>
      </p:pic>
      <p:sp>
        <p:nvSpPr>
          <p:cNvPr id="371" name="Google Shape;371;p32"/>
          <p:cNvSpPr txBox="1"/>
          <p:nvPr>
            <p:ph idx="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372" name="Shape 372"/>
        <p:cNvGrpSpPr/>
        <p:nvPr/>
      </p:nvGrpSpPr>
      <p:grpSpPr>
        <a:xfrm>
          <a:off x="0" y="0"/>
          <a:ext cx="0" cy="0"/>
          <a:chOff x="0" y="0"/>
          <a:chExt cx="0" cy="0"/>
        </a:xfrm>
      </p:grpSpPr>
      <p:sp>
        <p:nvSpPr>
          <p:cNvPr id="373" name="Google Shape;373;p33"/>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74" name="Google Shape;374;p33"/>
          <p:cNvSpPr txBox="1"/>
          <p:nvPr>
            <p:ph idx="1" type="body"/>
          </p:nvPr>
        </p:nvSpPr>
        <p:spPr>
          <a:xfrm>
            <a:off x="48315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5" name="Google Shape;375;p33"/>
          <p:cNvSpPr txBox="1"/>
          <p:nvPr>
            <p:ph idx="2" type="body"/>
          </p:nvPr>
        </p:nvSpPr>
        <p:spPr>
          <a:xfrm>
            <a:off x="5048000" y="2237788"/>
            <a:ext cx="36198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76" name="Google Shape;376;p33"/>
          <p:cNvSpPr txBox="1"/>
          <p:nvPr>
            <p:ph idx="3" type="subTitle"/>
          </p:nvPr>
        </p:nvSpPr>
        <p:spPr>
          <a:xfrm>
            <a:off x="48315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7" name="Google Shape;377;p33"/>
          <p:cNvSpPr txBox="1"/>
          <p:nvPr>
            <p:ph idx="4" type="subTitle"/>
          </p:nvPr>
        </p:nvSpPr>
        <p:spPr>
          <a:xfrm>
            <a:off x="5048000" y="1336161"/>
            <a:ext cx="3619800" cy="54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78" name="Google Shape;378;p33"/>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79" name="Google Shape;379;p33"/>
          <p:cNvSpPr txBox="1"/>
          <p:nvPr>
            <p:ph idx="5"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80" name="Google Shape;380;p33"/>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81" name="Google Shape;381;p33"/>
          <p:cNvSpPr txBox="1"/>
          <p:nvPr>
            <p:ph idx="6"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382" name="Shape 382"/>
        <p:cNvGrpSpPr/>
        <p:nvPr/>
      </p:nvGrpSpPr>
      <p:grpSpPr>
        <a:xfrm>
          <a:off x="0" y="0"/>
          <a:ext cx="0" cy="0"/>
          <a:chOff x="0" y="0"/>
          <a:chExt cx="0" cy="0"/>
        </a:xfrm>
      </p:grpSpPr>
      <p:sp>
        <p:nvSpPr>
          <p:cNvPr id="383" name="Google Shape;383;p34"/>
          <p:cNvSpPr txBox="1"/>
          <p:nvPr>
            <p:ph idx="1" type="body"/>
          </p:nvPr>
        </p:nvSpPr>
        <p:spPr>
          <a:xfrm>
            <a:off x="4831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4" name="Google Shape;384;p34"/>
          <p:cNvSpPr txBox="1"/>
          <p:nvPr>
            <p:ph idx="2" type="body"/>
          </p:nvPr>
        </p:nvSpPr>
        <p:spPr>
          <a:xfrm>
            <a:off x="334772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85" name="Google Shape;385;p34"/>
          <p:cNvSpPr txBox="1"/>
          <p:nvPr>
            <p:ph type="title"/>
          </p:nvPr>
        </p:nvSpPr>
        <p:spPr>
          <a:xfrm>
            <a:off x="483175"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386" name="Google Shape;386;p34"/>
          <p:cNvSpPr txBox="1"/>
          <p:nvPr>
            <p:ph idx="3" type="subTitle"/>
          </p:nvPr>
        </p:nvSpPr>
        <p:spPr>
          <a:xfrm>
            <a:off x="4831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7" name="Google Shape;387;p34"/>
          <p:cNvSpPr txBox="1"/>
          <p:nvPr>
            <p:ph idx="4" type="subTitle"/>
          </p:nvPr>
        </p:nvSpPr>
        <p:spPr>
          <a:xfrm>
            <a:off x="334772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8" name="Google Shape;388;p34"/>
          <p:cNvSpPr txBox="1"/>
          <p:nvPr>
            <p:ph idx="5" type="subTitle"/>
          </p:nvPr>
        </p:nvSpPr>
        <p:spPr>
          <a:xfrm>
            <a:off x="6212275" y="1336150"/>
            <a:ext cx="2455500" cy="7785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389" name="Google Shape;389;p34"/>
          <p:cNvSpPr txBox="1"/>
          <p:nvPr>
            <p:ph idx="6" type="body"/>
          </p:nvPr>
        </p:nvSpPr>
        <p:spPr>
          <a:xfrm>
            <a:off x="6212275" y="2417500"/>
            <a:ext cx="2455500" cy="23736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0" name="Google Shape;390;p34"/>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391" name="Google Shape;391;p34"/>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392" name="Google Shape;392;p34"/>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393" name="Google Shape;393;p34"/>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394" name="Shape 394"/>
        <p:cNvGrpSpPr/>
        <p:nvPr/>
      </p:nvGrpSpPr>
      <p:grpSpPr>
        <a:xfrm>
          <a:off x="0" y="0"/>
          <a:ext cx="0" cy="0"/>
          <a:chOff x="0" y="0"/>
          <a:chExt cx="0" cy="0"/>
        </a:xfrm>
      </p:grpSpPr>
      <p:sp>
        <p:nvSpPr>
          <p:cNvPr id="395" name="Google Shape;395;p35"/>
          <p:cNvSpPr txBox="1"/>
          <p:nvPr>
            <p:ph idx="1" type="body"/>
          </p:nvPr>
        </p:nvSpPr>
        <p:spPr>
          <a:xfrm>
            <a:off x="366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6" name="Google Shape;396;p35"/>
          <p:cNvSpPr txBox="1"/>
          <p:nvPr>
            <p:ph idx="2" type="body"/>
          </p:nvPr>
        </p:nvSpPr>
        <p:spPr>
          <a:xfrm>
            <a:off x="4938725" y="1759093"/>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7" name="Google Shape;397;p35"/>
          <p:cNvSpPr txBox="1"/>
          <p:nvPr>
            <p:ph idx="3" type="body"/>
          </p:nvPr>
        </p:nvSpPr>
        <p:spPr>
          <a:xfrm>
            <a:off x="366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8" name="Google Shape;398;p35"/>
          <p:cNvSpPr txBox="1"/>
          <p:nvPr>
            <p:ph idx="4" type="body"/>
          </p:nvPr>
        </p:nvSpPr>
        <p:spPr>
          <a:xfrm>
            <a:off x="4938750" y="3648575"/>
            <a:ext cx="3838500" cy="1138500"/>
          </a:xfrm>
          <a:prstGeom prst="rect">
            <a:avLst/>
          </a:prstGeom>
          <a:noFill/>
          <a:ln>
            <a:noFill/>
          </a:ln>
        </p:spPr>
        <p:txBody>
          <a:bodyPr anchorCtr="0" anchor="ctr" bIns="91425" lIns="91425" spcFirstLastPara="1" rIns="91425" wrap="square" tIns="91425">
            <a:noAutofit/>
          </a:bodyPr>
          <a:lstStyle>
            <a:lvl1pPr indent="-317500" lvl="0" marL="457200">
              <a:spcBef>
                <a:spcPts val="0"/>
              </a:spcBef>
              <a:spcAft>
                <a:spcPts val="0"/>
              </a:spcAft>
              <a:buSzPts val="1400"/>
              <a:buChar char="●"/>
              <a:defRPr sz="1400"/>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399" name="Google Shape;399;p35"/>
          <p:cNvSpPr txBox="1"/>
          <p:nvPr>
            <p:ph type="title"/>
          </p:nvPr>
        </p:nvSpPr>
        <p:spPr>
          <a:xfrm>
            <a:off x="366750" y="450025"/>
            <a:ext cx="8184600" cy="7581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3000"/>
              <a:buChar char="●"/>
              <a:defRPr/>
            </a:lvl1pPr>
            <a:lvl2pPr lvl="1">
              <a:spcBef>
                <a:spcPts val="0"/>
              </a:spcBef>
              <a:spcAft>
                <a:spcPts val="0"/>
              </a:spcAft>
              <a:buSzPts val="3000"/>
              <a:buChar char="○"/>
              <a:defRPr/>
            </a:lvl2pPr>
            <a:lvl3pPr lvl="2">
              <a:spcBef>
                <a:spcPts val="0"/>
              </a:spcBef>
              <a:spcAft>
                <a:spcPts val="0"/>
              </a:spcAft>
              <a:buSzPts val="3000"/>
              <a:buChar char="■"/>
              <a:defRPr/>
            </a:lvl3pPr>
            <a:lvl4pPr lvl="3">
              <a:spcBef>
                <a:spcPts val="0"/>
              </a:spcBef>
              <a:spcAft>
                <a:spcPts val="0"/>
              </a:spcAft>
              <a:buSzPts val="3000"/>
              <a:buChar char="●"/>
              <a:defRPr/>
            </a:lvl4pPr>
            <a:lvl5pPr lvl="4">
              <a:spcBef>
                <a:spcPts val="0"/>
              </a:spcBef>
              <a:spcAft>
                <a:spcPts val="0"/>
              </a:spcAft>
              <a:buSzPts val="3000"/>
              <a:buChar char="○"/>
              <a:defRPr/>
            </a:lvl5pPr>
            <a:lvl6pPr lvl="5">
              <a:spcBef>
                <a:spcPts val="0"/>
              </a:spcBef>
              <a:spcAft>
                <a:spcPts val="0"/>
              </a:spcAft>
              <a:buSzPts val="3000"/>
              <a:buChar char="■"/>
              <a:defRPr/>
            </a:lvl6pPr>
            <a:lvl7pPr lvl="6">
              <a:spcBef>
                <a:spcPts val="0"/>
              </a:spcBef>
              <a:spcAft>
                <a:spcPts val="0"/>
              </a:spcAft>
              <a:buSzPts val="3000"/>
              <a:buChar char="●"/>
              <a:defRPr/>
            </a:lvl7pPr>
            <a:lvl8pPr lvl="7">
              <a:spcBef>
                <a:spcPts val="0"/>
              </a:spcBef>
              <a:spcAft>
                <a:spcPts val="0"/>
              </a:spcAft>
              <a:buSzPts val="3000"/>
              <a:buChar char="○"/>
              <a:defRPr/>
            </a:lvl8pPr>
            <a:lvl9pPr lvl="8">
              <a:spcBef>
                <a:spcPts val="0"/>
              </a:spcBef>
              <a:spcAft>
                <a:spcPts val="0"/>
              </a:spcAft>
              <a:buSzPts val="3000"/>
              <a:buChar char="■"/>
              <a:defRPr/>
            </a:lvl9pPr>
          </a:lstStyle>
          <a:p/>
        </p:txBody>
      </p:sp>
      <p:sp>
        <p:nvSpPr>
          <p:cNvPr id="400" name="Google Shape;400;p35"/>
          <p:cNvSpPr txBox="1"/>
          <p:nvPr>
            <p:ph idx="5" type="subTitle"/>
          </p:nvPr>
        </p:nvSpPr>
        <p:spPr>
          <a:xfrm>
            <a:off x="366763"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1" name="Google Shape;401;p35"/>
          <p:cNvSpPr txBox="1"/>
          <p:nvPr>
            <p:ph idx="6" type="subTitle"/>
          </p:nvPr>
        </p:nvSpPr>
        <p:spPr>
          <a:xfrm>
            <a:off x="4938738" y="1277907"/>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2" name="Google Shape;402;p35"/>
          <p:cNvSpPr txBox="1"/>
          <p:nvPr>
            <p:ph idx="7" type="subTitle"/>
          </p:nvPr>
        </p:nvSpPr>
        <p:spPr>
          <a:xfrm>
            <a:off x="4938761"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03" name="Google Shape;403;p35"/>
          <p:cNvSpPr txBox="1"/>
          <p:nvPr>
            <p:ph idx="8" type="subTitle"/>
          </p:nvPr>
        </p:nvSpPr>
        <p:spPr>
          <a:xfrm>
            <a:off x="366750" y="3167363"/>
            <a:ext cx="3838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pic>
        <p:nvPicPr>
          <p:cNvPr id="404" name="Google Shape;404;p35" title="0226_OpenHouse_NewYork_cover_2.png"/>
          <p:cNvPicPr preferRelativeResize="0"/>
          <p:nvPr/>
        </p:nvPicPr>
        <p:blipFill rotWithShape="1">
          <a:blip r:embed="rId2">
            <a:alphaModFix/>
          </a:blip>
          <a:srcRect b="0" l="0" r="0" t="0"/>
          <a:stretch/>
        </p:blipFill>
        <p:spPr>
          <a:xfrm>
            <a:off x="0" y="0"/>
            <a:ext cx="9144003" cy="5143501"/>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05" name="Shape 405"/>
        <p:cNvGrpSpPr/>
        <p:nvPr/>
      </p:nvGrpSpPr>
      <p:grpSpPr>
        <a:xfrm>
          <a:off x="0" y="0"/>
          <a:ext cx="0" cy="0"/>
          <a:chOff x="0" y="0"/>
          <a:chExt cx="0" cy="0"/>
        </a:xfrm>
      </p:grpSpPr>
      <p:sp>
        <p:nvSpPr>
          <p:cNvPr id="406" name="Google Shape;406;p36"/>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07" name="Google Shape;407;p36"/>
          <p:cNvSpPr/>
          <p:nvPr>
            <p:ph idx="2" type="pic"/>
          </p:nvPr>
        </p:nvSpPr>
        <p:spPr>
          <a:xfrm>
            <a:off x="311700" y="1170425"/>
            <a:ext cx="8520600" cy="3492900"/>
          </a:xfrm>
          <a:prstGeom prst="rect">
            <a:avLst/>
          </a:prstGeom>
          <a:noFill/>
          <a:ln>
            <a:noFill/>
          </a:ln>
        </p:spPr>
      </p:sp>
      <p:sp>
        <p:nvSpPr>
          <p:cNvPr id="408" name="Google Shape;408;p36"/>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09" name="Google Shape;409;p36"/>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10" name="Google Shape;410;p36"/>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11" name="Shape 411"/>
        <p:cNvGrpSpPr/>
        <p:nvPr/>
      </p:nvGrpSpPr>
      <p:grpSpPr>
        <a:xfrm>
          <a:off x="0" y="0"/>
          <a:ext cx="0" cy="0"/>
          <a:chOff x="0" y="0"/>
          <a:chExt cx="0" cy="0"/>
        </a:xfrm>
      </p:grpSpPr>
      <p:sp>
        <p:nvSpPr>
          <p:cNvPr id="412" name="Google Shape;412;p37"/>
          <p:cNvSpPr txBox="1"/>
          <p:nvPr>
            <p:ph idx="1" type="body"/>
          </p:nvPr>
        </p:nvSpPr>
        <p:spPr>
          <a:xfrm>
            <a:off x="311700"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3" name="Google Shape;413;p37"/>
          <p:cNvSpPr/>
          <p:nvPr>
            <p:ph idx="2" type="pic"/>
          </p:nvPr>
        </p:nvSpPr>
        <p:spPr>
          <a:xfrm>
            <a:off x="4804825" y="1133300"/>
            <a:ext cx="4027500" cy="2392800"/>
          </a:xfrm>
          <a:prstGeom prst="rect">
            <a:avLst/>
          </a:prstGeom>
          <a:noFill/>
          <a:ln>
            <a:noFill/>
          </a:ln>
        </p:spPr>
      </p:sp>
      <p:sp>
        <p:nvSpPr>
          <p:cNvPr id="414" name="Google Shape;414;p37"/>
          <p:cNvSpPr/>
          <p:nvPr>
            <p:ph idx="3" type="pic"/>
          </p:nvPr>
        </p:nvSpPr>
        <p:spPr>
          <a:xfrm>
            <a:off x="311725" y="1133300"/>
            <a:ext cx="4027500" cy="2392800"/>
          </a:xfrm>
          <a:prstGeom prst="rect">
            <a:avLst/>
          </a:prstGeom>
          <a:noFill/>
          <a:ln>
            <a:noFill/>
          </a:ln>
        </p:spPr>
      </p:sp>
      <p:sp>
        <p:nvSpPr>
          <p:cNvPr id="415" name="Google Shape;415;p37"/>
          <p:cNvSpPr txBox="1"/>
          <p:nvPr>
            <p:ph idx="4" type="body"/>
          </p:nvPr>
        </p:nvSpPr>
        <p:spPr>
          <a:xfrm>
            <a:off x="4804825" y="4080225"/>
            <a:ext cx="4027500" cy="9261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16" name="Google Shape;416;p37"/>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17" name="Google Shape;417;p37"/>
          <p:cNvSpPr txBox="1"/>
          <p:nvPr>
            <p:ph idx="5" type="subTitle"/>
          </p:nvPr>
        </p:nvSpPr>
        <p:spPr>
          <a:xfrm>
            <a:off x="3117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8" name="Google Shape;418;p37"/>
          <p:cNvSpPr txBox="1"/>
          <p:nvPr>
            <p:ph idx="6" type="subTitle"/>
          </p:nvPr>
        </p:nvSpPr>
        <p:spPr>
          <a:xfrm>
            <a:off x="4804825" y="3582900"/>
            <a:ext cx="40275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19" name="Google Shape;419;p37"/>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20" name="Google Shape;420;p37"/>
          <p:cNvSpPr txBox="1"/>
          <p:nvPr>
            <p:ph idx="7"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21" name="Google Shape;421;p37"/>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22" name="Google Shape;422;p37"/>
          <p:cNvSpPr txBox="1"/>
          <p:nvPr>
            <p:ph idx="8"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23" name="Shape 423"/>
        <p:cNvGrpSpPr/>
        <p:nvPr/>
      </p:nvGrpSpPr>
      <p:grpSpPr>
        <a:xfrm>
          <a:off x="0" y="0"/>
          <a:ext cx="0" cy="0"/>
          <a:chOff x="0" y="0"/>
          <a:chExt cx="0" cy="0"/>
        </a:xfrm>
      </p:grpSpPr>
      <p:sp>
        <p:nvSpPr>
          <p:cNvPr id="424" name="Google Shape;424;p38"/>
          <p:cNvSpPr txBox="1"/>
          <p:nvPr>
            <p:ph idx="1" type="body"/>
          </p:nvPr>
        </p:nvSpPr>
        <p:spPr>
          <a:xfrm>
            <a:off x="31170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5" name="Google Shape;425;p38"/>
          <p:cNvSpPr/>
          <p:nvPr>
            <p:ph idx="2" type="pic"/>
          </p:nvPr>
        </p:nvSpPr>
        <p:spPr>
          <a:xfrm>
            <a:off x="6205225" y="1128325"/>
            <a:ext cx="2627100" cy="2273100"/>
          </a:xfrm>
          <a:prstGeom prst="rect">
            <a:avLst/>
          </a:prstGeom>
          <a:noFill/>
          <a:ln>
            <a:noFill/>
          </a:ln>
        </p:spPr>
      </p:sp>
      <p:sp>
        <p:nvSpPr>
          <p:cNvPr id="426" name="Google Shape;426;p38"/>
          <p:cNvSpPr/>
          <p:nvPr>
            <p:ph idx="3" type="pic"/>
          </p:nvPr>
        </p:nvSpPr>
        <p:spPr>
          <a:xfrm>
            <a:off x="311725" y="1128325"/>
            <a:ext cx="2627100" cy="2273100"/>
          </a:xfrm>
          <a:prstGeom prst="rect">
            <a:avLst/>
          </a:prstGeom>
          <a:noFill/>
          <a:ln>
            <a:noFill/>
          </a:ln>
        </p:spPr>
      </p:sp>
      <p:sp>
        <p:nvSpPr>
          <p:cNvPr id="427" name="Google Shape;427;p38"/>
          <p:cNvSpPr txBox="1"/>
          <p:nvPr>
            <p:ph idx="4" type="body"/>
          </p:nvPr>
        </p:nvSpPr>
        <p:spPr>
          <a:xfrm>
            <a:off x="6205225"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28" name="Google Shape;428;p38"/>
          <p:cNvSpPr/>
          <p:nvPr>
            <p:ph idx="5" type="pic"/>
          </p:nvPr>
        </p:nvSpPr>
        <p:spPr>
          <a:xfrm>
            <a:off x="3255250" y="1128325"/>
            <a:ext cx="2627100" cy="2273100"/>
          </a:xfrm>
          <a:prstGeom prst="rect">
            <a:avLst/>
          </a:prstGeom>
          <a:noFill/>
          <a:ln>
            <a:noFill/>
          </a:ln>
        </p:spPr>
      </p:sp>
      <p:sp>
        <p:nvSpPr>
          <p:cNvPr id="429" name="Google Shape;429;p38"/>
          <p:cNvSpPr txBox="1"/>
          <p:nvPr>
            <p:ph idx="6" type="body"/>
          </p:nvPr>
        </p:nvSpPr>
        <p:spPr>
          <a:xfrm>
            <a:off x="3255250" y="3911700"/>
            <a:ext cx="2627100" cy="1018500"/>
          </a:xfrm>
          <a:prstGeom prst="rect">
            <a:avLst/>
          </a:prstGeom>
          <a:noFill/>
          <a:ln>
            <a:noFill/>
          </a:ln>
        </p:spPr>
        <p:txBody>
          <a:bodyPr anchorCtr="0" anchor="ctr" bIns="91425" lIns="91425" spcFirstLastPara="1" rIns="91425" wrap="square" tIns="91425">
            <a:noAutofit/>
          </a:bodyPr>
          <a:lstStyle>
            <a:lvl1pPr indent="-304800" lvl="0" marL="457200">
              <a:spcBef>
                <a:spcPts val="0"/>
              </a:spcBef>
              <a:spcAft>
                <a:spcPts val="0"/>
              </a:spcAft>
              <a:buClr>
                <a:schemeClr val="lt1"/>
              </a:buClr>
              <a:buSzPts val="1200"/>
              <a:buChar char="●"/>
              <a:defRPr>
                <a:solidFill>
                  <a:schemeClr val="lt1"/>
                </a:solidFill>
              </a:defRPr>
            </a:lvl1pPr>
            <a:lvl2pPr indent="-304800" lvl="1" marL="914400">
              <a:spcBef>
                <a:spcPts val="0"/>
              </a:spcBef>
              <a:spcAft>
                <a:spcPts val="0"/>
              </a:spcAft>
              <a:buClr>
                <a:schemeClr val="lt1"/>
              </a:buClr>
              <a:buSzPts val="1200"/>
              <a:buChar char="○"/>
              <a:defRPr>
                <a:solidFill>
                  <a:schemeClr val="lt1"/>
                </a:solidFill>
              </a:defRPr>
            </a:lvl2pPr>
            <a:lvl3pPr indent="-304800" lvl="2" marL="1371600">
              <a:spcBef>
                <a:spcPts val="0"/>
              </a:spcBef>
              <a:spcAft>
                <a:spcPts val="0"/>
              </a:spcAft>
              <a:buClr>
                <a:schemeClr val="lt1"/>
              </a:buClr>
              <a:buSzPts val="1200"/>
              <a:buChar char="■"/>
              <a:defRPr>
                <a:solidFill>
                  <a:schemeClr val="lt1"/>
                </a:solidFill>
              </a:defRPr>
            </a:lvl3pPr>
            <a:lvl4pPr indent="-304800" lvl="3" marL="1828800">
              <a:spcBef>
                <a:spcPts val="0"/>
              </a:spcBef>
              <a:spcAft>
                <a:spcPts val="0"/>
              </a:spcAft>
              <a:buClr>
                <a:schemeClr val="lt1"/>
              </a:buClr>
              <a:buSzPts val="1200"/>
              <a:buChar char="●"/>
              <a:defRPr>
                <a:solidFill>
                  <a:schemeClr val="lt1"/>
                </a:solidFill>
              </a:defRPr>
            </a:lvl4pPr>
            <a:lvl5pPr indent="-304800" lvl="4" marL="2286000">
              <a:spcBef>
                <a:spcPts val="0"/>
              </a:spcBef>
              <a:spcAft>
                <a:spcPts val="0"/>
              </a:spcAft>
              <a:buClr>
                <a:schemeClr val="lt1"/>
              </a:buClr>
              <a:buSzPts val="1200"/>
              <a:buChar char="○"/>
              <a:defRPr>
                <a:solidFill>
                  <a:schemeClr val="lt1"/>
                </a:solidFill>
              </a:defRPr>
            </a:lvl5pPr>
            <a:lvl6pPr indent="-304800" lvl="5" marL="2743200">
              <a:spcBef>
                <a:spcPts val="0"/>
              </a:spcBef>
              <a:spcAft>
                <a:spcPts val="0"/>
              </a:spcAft>
              <a:buClr>
                <a:schemeClr val="lt1"/>
              </a:buClr>
              <a:buSzPts val="1200"/>
              <a:buChar char="■"/>
              <a:defRPr>
                <a:solidFill>
                  <a:schemeClr val="lt1"/>
                </a:solidFill>
              </a:defRPr>
            </a:lvl6pPr>
            <a:lvl7pPr indent="-304800" lvl="6" marL="3200400">
              <a:spcBef>
                <a:spcPts val="0"/>
              </a:spcBef>
              <a:spcAft>
                <a:spcPts val="0"/>
              </a:spcAft>
              <a:buClr>
                <a:schemeClr val="lt1"/>
              </a:buClr>
              <a:buSzPts val="1200"/>
              <a:buChar char="●"/>
              <a:defRPr>
                <a:solidFill>
                  <a:schemeClr val="lt1"/>
                </a:solidFill>
              </a:defRPr>
            </a:lvl7pPr>
            <a:lvl8pPr indent="-304800" lvl="7" marL="3657600">
              <a:spcBef>
                <a:spcPts val="0"/>
              </a:spcBef>
              <a:spcAft>
                <a:spcPts val="0"/>
              </a:spcAft>
              <a:buClr>
                <a:schemeClr val="lt1"/>
              </a:buClr>
              <a:buSzPts val="1200"/>
              <a:buChar char="○"/>
              <a:defRPr>
                <a:solidFill>
                  <a:schemeClr val="lt1"/>
                </a:solidFill>
              </a:defRPr>
            </a:lvl8pPr>
            <a:lvl9pPr indent="-304800" lvl="8" marL="4114800">
              <a:spcBef>
                <a:spcPts val="0"/>
              </a:spcBef>
              <a:spcAft>
                <a:spcPts val="0"/>
              </a:spcAft>
              <a:buClr>
                <a:schemeClr val="lt1"/>
              </a:buClr>
              <a:buSzPts val="1200"/>
              <a:buChar char="■"/>
              <a:defRPr>
                <a:solidFill>
                  <a:schemeClr val="lt1"/>
                </a:solidFill>
              </a:defRPr>
            </a:lvl9pPr>
          </a:lstStyle>
          <a:p/>
        </p:txBody>
      </p:sp>
      <p:sp>
        <p:nvSpPr>
          <p:cNvPr id="430" name="Google Shape;430;p38"/>
          <p:cNvSpPr txBox="1"/>
          <p:nvPr>
            <p:ph type="title"/>
          </p:nvPr>
        </p:nvSpPr>
        <p:spPr>
          <a:xfrm>
            <a:off x="311700" y="445025"/>
            <a:ext cx="8520600" cy="5727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Clr>
                <a:schemeClr val="lt1"/>
              </a:buClr>
              <a:buSzPts val="1400"/>
              <a:buChar char="●"/>
              <a:defRPr>
                <a:solidFill>
                  <a:schemeClr val="lt1"/>
                </a:solidFill>
              </a:defRPr>
            </a:lvl1pPr>
            <a:lvl2pPr lvl="1">
              <a:spcBef>
                <a:spcPts val="0"/>
              </a:spcBef>
              <a:spcAft>
                <a:spcPts val="0"/>
              </a:spcAft>
              <a:buClr>
                <a:schemeClr val="lt1"/>
              </a:buClr>
              <a:buSzPts val="1400"/>
              <a:buChar char="○"/>
              <a:defRPr>
                <a:solidFill>
                  <a:schemeClr val="lt1"/>
                </a:solidFill>
              </a:defRPr>
            </a:lvl2pPr>
            <a:lvl3pPr lvl="2">
              <a:spcBef>
                <a:spcPts val="0"/>
              </a:spcBef>
              <a:spcAft>
                <a:spcPts val="0"/>
              </a:spcAft>
              <a:buClr>
                <a:schemeClr val="lt1"/>
              </a:buClr>
              <a:buSzPts val="1400"/>
              <a:buChar char="■"/>
              <a:defRPr>
                <a:solidFill>
                  <a:schemeClr val="lt1"/>
                </a:solidFill>
              </a:defRPr>
            </a:lvl3pPr>
            <a:lvl4pPr lvl="3">
              <a:spcBef>
                <a:spcPts val="0"/>
              </a:spcBef>
              <a:spcAft>
                <a:spcPts val="0"/>
              </a:spcAft>
              <a:buClr>
                <a:schemeClr val="lt1"/>
              </a:buClr>
              <a:buSzPts val="1400"/>
              <a:buChar char="●"/>
              <a:defRPr>
                <a:solidFill>
                  <a:schemeClr val="lt1"/>
                </a:solidFill>
              </a:defRPr>
            </a:lvl4pPr>
            <a:lvl5pPr lvl="4">
              <a:spcBef>
                <a:spcPts val="0"/>
              </a:spcBef>
              <a:spcAft>
                <a:spcPts val="0"/>
              </a:spcAft>
              <a:buClr>
                <a:schemeClr val="lt1"/>
              </a:buClr>
              <a:buSzPts val="1400"/>
              <a:buChar char="○"/>
              <a:defRPr>
                <a:solidFill>
                  <a:schemeClr val="lt1"/>
                </a:solidFill>
              </a:defRPr>
            </a:lvl5pPr>
            <a:lvl6pPr lvl="5">
              <a:spcBef>
                <a:spcPts val="0"/>
              </a:spcBef>
              <a:spcAft>
                <a:spcPts val="0"/>
              </a:spcAft>
              <a:buClr>
                <a:schemeClr val="lt1"/>
              </a:buClr>
              <a:buSzPts val="1400"/>
              <a:buChar char="■"/>
              <a:defRPr>
                <a:solidFill>
                  <a:schemeClr val="lt1"/>
                </a:solidFill>
              </a:defRPr>
            </a:lvl6pPr>
            <a:lvl7pPr lvl="6">
              <a:spcBef>
                <a:spcPts val="0"/>
              </a:spcBef>
              <a:spcAft>
                <a:spcPts val="0"/>
              </a:spcAft>
              <a:buClr>
                <a:schemeClr val="lt1"/>
              </a:buClr>
              <a:buSzPts val="1400"/>
              <a:buChar char="●"/>
              <a:defRPr>
                <a:solidFill>
                  <a:schemeClr val="lt1"/>
                </a:solidFill>
              </a:defRPr>
            </a:lvl7pPr>
            <a:lvl8pPr lvl="7">
              <a:spcBef>
                <a:spcPts val="0"/>
              </a:spcBef>
              <a:spcAft>
                <a:spcPts val="0"/>
              </a:spcAft>
              <a:buClr>
                <a:schemeClr val="lt1"/>
              </a:buClr>
              <a:buSzPts val="1400"/>
              <a:buChar char="○"/>
              <a:defRPr>
                <a:solidFill>
                  <a:schemeClr val="lt1"/>
                </a:solidFill>
              </a:defRPr>
            </a:lvl8pPr>
            <a:lvl9pPr lvl="8">
              <a:spcBef>
                <a:spcPts val="0"/>
              </a:spcBef>
              <a:spcAft>
                <a:spcPts val="0"/>
              </a:spcAft>
              <a:buClr>
                <a:schemeClr val="lt1"/>
              </a:buClr>
              <a:buSzPts val="1400"/>
              <a:buChar char="■"/>
              <a:defRPr>
                <a:solidFill>
                  <a:schemeClr val="lt1"/>
                </a:solidFill>
              </a:defRPr>
            </a:lvl9pPr>
          </a:lstStyle>
          <a:p/>
        </p:txBody>
      </p:sp>
      <p:sp>
        <p:nvSpPr>
          <p:cNvPr id="431" name="Google Shape;431;p38"/>
          <p:cNvSpPr txBox="1"/>
          <p:nvPr>
            <p:ph idx="7" type="subTitle"/>
          </p:nvPr>
        </p:nvSpPr>
        <p:spPr>
          <a:xfrm>
            <a:off x="3117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2" name="Google Shape;432;p38"/>
          <p:cNvSpPr txBox="1"/>
          <p:nvPr>
            <p:ph idx="8" type="subTitle"/>
          </p:nvPr>
        </p:nvSpPr>
        <p:spPr>
          <a:xfrm>
            <a:off x="6205225"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3" name="Google Shape;433;p38"/>
          <p:cNvSpPr txBox="1"/>
          <p:nvPr>
            <p:ph idx="9" type="subTitle"/>
          </p:nvPr>
        </p:nvSpPr>
        <p:spPr>
          <a:xfrm>
            <a:off x="3255250" y="3430500"/>
            <a:ext cx="2627100" cy="481200"/>
          </a:xfrm>
          <a:prstGeom prst="rect">
            <a:avLst/>
          </a:prstGeom>
          <a:noFill/>
          <a:ln>
            <a:noFill/>
          </a:ln>
        </p:spPr>
        <p:txBody>
          <a:bodyPr anchorCtr="0" anchor="ctr"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34" name="Google Shape;434;p38"/>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
        <p:nvSpPr>
          <p:cNvPr id="435" name="Google Shape;435;p38"/>
          <p:cNvSpPr txBox="1"/>
          <p:nvPr>
            <p:ph idx="13"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36" name="Google Shape;436;p38"/>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37" name="Google Shape;437;p38"/>
          <p:cNvSpPr txBox="1"/>
          <p:nvPr>
            <p:ph idx="14"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38" name="Shape 438"/>
        <p:cNvGrpSpPr/>
        <p:nvPr/>
      </p:nvGrpSpPr>
      <p:grpSpPr>
        <a:xfrm>
          <a:off x="0" y="0"/>
          <a:ext cx="0" cy="0"/>
          <a:chOff x="0" y="0"/>
          <a:chExt cx="0" cy="0"/>
        </a:xfrm>
      </p:grpSpPr>
      <p:sp>
        <p:nvSpPr>
          <p:cNvPr id="439" name="Google Shape;439;p39"/>
          <p:cNvSpPr/>
          <p:nvPr>
            <p:ph idx="2" type="pic"/>
          </p:nvPr>
        </p:nvSpPr>
        <p:spPr>
          <a:xfrm>
            <a:off x="311700" y="445025"/>
            <a:ext cx="8520600" cy="4218300"/>
          </a:xfrm>
          <a:prstGeom prst="rect">
            <a:avLst/>
          </a:prstGeom>
          <a:noFill/>
          <a:ln>
            <a:noFill/>
          </a:ln>
        </p:spPr>
      </p:sp>
      <p:sp>
        <p:nvSpPr>
          <p:cNvPr id="440" name="Google Shape;440;p39"/>
          <p:cNvSpPr txBox="1"/>
          <p:nvPr>
            <p:ph idx="1" type="subTitle"/>
          </p:nvPr>
        </p:nvSpPr>
        <p:spPr>
          <a:xfrm>
            <a:off x="3154650" y="4675975"/>
            <a:ext cx="2835000" cy="466800"/>
          </a:xfrm>
          <a:prstGeom prst="rect">
            <a:avLst/>
          </a:prstGeom>
          <a:noFill/>
          <a:ln>
            <a:noFill/>
          </a:ln>
        </p:spPr>
        <p:txBody>
          <a:bodyPr anchorCtr="0" anchor="ctr" bIns="0" lIns="0" spcFirstLastPara="1" rIns="0" wrap="square" tIns="0">
            <a:noAutofit/>
          </a:bodyPr>
          <a:lstStyle>
            <a:lvl1pPr lvl="0" algn="ct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pic>
        <p:nvPicPr>
          <p:cNvPr id="441" name="Google Shape;441;p39"/>
          <p:cNvPicPr preferRelativeResize="0"/>
          <p:nvPr/>
        </p:nvPicPr>
        <p:blipFill>
          <a:blip r:embed="rId2">
            <a:alphaModFix/>
          </a:blip>
          <a:stretch>
            <a:fillRect/>
          </a:stretch>
        </p:blipFill>
        <p:spPr>
          <a:xfrm>
            <a:off x="228600" y="4837043"/>
            <a:ext cx="567051" cy="144675"/>
          </a:xfrm>
          <a:prstGeom prst="rect">
            <a:avLst/>
          </a:prstGeom>
          <a:noFill/>
          <a:ln>
            <a:noFill/>
          </a:ln>
        </p:spPr>
      </p:pic>
      <p:sp>
        <p:nvSpPr>
          <p:cNvPr id="442" name="Google Shape;442;p39"/>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lvl1pPr lvl="0">
              <a:buNone/>
              <a:defRPr sz="700">
                <a:solidFill>
                  <a:schemeClr val="lt1"/>
                </a:solidFill>
              </a:defRPr>
            </a:lvl1pPr>
            <a:lvl2pPr lvl="1">
              <a:buNone/>
              <a:defRPr sz="700">
                <a:solidFill>
                  <a:schemeClr val="lt1"/>
                </a:solidFill>
              </a:defRPr>
            </a:lvl2pPr>
            <a:lvl3pPr lvl="2">
              <a:buNone/>
              <a:defRPr sz="700">
                <a:solidFill>
                  <a:schemeClr val="lt1"/>
                </a:solidFill>
              </a:defRPr>
            </a:lvl3pPr>
            <a:lvl4pPr lvl="3">
              <a:buNone/>
              <a:defRPr sz="700">
                <a:solidFill>
                  <a:schemeClr val="lt1"/>
                </a:solidFill>
              </a:defRPr>
            </a:lvl4pPr>
            <a:lvl5pPr lvl="4">
              <a:buNone/>
              <a:defRPr sz="700">
                <a:solidFill>
                  <a:schemeClr val="lt1"/>
                </a:solidFill>
              </a:defRPr>
            </a:lvl5pPr>
            <a:lvl6pPr lvl="5">
              <a:buNone/>
              <a:defRPr sz="700">
                <a:solidFill>
                  <a:schemeClr val="lt1"/>
                </a:solidFill>
              </a:defRPr>
            </a:lvl6pPr>
            <a:lvl7pPr lvl="6">
              <a:buNone/>
              <a:defRPr sz="700">
                <a:solidFill>
                  <a:schemeClr val="lt1"/>
                </a:solidFill>
              </a:defRPr>
            </a:lvl7pPr>
            <a:lvl8pPr lvl="7">
              <a:buNone/>
              <a:defRPr sz="700">
                <a:solidFill>
                  <a:schemeClr val="lt1"/>
                </a:solidFill>
              </a:defRPr>
            </a:lvl8pPr>
            <a:lvl9pPr lvl="8">
              <a:buNone/>
              <a:defRPr sz="700">
                <a:solidFill>
                  <a:schemeClr val="lt1"/>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43" name="Shape 443"/>
        <p:cNvGrpSpPr/>
        <p:nvPr/>
      </p:nvGrpSpPr>
      <p:grpSpPr>
        <a:xfrm>
          <a:off x="0" y="0"/>
          <a:ext cx="0" cy="0"/>
          <a:chOff x="0" y="0"/>
          <a:chExt cx="0" cy="0"/>
        </a:xfrm>
      </p:grpSpPr>
      <p:sp>
        <p:nvSpPr>
          <p:cNvPr id="444" name="Google Shape;444;p40"/>
          <p:cNvSpPr/>
          <p:nvPr>
            <p:ph idx="2" type="pic"/>
          </p:nvPr>
        </p:nvSpPr>
        <p:spPr>
          <a:xfrm>
            <a:off x="3389600" y="118913"/>
            <a:ext cx="1643700" cy="1535100"/>
          </a:xfrm>
          <a:prstGeom prst="rect">
            <a:avLst/>
          </a:prstGeom>
          <a:noFill/>
          <a:ln>
            <a:noFill/>
          </a:ln>
        </p:spPr>
      </p:sp>
      <p:sp>
        <p:nvSpPr>
          <p:cNvPr id="445" name="Google Shape;445;p40"/>
          <p:cNvSpPr/>
          <p:nvPr>
            <p:ph idx="3" type="pic"/>
          </p:nvPr>
        </p:nvSpPr>
        <p:spPr>
          <a:xfrm>
            <a:off x="5195935" y="118913"/>
            <a:ext cx="1643700" cy="1535100"/>
          </a:xfrm>
          <a:prstGeom prst="rect">
            <a:avLst/>
          </a:prstGeom>
          <a:noFill/>
          <a:ln>
            <a:noFill/>
          </a:ln>
        </p:spPr>
      </p:sp>
      <p:sp>
        <p:nvSpPr>
          <p:cNvPr id="446" name="Google Shape;446;p40"/>
          <p:cNvSpPr/>
          <p:nvPr>
            <p:ph idx="4" type="pic"/>
          </p:nvPr>
        </p:nvSpPr>
        <p:spPr>
          <a:xfrm>
            <a:off x="7002270" y="118913"/>
            <a:ext cx="1643700" cy="1535100"/>
          </a:xfrm>
          <a:prstGeom prst="rect">
            <a:avLst/>
          </a:prstGeom>
          <a:noFill/>
          <a:ln>
            <a:noFill/>
          </a:ln>
        </p:spPr>
      </p:sp>
      <p:sp>
        <p:nvSpPr>
          <p:cNvPr id="447" name="Google Shape;447;p40"/>
          <p:cNvSpPr/>
          <p:nvPr>
            <p:ph idx="5" type="pic"/>
          </p:nvPr>
        </p:nvSpPr>
        <p:spPr>
          <a:xfrm>
            <a:off x="3389588" y="1804212"/>
            <a:ext cx="1643700" cy="1535100"/>
          </a:xfrm>
          <a:prstGeom prst="rect">
            <a:avLst/>
          </a:prstGeom>
          <a:noFill/>
          <a:ln>
            <a:noFill/>
          </a:ln>
        </p:spPr>
      </p:sp>
      <p:sp>
        <p:nvSpPr>
          <p:cNvPr id="448" name="Google Shape;448;p40"/>
          <p:cNvSpPr/>
          <p:nvPr>
            <p:ph idx="6" type="pic"/>
          </p:nvPr>
        </p:nvSpPr>
        <p:spPr>
          <a:xfrm>
            <a:off x="5195922" y="1804212"/>
            <a:ext cx="1643700" cy="1535100"/>
          </a:xfrm>
          <a:prstGeom prst="rect">
            <a:avLst/>
          </a:prstGeom>
          <a:noFill/>
          <a:ln>
            <a:noFill/>
          </a:ln>
        </p:spPr>
      </p:sp>
      <p:sp>
        <p:nvSpPr>
          <p:cNvPr id="449" name="Google Shape;449;p40"/>
          <p:cNvSpPr/>
          <p:nvPr>
            <p:ph idx="7" type="pic"/>
          </p:nvPr>
        </p:nvSpPr>
        <p:spPr>
          <a:xfrm>
            <a:off x="7002257" y="1804212"/>
            <a:ext cx="1643700" cy="1535100"/>
          </a:xfrm>
          <a:prstGeom prst="rect">
            <a:avLst/>
          </a:prstGeom>
          <a:noFill/>
          <a:ln>
            <a:noFill/>
          </a:ln>
        </p:spPr>
      </p:sp>
      <p:sp>
        <p:nvSpPr>
          <p:cNvPr id="450" name="Google Shape;450;p40"/>
          <p:cNvSpPr txBox="1"/>
          <p:nvPr>
            <p:ph type="title"/>
          </p:nvPr>
        </p:nvSpPr>
        <p:spPr>
          <a:xfrm>
            <a:off x="351550" y="445025"/>
            <a:ext cx="2596800" cy="1706400"/>
          </a:xfrm>
          <a:prstGeom prst="rect">
            <a:avLst/>
          </a:prstGeom>
          <a:noFill/>
          <a:ln>
            <a:noFill/>
          </a:ln>
        </p:spPr>
        <p:txBody>
          <a:bodyPr anchorCtr="0" anchor="ctr" bIns="91425" lIns="91425" spcFirstLastPara="1" rIns="91425" wrap="square" tIns="91425">
            <a:spAutoFit/>
          </a:bodyPr>
          <a:lstStyle>
            <a:lvl1pPr lvl="0">
              <a:spcBef>
                <a:spcPts val="0"/>
              </a:spcBef>
              <a:spcAft>
                <a:spcPts val="0"/>
              </a:spcAft>
              <a:buSzPts val="1400"/>
              <a:buChar char="●"/>
              <a:defRPr/>
            </a:lvl1pPr>
            <a:lvl2pPr lvl="1">
              <a:spcBef>
                <a:spcPts val="0"/>
              </a:spcBef>
              <a:spcAft>
                <a:spcPts val="0"/>
              </a:spcAft>
              <a:buSzPts val="1400"/>
              <a:buChar char="○"/>
              <a:defRPr/>
            </a:lvl2pPr>
            <a:lvl3pPr lvl="2">
              <a:spcBef>
                <a:spcPts val="0"/>
              </a:spcBef>
              <a:spcAft>
                <a:spcPts val="0"/>
              </a:spcAft>
              <a:buSzPts val="1400"/>
              <a:buChar char="■"/>
              <a:defRPr/>
            </a:lvl3pPr>
            <a:lvl4pPr lvl="3">
              <a:spcBef>
                <a:spcPts val="0"/>
              </a:spcBef>
              <a:spcAft>
                <a:spcPts val="0"/>
              </a:spcAft>
              <a:buSzPts val="1400"/>
              <a:buChar char="●"/>
              <a:defRPr/>
            </a:lvl4pPr>
            <a:lvl5pPr lvl="4">
              <a:spcBef>
                <a:spcPts val="0"/>
              </a:spcBef>
              <a:spcAft>
                <a:spcPts val="0"/>
              </a:spcAft>
              <a:buSzPts val="1400"/>
              <a:buChar char="○"/>
              <a:defRPr/>
            </a:lvl5pPr>
            <a:lvl6pPr lvl="5">
              <a:spcBef>
                <a:spcPts val="0"/>
              </a:spcBef>
              <a:spcAft>
                <a:spcPts val="0"/>
              </a:spcAft>
              <a:buSzPts val="1400"/>
              <a:buChar char="■"/>
              <a:defRPr/>
            </a:lvl6pPr>
            <a:lvl7pPr lvl="6">
              <a:spcBef>
                <a:spcPts val="0"/>
              </a:spcBef>
              <a:spcAft>
                <a:spcPts val="0"/>
              </a:spcAft>
              <a:buSzPts val="1400"/>
              <a:buChar char="●"/>
              <a:defRPr/>
            </a:lvl7pPr>
            <a:lvl8pPr lvl="7">
              <a:spcBef>
                <a:spcPts val="0"/>
              </a:spcBef>
              <a:spcAft>
                <a:spcPts val="0"/>
              </a:spcAft>
              <a:buSzPts val="1400"/>
              <a:buChar char="○"/>
              <a:defRPr/>
            </a:lvl8pPr>
            <a:lvl9pPr lvl="8">
              <a:spcBef>
                <a:spcPts val="0"/>
              </a:spcBef>
              <a:spcAft>
                <a:spcPts val="0"/>
              </a:spcAft>
              <a:buSzPts val="1400"/>
              <a:buChar char="■"/>
              <a:defRPr/>
            </a:lvl9pPr>
          </a:lstStyle>
          <a:p/>
        </p:txBody>
      </p:sp>
      <p:sp>
        <p:nvSpPr>
          <p:cNvPr id="451" name="Google Shape;451;p40"/>
          <p:cNvSpPr/>
          <p:nvPr>
            <p:ph idx="8" type="pic"/>
          </p:nvPr>
        </p:nvSpPr>
        <p:spPr>
          <a:xfrm>
            <a:off x="3389588" y="3489487"/>
            <a:ext cx="1643700" cy="1535100"/>
          </a:xfrm>
          <a:prstGeom prst="rect">
            <a:avLst/>
          </a:prstGeom>
          <a:noFill/>
          <a:ln>
            <a:noFill/>
          </a:ln>
        </p:spPr>
      </p:sp>
      <p:sp>
        <p:nvSpPr>
          <p:cNvPr id="452" name="Google Shape;452;p40"/>
          <p:cNvSpPr/>
          <p:nvPr>
            <p:ph idx="9" type="pic"/>
          </p:nvPr>
        </p:nvSpPr>
        <p:spPr>
          <a:xfrm>
            <a:off x="5195922" y="3489487"/>
            <a:ext cx="1643700" cy="1535100"/>
          </a:xfrm>
          <a:prstGeom prst="rect">
            <a:avLst/>
          </a:prstGeom>
          <a:noFill/>
          <a:ln>
            <a:noFill/>
          </a:ln>
        </p:spPr>
      </p:sp>
      <p:sp>
        <p:nvSpPr>
          <p:cNvPr id="453" name="Google Shape;453;p40"/>
          <p:cNvSpPr/>
          <p:nvPr>
            <p:ph idx="13" type="pic"/>
          </p:nvPr>
        </p:nvSpPr>
        <p:spPr>
          <a:xfrm>
            <a:off x="7002257" y="3489487"/>
            <a:ext cx="1643700" cy="1535100"/>
          </a:xfrm>
          <a:prstGeom prst="rect">
            <a:avLst/>
          </a:prstGeom>
          <a:noFill/>
          <a:ln>
            <a:noFill/>
          </a:ln>
        </p:spPr>
      </p:sp>
      <p:sp>
        <p:nvSpPr>
          <p:cNvPr id="454" name="Google Shape;454;p40"/>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extLst>
    <p:ext uri="{DCECCB84-F9BA-43D5-87BE-67443E8EF086}">
      <p15:sldGuideLst>
        <p15:guide id="1" pos="5564">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1">
  <p:cSld name="CUSTOM_6">
    <p:spTree>
      <p:nvGrpSpPr>
        <p:cNvPr id="455" name="Shape 455"/>
        <p:cNvGrpSpPr/>
        <p:nvPr/>
      </p:nvGrpSpPr>
      <p:grpSpPr>
        <a:xfrm>
          <a:off x="0" y="0"/>
          <a:ext cx="0" cy="0"/>
          <a:chOff x="0" y="0"/>
          <a:chExt cx="0" cy="0"/>
        </a:xfrm>
      </p:grpSpPr>
      <p:sp>
        <p:nvSpPr>
          <p:cNvPr id="456" name="Google Shape;456;p41"/>
          <p:cNvSpPr txBox="1"/>
          <p:nvPr>
            <p:ph idx="12" type="sldNum"/>
          </p:nvPr>
        </p:nvSpPr>
        <p:spPr>
          <a:xfrm>
            <a:off x="8556784" y="4749851"/>
            <a:ext cx="548700" cy="393600"/>
          </a:xfrm>
          <a:prstGeom prst="rect">
            <a:avLst/>
          </a:prstGeom>
        </p:spPr>
        <p:txBody>
          <a:bodyPr anchorCtr="0" anchor="ctr" bIns="91425" lIns="91425" spcFirstLastPara="1" rIns="91425" wrap="square" tIns="91425">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pic>
        <p:nvPicPr>
          <p:cNvPr id="457" name="Google Shape;457;p41"/>
          <p:cNvPicPr preferRelativeResize="0"/>
          <p:nvPr/>
        </p:nvPicPr>
        <p:blipFill rotWithShape="1">
          <a:blip r:embed="rId2">
            <a:alphaModFix/>
          </a:blip>
          <a:srcRect b="-9999" l="0" r="0" t="0"/>
          <a:stretch/>
        </p:blipFill>
        <p:spPr>
          <a:xfrm>
            <a:off x="0" y="0"/>
            <a:ext cx="9144003" cy="5143501"/>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ALT 2 1">
  <p:cSld name="BLANK_1_1_1_1_1_1_1">
    <p:spTree>
      <p:nvGrpSpPr>
        <p:cNvPr id="458" name="Shape 458"/>
        <p:cNvGrpSpPr/>
        <p:nvPr/>
      </p:nvGrpSpPr>
      <p:grpSpPr>
        <a:xfrm>
          <a:off x="0" y="0"/>
          <a:ext cx="0" cy="0"/>
          <a:chOff x="0" y="0"/>
          <a:chExt cx="0" cy="0"/>
        </a:xfrm>
      </p:grpSpPr>
      <p:pic>
        <p:nvPicPr>
          <p:cNvPr id="459" name="Google Shape;459;p42"/>
          <p:cNvPicPr preferRelativeResize="0"/>
          <p:nvPr/>
        </p:nvPicPr>
        <p:blipFill rotWithShape="1">
          <a:blip r:embed="rId2">
            <a:alphaModFix/>
          </a:blip>
          <a:srcRect b="-9999" l="0" r="0" t="0"/>
          <a:stretch/>
        </p:blipFill>
        <p:spPr>
          <a:xfrm>
            <a:off x="0" y="0"/>
            <a:ext cx="9144003" cy="5143501"/>
          </a:xfrm>
          <a:prstGeom prst="rect">
            <a:avLst/>
          </a:prstGeom>
          <a:noFill/>
          <a:ln>
            <a:noFill/>
          </a:ln>
        </p:spPr>
      </p:pic>
      <p:sp>
        <p:nvSpPr>
          <p:cNvPr id="460" name="Google Shape;460;p42"/>
          <p:cNvSpPr/>
          <p:nvPr>
            <p:ph idx="2" type="pic"/>
          </p:nvPr>
        </p:nvSpPr>
        <p:spPr>
          <a:xfrm>
            <a:off x="9425" y="-3075"/>
            <a:ext cx="9144000" cy="4641000"/>
          </a:xfrm>
          <a:prstGeom prst="rect">
            <a:avLst/>
          </a:prstGeom>
          <a:noFill/>
          <a:ln>
            <a:noFill/>
          </a:ln>
        </p:spPr>
      </p:sp>
      <p:sp>
        <p:nvSpPr>
          <p:cNvPr id="461" name="Google Shape;461;p42"/>
          <p:cNvSpPr txBox="1"/>
          <p:nvPr>
            <p:ph type="title"/>
          </p:nvPr>
        </p:nvSpPr>
        <p:spPr>
          <a:xfrm>
            <a:off x="234125" y="3337800"/>
            <a:ext cx="8574600" cy="1114800"/>
          </a:xfrm>
          <a:prstGeom prst="rect">
            <a:avLst/>
          </a:prstGeom>
          <a:noFill/>
          <a:ln>
            <a:noFill/>
          </a:ln>
        </p:spPr>
        <p:txBody>
          <a:bodyPr anchorCtr="0" anchor="b" bIns="0" lIns="0" spcFirstLastPara="1" rIns="0" wrap="square" tIns="0">
            <a:noAutofit/>
          </a:bodyPr>
          <a:lstStyle>
            <a:lvl1pPr lvl="0">
              <a:spcBef>
                <a:spcPts val="0"/>
              </a:spcBef>
              <a:spcAft>
                <a:spcPts val="0"/>
              </a:spcAft>
              <a:buNone/>
              <a:defRPr sz="3400"/>
            </a:lvl1pPr>
            <a:lvl2pPr lvl="1">
              <a:lnSpc>
                <a:spcPct val="115000"/>
              </a:lnSpc>
              <a:spcBef>
                <a:spcPts val="0"/>
              </a:spcBef>
              <a:spcAft>
                <a:spcPts val="0"/>
              </a:spcAft>
              <a:buNone/>
              <a:defRPr sz="3400"/>
            </a:lvl2pPr>
            <a:lvl3pPr lvl="2">
              <a:lnSpc>
                <a:spcPct val="115000"/>
              </a:lnSpc>
              <a:spcBef>
                <a:spcPts val="0"/>
              </a:spcBef>
              <a:spcAft>
                <a:spcPts val="0"/>
              </a:spcAft>
              <a:buNone/>
              <a:defRPr sz="3400"/>
            </a:lvl3pPr>
            <a:lvl4pPr lvl="3">
              <a:lnSpc>
                <a:spcPct val="115000"/>
              </a:lnSpc>
              <a:spcBef>
                <a:spcPts val="0"/>
              </a:spcBef>
              <a:spcAft>
                <a:spcPts val="0"/>
              </a:spcAft>
              <a:buNone/>
              <a:defRPr sz="3400"/>
            </a:lvl4pPr>
            <a:lvl5pPr lvl="4">
              <a:lnSpc>
                <a:spcPct val="115000"/>
              </a:lnSpc>
              <a:spcBef>
                <a:spcPts val="0"/>
              </a:spcBef>
              <a:spcAft>
                <a:spcPts val="0"/>
              </a:spcAft>
              <a:buNone/>
              <a:defRPr sz="3400"/>
            </a:lvl5pPr>
            <a:lvl6pPr lvl="5">
              <a:lnSpc>
                <a:spcPct val="115000"/>
              </a:lnSpc>
              <a:spcBef>
                <a:spcPts val="0"/>
              </a:spcBef>
              <a:spcAft>
                <a:spcPts val="0"/>
              </a:spcAft>
              <a:buNone/>
              <a:defRPr sz="3400"/>
            </a:lvl6pPr>
            <a:lvl7pPr lvl="6">
              <a:lnSpc>
                <a:spcPct val="115000"/>
              </a:lnSpc>
              <a:spcBef>
                <a:spcPts val="0"/>
              </a:spcBef>
              <a:spcAft>
                <a:spcPts val="0"/>
              </a:spcAft>
              <a:buNone/>
              <a:defRPr sz="3400"/>
            </a:lvl7pPr>
            <a:lvl8pPr lvl="7">
              <a:lnSpc>
                <a:spcPct val="115000"/>
              </a:lnSpc>
              <a:spcBef>
                <a:spcPts val="0"/>
              </a:spcBef>
              <a:spcAft>
                <a:spcPts val="0"/>
              </a:spcAft>
              <a:buNone/>
              <a:defRPr sz="3400"/>
            </a:lvl8pPr>
            <a:lvl9pPr lvl="8">
              <a:lnSpc>
                <a:spcPct val="115000"/>
              </a:lnSpc>
              <a:spcBef>
                <a:spcPts val="0"/>
              </a:spcBef>
              <a:spcAft>
                <a:spcPts val="0"/>
              </a:spcAft>
              <a:buNone/>
              <a:defRPr sz="3400"/>
            </a:lvl9pPr>
          </a:lstStyle>
          <a:p/>
        </p:txBody>
      </p:sp>
      <p:sp>
        <p:nvSpPr>
          <p:cNvPr id="462" name="Google Shape;462;p42"/>
          <p:cNvSpPr txBox="1"/>
          <p:nvPr>
            <p:ph idx="1" type="subTitle"/>
          </p:nvPr>
        </p:nvSpPr>
        <p:spPr>
          <a:xfrm>
            <a:off x="228600" y="228600"/>
            <a:ext cx="2870100" cy="228600"/>
          </a:xfrm>
          <a:prstGeom prst="rect">
            <a:avLst/>
          </a:prstGeom>
          <a:noFill/>
          <a:ln>
            <a:noFill/>
          </a:ln>
        </p:spPr>
        <p:txBody>
          <a:bodyPr anchorCtr="0" anchor="ctr" bIns="0" lIns="0" spcFirstLastPara="1" rIns="0" wrap="square" tIns="0">
            <a:noAutofit/>
          </a:bodyPr>
          <a:lstStyle>
            <a:lvl1pPr lvl="0">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1200"/>
              <a:buFont typeface="Urbanist Medium"/>
              <a:buNone/>
              <a:defRPr sz="1200">
                <a:solidFill>
                  <a:schemeClr val="dk2"/>
                </a:solidFill>
                <a:latin typeface="Urbanist Medium"/>
                <a:ea typeface="Urbanist Medium"/>
                <a:cs typeface="Urbanist Medium"/>
                <a:sym typeface="Urbanist Medium"/>
              </a:defRPr>
            </a:lvl9pPr>
          </a:lstStyle>
          <a:p/>
        </p:txBody>
      </p:sp>
      <p:sp>
        <p:nvSpPr>
          <p:cNvPr id="463" name="Google Shape;463;p42"/>
          <p:cNvSpPr txBox="1"/>
          <p:nvPr>
            <p:ph idx="3" type="subTitle"/>
          </p:nvPr>
        </p:nvSpPr>
        <p:spPr>
          <a:xfrm>
            <a:off x="320625" y="4675975"/>
            <a:ext cx="27000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4" name="Google Shape;464;p42"/>
          <p:cNvSpPr txBox="1"/>
          <p:nvPr>
            <p:ph idx="4" type="subTitle"/>
          </p:nvPr>
        </p:nvSpPr>
        <p:spPr>
          <a:xfrm>
            <a:off x="4716740" y="4675975"/>
            <a:ext cx="2294700" cy="236400"/>
          </a:xfrm>
          <a:prstGeom prst="rect">
            <a:avLst/>
          </a:prstGeom>
          <a:noFill/>
          <a:ln>
            <a:noFill/>
          </a:ln>
        </p:spPr>
        <p:txBody>
          <a:bodyPr anchorCtr="0" anchor="b" bIns="0" lIns="0" spcFirstLastPara="1" rIns="0" wrap="square" tIns="0">
            <a:noAutofit/>
          </a:bodyPr>
          <a:lstStyle>
            <a:lvl1pPr lvl="0">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sp>
        <p:nvSpPr>
          <p:cNvPr id="465" name="Google Shape;465;p42"/>
          <p:cNvSpPr txBox="1"/>
          <p:nvPr>
            <p:ph idx="5" type="subTitle"/>
          </p:nvPr>
        </p:nvSpPr>
        <p:spPr>
          <a:xfrm>
            <a:off x="6859200" y="4683725"/>
            <a:ext cx="2056500" cy="228600"/>
          </a:xfrm>
          <a:prstGeom prst="rect">
            <a:avLst/>
          </a:prstGeom>
          <a:noFill/>
          <a:ln>
            <a:noFill/>
          </a:ln>
        </p:spPr>
        <p:txBody>
          <a:bodyPr anchorCtr="0" anchor="b" bIns="0" lIns="0" spcFirstLastPara="1" rIns="0" wrap="square" tIns="0">
            <a:noAutofit/>
          </a:bodyPr>
          <a:lstStyle>
            <a:lvl1pPr lvl="0"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1pPr>
            <a:lvl2pPr lvl="1"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2pPr>
            <a:lvl3pPr lvl="2"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3pPr>
            <a:lvl4pPr lvl="3"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4pPr>
            <a:lvl5pPr lvl="4"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5pPr>
            <a:lvl6pPr lvl="5"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6pPr>
            <a:lvl7pPr lvl="6"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7pPr>
            <a:lvl8pPr lvl="7"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8pPr>
            <a:lvl9pPr lvl="8" algn="r">
              <a:spcBef>
                <a:spcPts val="0"/>
              </a:spcBef>
              <a:spcAft>
                <a:spcPts val="0"/>
              </a:spcAft>
              <a:buClr>
                <a:schemeClr val="dk2"/>
              </a:buClr>
              <a:buSzPts val="700"/>
              <a:buFont typeface="Urbanist Medium"/>
              <a:buNone/>
              <a:defRPr sz="700">
                <a:solidFill>
                  <a:schemeClr val="dk2"/>
                </a:solidFill>
                <a:latin typeface="Urbanist Medium"/>
                <a:ea typeface="Urbanist Medium"/>
                <a:cs typeface="Urbanist Medium"/>
                <a:sym typeface="Urbanist Medium"/>
              </a:defRPr>
            </a:lvl9pPr>
          </a:lstStyle>
          <a:p/>
        </p:txBody>
      </p:sp>
      <p:cxnSp>
        <p:nvCxnSpPr>
          <p:cNvPr id="466" name="Google Shape;466;p42"/>
          <p:cNvCxnSpPr/>
          <p:nvPr/>
        </p:nvCxnSpPr>
        <p:spPr>
          <a:xfrm>
            <a:off x="238800" y="4683300"/>
            <a:ext cx="8676900" cy="0"/>
          </a:xfrm>
          <a:prstGeom prst="straightConnector1">
            <a:avLst/>
          </a:prstGeom>
          <a:noFill/>
          <a:ln cap="flat" cmpd="sng" w="9525">
            <a:solidFill>
              <a:schemeClr val="accent1"/>
            </a:solidFill>
            <a:prstDash val="solid"/>
            <a:round/>
            <a:headEnd len="med" w="med" type="none"/>
            <a:tailEnd len="med" w="med" type="none"/>
          </a:ln>
        </p:spPr>
      </p:cxnSp>
      <p:sp>
        <p:nvSpPr>
          <p:cNvPr id="467" name="Google Shape;467;p42"/>
          <p:cNvSpPr/>
          <p:nvPr/>
        </p:nvSpPr>
        <p:spPr>
          <a:xfrm>
            <a:off x="228600" y="4837500"/>
            <a:ext cx="48900" cy="489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
        <p:nvSpPr>
          <p:cNvPr id="468" name="Google Shape;468;p42"/>
          <p:cNvSpPr/>
          <p:nvPr/>
        </p:nvSpPr>
        <p:spPr>
          <a:xfrm>
            <a:off x="4618950" y="4839000"/>
            <a:ext cx="45900" cy="45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dk1"/>
              </a:solidFill>
              <a:latin typeface="Urbanist"/>
              <a:ea typeface="Urbanist"/>
              <a:cs typeface="Urbanist"/>
              <a:sym typeface="Urbanist"/>
            </a:endParaRPr>
          </a:p>
        </p:txBody>
      </p:sp>
    </p:spTree>
  </p:cSld>
  <p:clrMapOvr>
    <a:masterClrMapping/>
  </p:clrMapOvr>
  <p:extLst>
    <p:ext uri="{DCECCB84-F9BA-43D5-87BE-67443E8EF086}">
      <p15:sldGuideLst>
        <p15:guide id="1" orient="horz" pos="2805">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 name="Shape 5"/>
        <p:cNvGrpSpPr/>
        <p:nvPr/>
      </p:nvGrpSpPr>
      <p:grpSpPr>
        <a:xfrm>
          <a:off x="0" y="0"/>
          <a:ext cx="0" cy="0"/>
          <a:chOff x="0" y="0"/>
          <a:chExt cx="0" cy="0"/>
        </a:xfrm>
      </p:grpSpPr>
      <p:sp>
        <p:nvSpPr>
          <p:cNvPr id="6" name="Google Shape;6;p1"/>
          <p:cNvSpPr txBox="1"/>
          <p:nvPr>
            <p:ph idx="12" type="sldNum"/>
          </p:nvPr>
        </p:nvSpPr>
        <p:spPr>
          <a:xfrm>
            <a:off x="8556784" y="4749851"/>
            <a:ext cx="548700" cy="393600"/>
          </a:xfrm>
          <a:prstGeom prst="rect">
            <a:avLst/>
          </a:prstGeom>
          <a:noFill/>
          <a:ln>
            <a:noFill/>
          </a:ln>
        </p:spPr>
        <p:txBody>
          <a:bodyPr anchorCtr="0" anchor="ctr" bIns="91425" lIns="91425" spcFirstLastPara="1" rIns="91425" wrap="square" tIns="91425">
            <a:noAutofit/>
          </a:bodyPr>
          <a:lstStyle>
            <a:lvl1pPr lvl="0" algn="r">
              <a:buNone/>
              <a:defRPr sz="1300">
                <a:solidFill>
                  <a:schemeClr val="tx1"/>
                </a:solidFill>
              </a:defRPr>
            </a:lvl1pPr>
            <a:lvl2pPr lvl="1" algn="r">
              <a:buNone/>
              <a:defRPr sz="1300">
                <a:solidFill>
                  <a:schemeClr val="tx1"/>
                </a:solidFill>
              </a:defRPr>
            </a:lvl2pPr>
            <a:lvl3pPr lvl="2" algn="r">
              <a:buNone/>
              <a:defRPr sz="1300">
                <a:solidFill>
                  <a:schemeClr val="tx1"/>
                </a:solidFill>
              </a:defRPr>
            </a:lvl3pPr>
            <a:lvl4pPr lvl="3" algn="r">
              <a:buNone/>
              <a:defRPr sz="1300">
                <a:solidFill>
                  <a:schemeClr val="tx1"/>
                </a:solidFill>
              </a:defRPr>
            </a:lvl4pPr>
            <a:lvl5pPr lvl="4" algn="r">
              <a:buNone/>
              <a:defRPr sz="1300">
                <a:solidFill>
                  <a:schemeClr val="tx1"/>
                </a:solidFill>
              </a:defRPr>
            </a:lvl5pPr>
            <a:lvl6pPr lvl="5" algn="r">
              <a:buNone/>
              <a:defRPr sz="1300">
                <a:solidFill>
                  <a:schemeClr val="tx1"/>
                </a:solidFill>
              </a:defRPr>
            </a:lvl6pPr>
            <a:lvl7pPr lvl="6" algn="r">
              <a:buNone/>
              <a:defRPr sz="1300">
                <a:solidFill>
                  <a:schemeClr val="tx1"/>
                </a:solidFill>
              </a:defRPr>
            </a:lvl7pPr>
            <a:lvl8pPr lvl="7" algn="r">
              <a:buNone/>
              <a:defRPr sz="1300">
                <a:solidFill>
                  <a:schemeClr val="tx1"/>
                </a:solidFill>
              </a:defRPr>
            </a:lvl8pPr>
            <a:lvl9pPr lvl="8" algn="r">
              <a:buNone/>
              <a:defRPr sz="1300">
                <a:solidFill>
                  <a:schemeClr val="tx1"/>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44">
          <p15:clr>
            <a:srgbClr val="E46962"/>
          </p15:clr>
        </p15:guide>
        <p15:guide id="4" orient="horz" pos="3094">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33">
          <p15:clr>
            <a:srgbClr val="E46962"/>
          </p15:clr>
        </p15:guide>
        <p15:guide id="10" pos="4292">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288">
          <p15:clr>
            <a:srgbClr val="E46962"/>
          </p15:clr>
        </p15:guide>
        <p15:guide id="16" orient="horz" pos="2950">
          <p15:clr>
            <a:srgbClr val="E46962"/>
          </p15:clr>
        </p15:guide>
        <p15:guide id="17" orient="horz" pos="1135">
          <p15:clr>
            <a:srgbClr val="E46962"/>
          </p15:clr>
        </p15:guide>
        <p15:guide id="18" orient="horz" pos="1194">
          <p15:clr>
            <a:srgbClr val="E46962"/>
          </p15:clr>
        </p15:guide>
        <p15:guide id="19" orient="horz" pos="2043">
          <p15:clr>
            <a:srgbClr val="E46962"/>
          </p15:clr>
        </p15:guide>
        <p15:guide id="20" orient="horz" pos="2103">
          <p15:clr>
            <a:srgbClr val="E46962"/>
          </p15:clr>
        </p15:guide>
      </p15:sldGuideLst>
    </p:ext>
  </p:extLst>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explorer.testnet.chain.robinhood.com/tx/0x5fdc4acb64d8f1dddc9042c9101c652f87f7483cc1163d0c878b431c44ce965c" TargetMode="External"/><Relationship Id="rId5"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hyperlink" Target="https://explorer.testnet.chain.robinhood.com/tx/0x0023f35941a1490017d220c94b41124f53b044b7416f59ea278208ee500e3b03" TargetMode="External"/><Relationship Id="rId4"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hyperlink" Target="https://explorer.testnet.chain.robinhood.com/tx/0xf98156ad950c82abe4ce3ab0eac3da0ae860d1abd91fdb9eb545aa87e7e2fcc8" TargetMode="External"/><Relationship Id="rId4"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2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xplorer.testnet.chain.robinhood.com/tx/0x0023f35941a1490017d220c94b41124f53b044b7416f59ea278208ee500e3b03" TargetMode="External"/><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is This For</a:t>
            </a:r>
            <a:endParaRPr b="1" sz="1316">
              <a:solidFill>
                <a:schemeClr val="lt1"/>
              </a:solidFill>
            </a:endParaRPr>
          </a:p>
          <a:p>
            <a:r>
              <a:rPr sz="900" b="0">
                <a:solidFill>
                  <a:srgbClr val="FFFFFF"/>
                </a:solidFill>
                <a:latin typeface="Urbanist Medium"/>
              </a:rPr>
              <a:t>a stock token bot operator on Robinhood Chain, like @HarmonicAgents (2,502 followers), who posts pool volume and has no way to show a follower which code is trading</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What They Do Today</a:t>
            </a:r>
            <a:endParaRPr b="1" sz="1316">
              <a:solidFill>
                <a:schemeClr val="lt1"/>
              </a:solidFill>
            </a:endParaRPr>
          </a:p>
          <a:p>
            <a:r>
              <a:rPr sz="900" b="0">
                <a:solidFill>
                  <a:srgbClr val="FFFFFF"/>
                </a:solidFill>
                <a:latin typeface="Urbanist Medium"/>
              </a:rPr>
              <a:t>post a screenshot or a wallet link. 0 of 22 viral AI trading bot posts gave a wallet to check (@Meta_ZET, 7,321 followers)</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Wedge</a:t>
            </a:r>
            <a:endParaRPr b="1" sz="1316">
              <a:solidFill>
                <a:schemeClr val="lt1"/>
              </a:solidFill>
            </a:endParaRPr>
          </a:p>
          <a:p>
            <a:r>
              <a:rPr sz="900" b="0">
                <a:solidFill>
                  <a:srgbClr val="FFFFFF"/>
                </a:solidFill>
                <a:latin typeface="Urbanist Medium"/>
              </a:rPr>
              <a:t>the follower's account refuses every workload except the one it approved, so a trade belongs to code the follower chose</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Now</a:t>
            </a:r>
            <a:endParaRPr b="1" sz="1316">
              <a:solidFill>
                <a:schemeClr val="lt1"/>
              </a:solidFill>
            </a:endParaRPr>
          </a:p>
          <a:p>
            <a:r>
              <a:rPr sz="900" b="0">
                <a:solidFill>
                  <a:srgbClr val="FFFFFF"/>
                </a:solidFill>
                <a:latin typeface="Urbanist Medium"/>
              </a:rPr>
              <a:t>Robinhood Agents launched on 2026-09-29 and states it does not audit agents. Stock Tokens became Morpho collateral on Oct 22 (https://x.com/RobinhoodCrypto/status/2113270580472381515)</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Alternatives and Gaps</a:t>
            </a:r>
            <a:endParaRPr b="1" sz="1316">
              <a:solidFill>
                <a:schemeClr val="lt1"/>
              </a:solidFill>
            </a:endParaRPr>
          </a:p>
          <a:p>
            <a:r>
              <a:rPr sz="900" b="0">
                <a:solidFill>
                  <a:srgbClr val="FFFFFF"/>
                </a:solidFill>
                <a:latin typeface="Urbanist Medium"/>
              </a:rPr>
              <a:t>ARCANA: the platform holds the keys and prompts. Hyperliquid: 9,478 vaults, no proof of which code trades. Robinhood Agents: limits, no audit. Knidos: proves rules, not the model. Automata: verifies TDX quotes onchain (~4M gas), no trading account</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Why Onchain, Why Arbitrum</a:t>
            </a:r>
            <a:endParaRPr b="1" sz="1316">
              <a:solidFill>
                <a:schemeClr val="lt1"/>
              </a:solidFill>
            </a:endParaRPr>
          </a:p>
          <a:p>
            <a:r>
              <a:rPr sz="900" b="0">
                <a:solidFill>
                  <a:srgbClr val="FFFFFF"/>
                </a:solidFill>
                <a:latin typeface="Urbanist Medium"/>
              </a:rPr>
              <a:t>the Stylus verifier walks Intel's cert chain in one tx anyone can replay: 2,584,842 gas to admit, 2,349,054 to refuse, 504,449 per attested trade. The Stock Tokens and the canonical Uniswap v4 pool live on Robinhood Chain</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First 5-10 Users</a:t>
            </a:r>
            <a:endParaRPr b="1" sz="1383">
              <a:solidFill>
                <a:schemeClr val="lt1"/>
              </a:solidFill>
            </a:endParaRPr>
          </a:p>
          <a:p>
            <a:r>
              <a:rPr sz="1050" b="0">
                <a:solidFill>
                  <a:srgbClr val="FFFFFF"/>
                </a:solidFill>
                <a:latin typeface="Urbanist Medium"/>
              </a:rPr>
              <a:t>@HarmonicAgents (2,502), Meridian402 (stock token market maker), @OxSimpleFarmer (28,443), @Agent_Minimum (470), @DeployFinance (7,295), @GrowiHF (1,592), @senpi_ai (14,741), @betashop (22,573), @the_nof1 (54,390). the first five get a dm this weekend with the TSLA receipt</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Ship This Weekend</a:t>
            </a:r>
            <a:endParaRPr b="1" sz="1383">
              <a:solidFill>
                <a:schemeClr val="lt1"/>
              </a:solidFill>
            </a:endParaRPr>
          </a:p>
          <a:p>
            <a:r>
              <a:rPr sz="1050" b="0">
                <a:solidFill>
                  <a:srgbClr val="FFFFFF"/>
                </a:solidFill>
                <a:latin typeface="Urbanist Medium"/>
              </a:rPr>
              <a:t>the measured compose pins the strategy's hash and the decision loop runs inside the enclave; that CVM is admitted on Robinhood Chain testnet (tx 0x5fdc4acb...965c). following leaves exactly one measurement approved. demo: the attested TSLA trade and a different workload refused, both read from the chain</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fxtwitter 2026-10-24 (posts, followers); cast receipt, chain 46630: txs 0x1f15df28...8134, 0xf98156ad...fcc8, 0x0023f359...3b03; Robinhood newsroom 2026-09-29; Morpho collateral post 2026-10-22, https://x.com/RobinhoodCrypto/status/2113270580472381515; arcana-arena.com block 95,182,673; Hyperliquid stats API 2026-10-24; Automata DCAP README.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01" name="Rectangle 500"/>
          <p:cNvSpPr/>
          <p:nvPr/>
        </p:nvSpPr>
        <p:spPr>
          <a:xfrm>
            <a:off x="365760" y="777240"/>
            <a:ext cx="5943600" cy="1828800"/>
          </a:xfrm>
          <a:prstGeom prst="rect">
            <a:avLst/>
          </a:prstGeom>
          <a:solidFill>
            <a:srgbClr val="000000"/>
          </a:solidFill>
          <a:ln w="3810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502920" y="914400"/>
            <a:ext cx="5669280" cy="1554480"/>
          </a:xfrm>
        </p:spPr>
        <p:txBody>
          <a:bodyPr wrap="square" anchor="ctr" lIns="45720" rIns="45720" tIns="32003" bIns="32003"/>
          <a:lstStyle/>
          <a:p>
            <a:pPr algn="ctr">
              <a:spcBef>
                <a:spcPts val="0"/>
              </a:spcBef>
              <a:spcAft>
                <a:spcPts val="0"/>
              </a:spcAft>
            </a:pPr>
            <a:r>
              <a:rPr sz="8800" b="0">
                <a:solidFill>
                  <a:srgbClr val="D4FF00"/>
                </a:solidFill>
                <a:latin typeface="Urbanist SemiBold"/>
              </a:rPr>
              <a:t>SIGNET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2" name="TextBox 501"/>
          <p:cNvSpPr txBox="1"/>
          <p:nvPr/>
        </p:nvSpPr>
        <p:spPr>
          <a:xfrm>
            <a:off x="365760" y="2788920"/>
            <a:ext cx="6035040" cy="1005840"/>
          </a:xfrm>
          <a:prstGeom prst="rect">
            <a:avLst/>
          </a:prstGeom>
          <a:noFill/>
        </p:spPr>
        <p:txBody>
          <a:bodyPr wrap="square" anchor="t" lIns="45720" rIns="45720" tIns="32003" bIns="32003">
            <a:spAutoFit/>
          </a:bodyPr>
          <a:lstStyle/>
          <a:p>
            <a:pPr algn="l">
              <a:spcBef>
                <a:spcPts val="0"/>
              </a:spcBef>
              <a:spcAft>
                <a:spcPts val="0"/>
              </a:spcAft>
            </a:pPr>
            <a:r>
              <a:rPr sz="2600" b="0">
                <a:solidFill>
                  <a:srgbClr val="FFFFFF"/>
                </a:solidFill>
                <a:latin typeface="Urbanist SemiBold"/>
              </a:rPr>
              <a:t>AI trading agents with a provable record and a private strategy</a:t>
            </a:r>
          </a:p>
        </p:txBody>
      </p:sp>
      <p:sp>
        <p:nvSpPr>
          <p:cNvPr id="503" name="TextBox 502"/>
          <p:cNvSpPr txBox="1"/>
          <p:nvPr/>
        </p:nvSpPr>
        <p:spPr>
          <a:xfrm>
            <a:off x="365760" y="3931920"/>
            <a:ext cx="6217920" cy="365760"/>
          </a:xfrm>
          <a:prstGeom prst="rect">
            <a:avLst/>
          </a:prstGeom>
          <a:noFill/>
        </p:spPr>
        <p:txBody>
          <a:bodyPr wrap="square" anchor="t" lIns="45720" rIns="45720" tIns="32003" bIns="32003">
            <a:spAutoFit/>
          </a:bodyPr>
          <a:lstStyle/>
          <a:p>
            <a:pPr algn="l">
              <a:spcBef>
                <a:spcPts val="0"/>
              </a:spcBef>
              <a:spcAft>
                <a:spcPts val="0"/>
              </a:spcAft>
            </a:pPr>
            <a:r>
              <a:rPr sz="1400" b="0">
                <a:solidFill>
                  <a:srgbClr val="00125F"/>
                </a:solidFill>
                <a:latin typeface="Urbanist SemiBold"/>
              </a:rPr>
              <a:t>On Robinhood Chain  |  Arbitrum Founder House Singapore</a:t>
            </a:r>
          </a:p>
        </p:txBody>
      </p:sp>
      <p:pic>
        <p:nvPicPr>
          <p:cNvPr id="504" name="Picture 503" descr="image.png"/>
          <p:cNvPicPr>
            <a:picLocks noChangeAspect="1"/>
          </p:cNvPicPr>
          <p:nvPr/>
        </p:nvPicPr>
        <p:blipFill>
          <a:blip r:embed="rId2"/>
          <a:stretch>
            <a:fillRect/>
          </a:stretch>
        </p:blipFill>
        <p:spPr>
          <a:xfrm>
            <a:off x="6309360" y="320040"/>
            <a:ext cx="3017520" cy="3017520"/>
          </a:xfrm>
          <a:prstGeom prst="rect">
            <a:avLst/>
          </a:prstGeom>
        </p:spPr>
      </p:pic>
      <p:pic>
        <p:nvPicPr>
          <p:cNvPr id="505" name="Picture 504" descr="image.png"/>
          <p:cNvPicPr>
            <a:picLocks noChangeAspect="1"/>
          </p:cNvPicPr>
          <p:nvPr/>
        </p:nvPicPr>
        <p:blipFill>
          <a:blip r:embed="rId3"/>
          <a:stretch>
            <a:fillRect/>
          </a:stretch>
        </p:blipFill>
        <p:spPr>
          <a:xfrm>
            <a:off x="6400800" y="3246120"/>
            <a:ext cx="2377440" cy="8229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150,000+ customers have opened agentic trading accounts at Robinhood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x-robinhood-agents.png"/>
          <p:cNvPicPr>
            <a:picLocks noChangeAspect="1"/>
          </p:cNvPicPr>
          <p:nvPr/>
        </p:nvPicPr>
        <p:blipFill>
          <a:blip r:embed="rId2"/>
          <a:stretch>
            <a:fillRect/>
          </a:stretch>
        </p:blipFill>
        <p:spPr>
          <a:xfrm>
            <a:off x="274320" y="1280160"/>
            <a:ext cx="2926080" cy="2963118"/>
          </a:xfrm>
          <a:prstGeom prst="rect">
            <a:avLst/>
          </a:prstGeom>
          <a:ln w="15875">
            <a:solidFill>
              <a:srgbClr val="D4FF00"/>
            </a:solidFill>
          </a:ln>
        </p:spPr>
      </p:pic>
      <p:pic>
        <p:nvPicPr>
          <p:cNvPr id="502" name="Picture 501" descr="newsroom-head.png"/>
          <p:cNvPicPr>
            <a:picLocks noChangeAspect="1"/>
          </p:cNvPicPr>
          <p:nvPr/>
        </p:nvPicPr>
        <p:blipFill>
          <a:blip r:embed="rId3"/>
          <a:stretch>
            <a:fillRect/>
          </a:stretch>
        </p:blipFill>
        <p:spPr>
          <a:xfrm>
            <a:off x="3429000" y="1280160"/>
            <a:ext cx="5440680" cy="1185789"/>
          </a:xfrm>
          <a:prstGeom prst="rect">
            <a:avLst/>
          </a:prstGeom>
          <a:ln w="15875">
            <a:solidFill>
              <a:srgbClr val="D4FF00"/>
            </a:solidFill>
          </a:ln>
        </p:spPr>
      </p:pic>
      <p:pic>
        <p:nvPicPr>
          <p:cNvPr id="503" name="Picture 502" descr="newsroom-150k.png"/>
          <p:cNvPicPr>
            <a:picLocks noChangeAspect="1"/>
          </p:cNvPicPr>
          <p:nvPr/>
        </p:nvPicPr>
        <p:blipFill>
          <a:blip r:embed="rId4"/>
          <a:stretch>
            <a:fillRect/>
          </a:stretch>
        </p:blipFill>
        <p:spPr>
          <a:xfrm>
            <a:off x="3429000" y="2606040"/>
            <a:ext cx="5440680" cy="535451"/>
          </a:xfrm>
          <a:prstGeom prst="rect">
            <a:avLst/>
          </a:prstGeom>
          <a:ln w="15875">
            <a:solidFill>
              <a:srgbClr val="D4FF00"/>
            </a:solidFill>
          </a:ln>
        </p:spPr>
      </p:pic>
      <p:sp>
        <p:nvSpPr>
          <p:cNvPr id="504" name="Rectangle 503"/>
          <p:cNvSpPr/>
          <p:nvPr/>
        </p:nvSpPr>
        <p:spPr>
          <a:xfrm>
            <a:off x="3429000" y="3291840"/>
            <a:ext cx="5440680" cy="960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100"/>
              </a:spcAft>
            </a:pPr>
            <a:r>
              <a:rPr sz="3000" b="0">
                <a:solidFill>
                  <a:srgbClr val="D4FF00"/>
                </a:solidFill>
                <a:latin typeface="Urbanist SemiBold"/>
              </a:rPr>
              <a:t>150,000+ </a:t>
            </a:r>
            <a:r>
              <a:rPr sz="1500" b="0">
                <a:solidFill>
                  <a:srgbClr val="FFFFFF"/>
                </a:solidFill>
                <a:latin typeface="Urbanist SemiBold"/>
              </a:rPr>
              <a:t>agentic accounts since May</a:t>
            </a:r>
          </a:p>
          <a:p>
            <a:pPr algn="l">
              <a:spcBef>
                <a:spcPts val="0"/>
              </a:spcBef>
              <a:spcAft>
                <a:spcPts val="0"/>
              </a:spcAft>
            </a:pPr>
            <a:r>
              <a:rPr sz="1200" b="0">
                <a:solidFill>
                  <a:srgbClr val="FFFFFF"/>
                </a:solidFill>
                <a:latin typeface="Urbanist Medium"/>
              </a:rPr>
              <a:t>Agents use Robinhood's tools almost 30 million times a day. Robinhood Agents launched on 2026-09-29.</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x.com/RobinhoodApp/status/2105074572722679839 (2026-09-29, 389K views); Robinhood newsroom, HOOD Summit, robinhood.com/us/en/newsroom/hood-summit-2026/ (2026-09-29). Captured 2026-10-24.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Robinhood does not control, supervise, monitor, recommend, or audit agents</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newsroom-audit.png"/>
          <p:cNvPicPr>
            <a:picLocks noChangeAspect="1"/>
          </p:cNvPicPr>
          <p:nvPr/>
        </p:nvPicPr>
        <p:blipFill>
          <a:blip r:embed="rId2"/>
          <a:stretch>
            <a:fillRect/>
          </a:stretch>
        </p:blipFill>
        <p:spPr>
          <a:xfrm>
            <a:off x="274320" y="1280160"/>
            <a:ext cx="8595360" cy="1769632"/>
          </a:xfrm>
          <a:prstGeom prst="rect">
            <a:avLst/>
          </a:prstGeom>
          <a:ln w="15875">
            <a:solidFill>
              <a:srgbClr val="D4FF00"/>
            </a:solidFill>
          </a:ln>
        </p:spPr>
      </p:pic>
      <p:sp>
        <p:nvSpPr>
          <p:cNvPr id="502" name="Rectangle 501"/>
          <p:cNvSpPr/>
          <p:nvPr/>
        </p:nvSpPr>
        <p:spPr>
          <a:xfrm>
            <a:off x="274320" y="3246120"/>
            <a:ext cx="8595360" cy="10058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5" bIns="128015"/>
          <a:lstStyle/>
          <a:p>
            <a:pPr algn="l">
              <a:spcBef>
                <a:spcPts val="0"/>
              </a:spcBef>
              <a:spcAft>
                <a:spcPts val="0"/>
              </a:spcAft>
            </a:pPr>
            <a:r>
              <a:rPr sz="2100" b="0">
                <a:solidFill>
                  <a:srgbClr val="FFFFFF"/>
                </a:solidFill>
                <a:latin typeface="Urbanist SemiBold"/>
              </a:rPr>
              <a:t>Limits answer how much an agent can lose. </a:t>
            </a:r>
            <a:r>
              <a:rPr sz="2100" b="0">
                <a:solidFill>
                  <a:srgbClr val="D4FF00"/>
                </a:solidFill>
                <a:latin typeface="Urbanist SemiBold"/>
              </a:rPr>
              <a:t>Nothing says which code is trading.</a:t>
            </a:r>
          </a:p>
        </p:txBody>
      </p:sp>
      <p:sp>
        <p:nvSpPr>
          <p:cNvPr id="503" name="TextBox 502"/>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Robinhood newsroom, HOOD Summit, 2026-09-29, the agentic trading disclosure; the sentence is verbatim and highlighted. Captured 2026-10-24.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0 of 22 viral AI trading bot posts gave a wallet you could check</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tile-metazet.png"/>
          <p:cNvPicPr>
            <a:picLocks noChangeAspect="1"/>
          </p:cNvPicPr>
          <p:nvPr/>
        </p:nvPicPr>
        <p:blipFill>
          <a:blip r:embed="rId2"/>
          <a:stretch>
            <a:fillRect/>
          </a:stretch>
        </p:blipFill>
        <p:spPr>
          <a:xfrm>
            <a:off x="274320" y="1243584"/>
            <a:ext cx="2788920" cy="1166912"/>
          </a:xfrm>
          <a:prstGeom prst="rect">
            <a:avLst/>
          </a:prstGeom>
          <a:ln w="38100">
            <a:solidFill>
              <a:srgbClr val="D4FF00"/>
            </a:solidFill>
          </a:ln>
        </p:spPr>
      </p:pic>
      <p:sp>
        <p:nvSpPr>
          <p:cNvPr id="502" name="TextBox 501"/>
          <p:cNvSpPr txBox="1"/>
          <p:nvPr/>
        </p:nvSpPr>
        <p:spPr>
          <a:xfrm>
            <a:off x="274320" y="2437928"/>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@Meta_ZET</a:t>
            </a:r>
            <a:r>
              <a:rPr sz="1100" b="0">
                <a:solidFill>
                  <a:srgbClr val="FFFFFF"/>
                </a:solidFill>
                <a:latin typeface="Urbanist Medium"/>
              </a:rPr>
              <a:t>  22 vetted, 0 with a wallet</a:t>
            </a:r>
          </a:p>
        </p:txBody>
      </p:sp>
      <p:pic>
        <p:nvPicPr>
          <p:cNvPr id="503" name="Picture 502" descr="tile-dee_fvg.png"/>
          <p:cNvPicPr>
            <a:picLocks noChangeAspect="1"/>
          </p:cNvPicPr>
          <p:nvPr/>
        </p:nvPicPr>
        <p:blipFill>
          <a:blip r:embed="rId3"/>
          <a:stretch>
            <a:fillRect/>
          </a:stretch>
        </p:blipFill>
        <p:spPr>
          <a:xfrm>
            <a:off x="3177539" y="1243584"/>
            <a:ext cx="2788920" cy="1166912"/>
          </a:xfrm>
          <a:prstGeom prst="rect">
            <a:avLst/>
          </a:prstGeom>
          <a:ln w="12700">
            <a:solidFill>
              <a:srgbClr val="FFFFFF"/>
            </a:solidFill>
          </a:ln>
        </p:spPr>
      </p:pic>
      <p:sp>
        <p:nvSpPr>
          <p:cNvPr id="504" name="TextBox 503"/>
          <p:cNvSpPr txBox="1"/>
          <p:nvPr/>
        </p:nvSpPr>
        <p:spPr>
          <a:xfrm>
            <a:off x="3177539" y="2437928"/>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@dee_fvg</a:t>
            </a:r>
            <a:r>
              <a:rPr sz="1100" b="0">
                <a:solidFill>
                  <a:srgbClr val="FFFFFF"/>
                </a:solidFill>
                <a:latin typeface="Urbanist Medium"/>
              </a:rPr>
              <a:t>  $0.01 to $101K, a video</a:t>
            </a:r>
          </a:p>
        </p:txBody>
      </p:sp>
      <p:pic>
        <p:nvPicPr>
          <p:cNvPr id="505" name="Picture 504" descr="tile-goddyfx01.png"/>
          <p:cNvPicPr>
            <a:picLocks noChangeAspect="1"/>
          </p:cNvPicPr>
          <p:nvPr/>
        </p:nvPicPr>
        <p:blipFill>
          <a:blip r:embed="rId4"/>
          <a:stretch>
            <a:fillRect/>
          </a:stretch>
        </p:blipFill>
        <p:spPr>
          <a:xfrm>
            <a:off x="6080759" y="1243584"/>
            <a:ext cx="2788920" cy="1166912"/>
          </a:xfrm>
          <a:prstGeom prst="rect">
            <a:avLst/>
          </a:prstGeom>
          <a:ln w="12700">
            <a:solidFill>
              <a:srgbClr val="FFFFFF"/>
            </a:solidFill>
          </a:ln>
        </p:spPr>
      </p:pic>
      <p:sp>
        <p:nvSpPr>
          <p:cNvPr id="506" name="TextBox 505"/>
          <p:cNvSpPr txBox="1"/>
          <p:nvPr/>
        </p:nvSpPr>
        <p:spPr>
          <a:xfrm>
            <a:off x="6080759" y="2437928"/>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@goddyfx01</a:t>
            </a:r>
            <a:r>
              <a:rPr sz="1100" b="0">
                <a:solidFill>
                  <a:srgbClr val="FFFFFF"/>
                </a:solidFill>
                <a:latin typeface="Urbanist Medium"/>
              </a:rPr>
              <a:t>  $9.91 to $158,890, a video</a:t>
            </a:r>
          </a:p>
        </p:txBody>
      </p:sp>
      <p:pic>
        <p:nvPicPr>
          <p:cNvPr id="507" name="Picture 506" descr="tile-solst1ne.png"/>
          <p:cNvPicPr>
            <a:picLocks noChangeAspect="1"/>
          </p:cNvPicPr>
          <p:nvPr/>
        </p:nvPicPr>
        <p:blipFill>
          <a:blip r:embed="rId5"/>
          <a:stretch>
            <a:fillRect/>
          </a:stretch>
        </p:blipFill>
        <p:spPr>
          <a:xfrm>
            <a:off x="274320" y="2739680"/>
            <a:ext cx="2788920" cy="1166912"/>
          </a:xfrm>
          <a:prstGeom prst="rect">
            <a:avLst/>
          </a:prstGeom>
          <a:ln w="12700">
            <a:solidFill>
              <a:srgbClr val="FFFFFF"/>
            </a:solidFill>
          </a:ln>
        </p:spPr>
      </p:pic>
      <p:sp>
        <p:nvSpPr>
          <p:cNvPr id="508" name="TextBox 507"/>
          <p:cNvSpPr txBox="1"/>
          <p:nvPr/>
        </p:nvSpPr>
        <p:spPr>
          <a:xfrm>
            <a:off x="274320" y="3934024"/>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@SolSt1ne</a:t>
            </a:r>
            <a:r>
              <a:rPr sz="1100" b="0">
                <a:solidFill>
                  <a:srgbClr val="FFFFFF"/>
                </a:solidFill>
                <a:latin typeface="Urbanist Medium"/>
              </a:rPr>
              <a:t>  $38 to $8,740, a video</a:t>
            </a:r>
          </a:p>
        </p:txBody>
      </p:sp>
      <p:pic>
        <p:nvPicPr>
          <p:cNvPr id="509" name="Picture 508" descr="tile-whitman.png"/>
          <p:cNvPicPr>
            <a:picLocks noChangeAspect="1"/>
          </p:cNvPicPr>
          <p:nvPr/>
        </p:nvPicPr>
        <p:blipFill>
          <a:blip r:embed="rId6"/>
          <a:stretch>
            <a:fillRect/>
          </a:stretch>
        </p:blipFill>
        <p:spPr>
          <a:xfrm>
            <a:off x="3177539" y="2739680"/>
            <a:ext cx="2788920" cy="1166912"/>
          </a:xfrm>
          <a:prstGeom prst="rect">
            <a:avLst/>
          </a:prstGeom>
          <a:ln w="12700">
            <a:solidFill>
              <a:srgbClr val="FFFFFF"/>
            </a:solidFill>
          </a:ln>
        </p:spPr>
      </p:pic>
      <p:sp>
        <p:nvSpPr>
          <p:cNvPr id="510" name="TextBox 509"/>
          <p:cNvSpPr txBox="1"/>
          <p:nvPr/>
        </p:nvSpPr>
        <p:spPr>
          <a:xfrm>
            <a:off x="3177539" y="3934024"/>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@WhitmanXAI</a:t>
            </a:r>
            <a:r>
              <a:rPr sz="1100" b="0">
                <a:solidFill>
                  <a:srgbClr val="FFFFFF"/>
                </a:solidFill>
                <a:latin typeface="Urbanist Medium"/>
              </a:rPr>
              <a:t>  $100 to $35K, a screenshot</a:t>
            </a:r>
          </a:p>
        </p:txBody>
      </p:sp>
      <p:pic>
        <p:nvPicPr>
          <p:cNvPr id="511" name="Picture 510" descr="tile-eastenray.png"/>
          <p:cNvPicPr>
            <a:picLocks noChangeAspect="1"/>
          </p:cNvPicPr>
          <p:nvPr/>
        </p:nvPicPr>
        <p:blipFill>
          <a:blip r:embed="rId7"/>
          <a:stretch>
            <a:fillRect/>
          </a:stretch>
        </p:blipFill>
        <p:spPr>
          <a:xfrm>
            <a:off x="6080759" y="2739680"/>
            <a:ext cx="2788920" cy="1166912"/>
          </a:xfrm>
          <a:prstGeom prst="rect">
            <a:avLst/>
          </a:prstGeom>
          <a:ln w="12700">
            <a:solidFill>
              <a:srgbClr val="FFFFFF"/>
            </a:solidFill>
          </a:ln>
        </p:spPr>
      </p:pic>
      <p:sp>
        <p:nvSpPr>
          <p:cNvPr id="512" name="TextBox 511"/>
          <p:cNvSpPr txBox="1"/>
          <p:nvPr/>
        </p:nvSpPr>
        <p:spPr>
          <a:xfrm>
            <a:off x="6080759" y="3934024"/>
            <a:ext cx="2788920" cy="237744"/>
          </a:xfrm>
          <a:prstGeom prst="rect">
            <a:avLst/>
          </a:prstGeom>
          <a:noFill/>
        </p:spPr>
        <p:txBody>
          <a:bodyPr wrap="square" anchor="ctr" lIns="18288" rIns="18288" tIns="12801" bIns="12801">
            <a:spAutoFit/>
          </a:bodyPr>
          <a:lstStyle/>
          <a:p>
            <a:pPr algn="l">
              <a:spcBef>
                <a:spcPts val="0"/>
              </a:spcBef>
              <a:spcAft>
                <a:spcPts val="0"/>
              </a:spcAft>
            </a:pPr>
            <a:r>
              <a:rPr sz="1100" b="0">
                <a:solidFill>
                  <a:srgbClr val="D4FF00"/>
                </a:solidFill>
                <a:latin typeface="Urbanist SemiBold"/>
              </a:rPr>
              <a:t>@EaStEnRaY1</a:t>
            </a:r>
            <a:r>
              <a:rPr sz="1100" b="0">
                <a:solidFill>
                  <a:srgbClr val="FFFFFF"/>
                </a:solidFill>
                <a:latin typeface="Urbanist Medium"/>
              </a:rPr>
              <a:t>  100% win rate, a video</a:t>
            </a:r>
          </a:p>
        </p:txBody>
      </p:sp>
      <p:sp>
        <p:nvSpPr>
          <p:cNvPr id="513" name="TextBox 512"/>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each tile is the post itself on x.com, read 2026-10-24; the top left post is the 22-post vetting (x.com/Meta_ZET/status/2110788179754094667). The caption names the proof each post attaches. None of the six gives a wallet address or a transaction.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685800"/>
          </a:xfrm>
        </p:spPr>
        <p:txBody>
          <a:bodyPr wrap="square" anchor="ctr" lIns="45720" rIns="45720" tIns="32003" bIns="32003"/>
          <a:lstStyle/>
          <a:p>
            <a:pPr algn="l">
              <a:spcBef>
                <a:spcPts val="0"/>
              </a:spcBef>
              <a:spcAft>
                <a:spcPts val="0"/>
              </a:spcAft>
            </a:pPr>
            <a:r>
              <a:rPr sz="2800" b="0">
                <a:solidFill>
                  <a:srgbClr val="D4FF00"/>
                </a:solidFill>
                <a:latin typeface="Urbanist SemiBold"/>
              </a:rPr>
              <a:t>One measurement admitted, enforced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architecture.png"/>
          <p:cNvPicPr>
            <a:picLocks noChangeAspect="1"/>
          </p:cNvPicPr>
          <p:nvPr/>
        </p:nvPicPr>
        <p:blipFill>
          <a:blip r:embed="rId2"/>
          <a:stretch>
            <a:fillRect/>
          </a:stretch>
        </p:blipFill>
        <p:spPr>
          <a:xfrm>
            <a:off x="320040" y="914400"/>
            <a:ext cx="8503920" cy="3281729"/>
          </a:xfrm>
          <a:prstGeom prst="rect">
            <a:avLst/>
          </a:prstGeom>
          <a:ln w="15875">
            <a:solidFill>
              <a:srgbClr val="D4FF00"/>
            </a:solidFill>
          </a:ln>
        </p:spPr>
      </p:pic>
      <p:sp>
        <p:nvSpPr>
          <p:cNvPr id="502" name="TextBox 501"/>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contracts/src/AgentAccount.sol, contracts/deployments/46630.json, verifier/, receipt-verifier/, agent-cvm/deployments/2026-10-24.json. Diagram built with archify from deck/img/architecture.archify.json.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A real enclave, verified by Intel and admitted by the follower's account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phala-verified.png"/>
          <p:cNvPicPr>
            <a:picLocks noChangeAspect="1"/>
          </p:cNvPicPr>
          <p:nvPr/>
        </p:nvPicPr>
        <p:blipFill>
          <a:blip r:embed="rId2"/>
          <a:stretch>
            <a:fillRect/>
          </a:stretch>
        </p:blipFill>
        <p:spPr>
          <a:xfrm>
            <a:off x="274320" y="1280160"/>
            <a:ext cx="6035040" cy="1209696"/>
          </a:xfrm>
          <a:prstGeom prst="rect">
            <a:avLst/>
          </a:prstGeom>
          <a:ln w="15875">
            <a:solidFill>
              <a:srgbClr val="D4FF00"/>
            </a:solidFill>
          </a:ln>
        </p:spPr>
      </p:pic>
      <p:pic>
        <p:nvPicPr>
          <p:cNvPr id="502" name="Picture 501" descr="explorer-admit.png"/>
          <p:cNvPicPr>
            <a:picLocks noChangeAspect="1"/>
          </p:cNvPicPr>
          <p:nvPr/>
        </p:nvPicPr>
        <p:blipFill>
          <a:blip r:embed="rId3"/>
          <a:stretch>
            <a:fillRect/>
          </a:stretch>
        </p:blipFill>
        <p:spPr>
          <a:xfrm>
            <a:off x="274320" y="2788920"/>
            <a:ext cx="6035040" cy="1324356"/>
          </a:xfrm>
          <a:prstGeom prst="rect">
            <a:avLst/>
          </a:prstGeom>
          <a:ln w="15875">
            <a:solidFill>
              <a:srgbClr val="D4FF00"/>
            </a:solidFill>
          </a:ln>
        </p:spPr>
      </p:pic>
      <p:sp>
        <p:nvSpPr>
          <p:cNvPr id="503" name="Rectangle 502"/>
          <p:cNvSpPr/>
          <p:nvPr/>
        </p:nvSpPr>
        <p:spPr>
          <a:xfrm>
            <a:off x="6492240" y="1280160"/>
            <a:ext cx="2377440" cy="1207008"/>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300"/>
              </a:spcAft>
            </a:pPr>
            <a:r>
              <a:rPr sz="1000" b="0">
                <a:solidFill>
                  <a:srgbClr val="D4FF00"/>
                </a:solidFill>
                <a:latin typeface="Urbanist SemiBold"/>
              </a:rPr>
              <a:t>PHALA ATTESTATION EXPLORER</a:t>
            </a:r>
          </a:p>
          <a:p>
            <a:pPr algn="l">
              <a:spcBef>
                <a:spcPts val="0"/>
              </a:spcBef>
              <a:spcAft>
                <a:spcPts val="0"/>
              </a:spcAft>
            </a:pPr>
            <a:r>
              <a:rPr sz="1200" b="0">
                <a:solidFill>
                  <a:srgbClr val="FFFFFF"/>
                </a:solidFill>
                <a:latin typeface="Urbanist Medium"/>
              </a:rPr>
              <a:t>Quote verified. MRCONFIG holds the compose hash 9f997c38…2606, which pins the strategy hash.</a:t>
            </a:r>
          </a:p>
        </p:txBody>
      </p:sp>
      <p:sp>
        <p:nvSpPr>
          <p:cNvPr id="504" name="Rectangle 503"/>
          <p:cNvSpPr/>
          <p:nvPr/>
        </p:nvSpPr>
        <p:spPr>
          <a:xfrm>
            <a:off x="6492240" y="2788920"/>
            <a:ext cx="237744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300"/>
              </a:spcAft>
            </a:pPr>
            <a:r>
              <a:rPr sz="1000" b="0">
                <a:solidFill>
                  <a:srgbClr val="D4FF00"/>
                </a:solidFill>
                <a:latin typeface="Urbanist SemiBold"/>
              </a:rPr>
              <a:t>ADMITTING TRANSACTION</a:t>
            </a:r>
          </a:p>
          <a:p>
            <a:pPr algn="l">
              <a:spcBef>
                <a:spcPts val="0"/>
              </a:spcBef>
              <a:spcAft>
                <a:spcPts val="300"/>
              </a:spcAft>
            </a:pPr>
            <a:r>
              <a:rPr sz="1200" b="0">
                <a:solidFill>
                  <a:srgbClr val="FFFFFF"/>
                </a:solidFill>
                <a:latin typeface="Urbanist Medium"/>
              </a:rPr>
              <a:t>registerAgent succeeded on Robinhood Chain, block 141,688,284.</a:t>
            </a:r>
          </a:p>
          <a:p>
            <a:pPr algn="l">
              <a:spcBef>
                <a:spcPts val="0"/>
              </a:spcBef>
              <a:spcAft>
                <a:spcPts val="0"/>
              </a:spcAft>
            </a:pPr>
            <a:r>
              <a:rPr sz="1200" b="0">
                <a:solidFill>
                  <a:srgbClr val="D4FF00"/>
                </a:solidFill>
                <a:latin typeface="Urbanist SemiBold"/>
                <a:hlinkClick r:id="rId4"/>
              </a:rPr>
              <a:t>tx 0x5fdc4acb…965c</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proof.t16z.com/reports/36dc782d…c702 (quote from the CVM's /quote endpoint, 2026-10-24); agent-cvm/deployments/2026-10-24.json (composeHash); explorer.testnet.chain.robinhood.com, tx 0x5fdc4acb…965c.</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One real trade: the receipt names the workload and the model</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explorer-trade-logs.png"/>
          <p:cNvPicPr>
            <a:picLocks noChangeAspect="1"/>
          </p:cNvPicPr>
          <p:nvPr/>
        </p:nvPicPr>
        <p:blipFill>
          <a:blip r:embed="rId2"/>
          <a:stretch>
            <a:fillRect/>
          </a:stretch>
        </p:blipFill>
        <p:spPr>
          <a:xfrm>
            <a:off x="274320" y="1280160"/>
            <a:ext cx="6035040" cy="2211260"/>
          </a:xfrm>
          <a:prstGeom prst="rect">
            <a:avLst/>
          </a:prstGeom>
          <a:ln w="15875">
            <a:solidFill>
              <a:srgbClr val="D4FF00"/>
            </a:solidFill>
          </a:ln>
        </p:spPr>
      </p:pic>
      <p:sp>
        <p:nvSpPr>
          <p:cNvPr id="502" name="Rectangle 501"/>
          <p:cNvSpPr/>
          <p:nvPr/>
        </p:nvSpPr>
        <p:spPr>
          <a:xfrm>
            <a:off x="274320" y="3628580"/>
            <a:ext cx="6035040" cy="623379"/>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0"/>
              </a:spcAft>
            </a:pPr>
            <a:r>
              <a:rPr sz="1400" b="0">
                <a:solidFill>
                  <a:srgbClr val="D4FF00"/>
                </a:solidFill>
                <a:latin typeface="Urbanist SemiBold"/>
              </a:rPr>
              <a:t>TradeExecuted </a:t>
            </a:r>
            <a:r>
              <a:rPr sz="1400" b="0">
                <a:solidFill>
                  <a:srgbClr val="FFFFFF"/>
                </a:solidFill>
                <a:latin typeface="Urbanist Medium"/>
              </a:rPr>
              <a:t>carries the measurement the agent was admitted under and the model hash of its verified inference receipt.</a:t>
            </a:r>
          </a:p>
        </p:txBody>
      </p:sp>
      <p:sp>
        <p:nvSpPr>
          <p:cNvPr id="503" name="Rectangle 502"/>
          <p:cNvSpPr/>
          <p:nvPr/>
        </p:nvSpPr>
        <p:spPr>
          <a:xfrm>
            <a:off x="6492240" y="1280160"/>
            <a:ext cx="237744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400"/>
              </a:spcAft>
            </a:pPr>
            <a:r>
              <a:rPr sz="1100" b="0">
                <a:solidFill>
                  <a:srgbClr val="D4FF00"/>
                </a:solidFill>
                <a:latin typeface="Urbanist SemiBold"/>
              </a:rPr>
              <a:t>ATTESTED TRADE</a:t>
            </a:r>
          </a:p>
          <a:p>
            <a:pPr algn="l">
              <a:spcBef>
                <a:spcPts val="0"/>
              </a:spcBef>
              <a:spcAft>
                <a:spcPts val="600"/>
              </a:spcAft>
            </a:pPr>
            <a:r>
              <a:rPr sz="1700" b="0">
                <a:solidFill>
                  <a:srgbClr val="FFFFFF"/>
                </a:solidFill>
                <a:latin typeface="Urbanist SemiBold"/>
              </a:rPr>
              <a:t>Bought TSLA with 1 USDG</a:t>
            </a:r>
          </a:p>
          <a:p>
            <a:pPr algn="l">
              <a:spcBef>
                <a:spcPts val="0"/>
              </a:spcBef>
              <a:spcAft>
                <a:spcPts val="400"/>
              </a:spcAft>
            </a:pPr>
            <a:r>
              <a:rPr sz="1200" b="0">
                <a:solidFill>
                  <a:srgbClr val="FFFFFF"/>
                </a:solidFill>
                <a:latin typeface="Urbanist Medium"/>
              </a:rPr>
              <a:t>amountOut 0.00391 TSLA</a:t>
            </a:r>
          </a:p>
          <a:p>
            <a:pPr algn="l">
              <a:spcBef>
                <a:spcPts val="0"/>
              </a:spcBef>
              <a:spcAft>
                <a:spcPts val="800"/>
              </a:spcAft>
            </a:pPr>
            <a:r>
              <a:rPr sz="1200" b="0">
                <a:solidFill>
                  <a:srgbClr val="FFFFFF"/>
                </a:solidFill>
                <a:latin typeface="Urbanist Medium"/>
              </a:rPr>
              <a:t>success, 504,449 gas, block 127,188,951</a:t>
            </a:r>
          </a:p>
          <a:p>
            <a:pPr algn="l">
              <a:spcBef>
                <a:spcPts val="0"/>
              </a:spcBef>
              <a:spcAft>
                <a:spcPts val="0"/>
              </a:spcAft>
            </a:pPr>
            <a:r>
              <a:rPr sz="1300" b="0">
                <a:solidFill>
                  <a:srgbClr val="D4FF00"/>
                </a:solidFill>
                <a:latin typeface="Urbanist SemiBold"/>
                <a:hlinkClick r:id="rId3"/>
              </a:rPr>
              <a:t>tx 0x0023f359…3b03</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explorer.testnet.chain.robinhood.com, Logs tab of tx 0x0023f359…3b03, chain 46630, captured 2026-10-24; highlighted rows are agentMeasurement and servedModelHash.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One real refusal: a genuine Intel quote from other code is reverted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explorer-refusal.png"/>
          <p:cNvPicPr>
            <a:picLocks noChangeAspect="1"/>
          </p:cNvPicPr>
          <p:nvPr/>
        </p:nvPicPr>
        <p:blipFill>
          <a:blip r:embed="rId2"/>
          <a:stretch>
            <a:fillRect/>
          </a:stretch>
        </p:blipFill>
        <p:spPr>
          <a:xfrm>
            <a:off x="274320" y="1280160"/>
            <a:ext cx="6035040" cy="1904260"/>
          </a:xfrm>
          <a:prstGeom prst="rect">
            <a:avLst/>
          </a:prstGeom>
          <a:ln w="15875">
            <a:solidFill>
              <a:srgbClr val="D4FF00"/>
            </a:solidFill>
          </a:ln>
        </p:spPr>
      </p:pic>
      <p:sp>
        <p:nvSpPr>
          <p:cNvPr id="502" name="Rectangle 501"/>
          <p:cNvSpPr/>
          <p:nvPr/>
        </p:nvSpPr>
        <p:spPr>
          <a:xfrm>
            <a:off x="274320" y="3321580"/>
            <a:ext cx="6035040" cy="930379"/>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0"/>
              </a:spcAft>
            </a:pPr>
            <a:r>
              <a:rPr sz="1400" b="0">
                <a:solidFill>
                  <a:srgbClr val="FFFFFF"/>
                </a:solidFill>
                <a:latin typeface="Urbanist Medium"/>
              </a:rPr>
              <a:t>The hardware is real and the code is not the approved code, </a:t>
            </a:r>
            <a:r>
              <a:rPr sz="1400" b="0">
                <a:solidFill>
                  <a:srgbClr val="D4FF00"/>
                </a:solidFill>
                <a:latin typeface="Urbanist SemiBold"/>
              </a:rPr>
              <a:t>so the account reverts.</a:t>
            </a:r>
          </a:p>
        </p:txBody>
      </p:sp>
      <p:sp>
        <p:nvSpPr>
          <p:cNvPr id="503" name="Rectangle 502"/>
          <p:cNvSpPr/>
          <p:nvPr/>
        </p:nvSpPr>
        <p:spPr>
          <a:xfrm>
            <a:off x="6492240" y="1280160"/>
            <a:ext cx="237744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400"/>
              </a:spcAft>
            </a:pPr>
            <a:r>
              <a:rPr sz="1100" b="0">
                <a:solidFill>
                  <a:srgbClr val="D4FF00"/>
                </a:solidFill>
                <a:latin typeface="Urbanist SemiBold"/>
              </a:rPr>
              <a:t>REFUSED WORKLOAD</a:t>
            </a:r>
          </a:p>
          <a:p>
            <a:pPr algn="l">
              <a:spcBef>
                <a:spcPts val="0"/>
              </a:spcBef>
              <a:spcAft>
                <a:spcPts val="200"/>
              </a:spcAft>
            </a:pPr>
            <a:r>
              <a:rPr sz="1700" b="0">
                <a:solidFill>
                  <a:srgbClr val="FFFFFF"/>
                </a:solidFill>
                <a:latin typeface="Urbanist SemiBold"/>
              </a:rPr>
              <a:t>registerAgent reverts</a:t>
            </a:r>
          </a:p>
          <a:p>
            <a:pPr algn="l">
              <a:spcBef>
                <a:spcPts val="0"/>
              </a:spcBef>
              <a:spcAft>
                <a:spcPts val="600"/>
              </a:spcAft>
            </a:pPr>
            <a:r>
              <a:rPr sz="1200" b="0">
                <a:solidFill>
                  <a:srgbClr val="D4FF00"/>
                </a:solidFill>
                <a:latin typeface="Urbanist SemiBold"/>
              </a:rPr>
              <a:t>MeasurementNotApproved</a:t>
            </a:r>
          </a:p>
          <a:p>
            <a:pPr algn="l">
              <a:spcBef>
                <a:spcPts val="0"/>
              </a:spcBef>
              <a:spcAft>
                <a:spcPts val="800"/>
              </a:spcAft>
            </a:pPr>
            <a:r>
              <a:rPr sz="1200" b="0">
                <a:solidFill>
                  <a:srgbClr val="FFFFFF"/>
                </a:solidFill>
                <a:latin typeface="Urbanist Medium"/>
              </a:rPr>
              <a:t>failed, 2,349,054 gas, block 127,632,496</a:t>
            </a:r>
          </a:p>
          <a:p>
            <a:pPr algn="l">
              <a:spcBef>
                <a:spcPts val="0"/>
              </a:spcBef>
              <a:spcAft>
                <a:spcPts val="0"/>
              </a:spcAft>
            </a:pPr>
            <a:r>
              <a:rPr sz="1300" b="0">
                <a:solidFill>
                  <a:srgbClr val="D4FF00"/>
                </a:solidFill>
                <a:latin typeface="Urbanist SemiBold"/>
                <a:hlinkClick r:id="rId3"/>
              </a:rPr>
              <a:t>tx 0xf98156ad…fcc8</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explorer.testnet.chain.robinhood.com, tx 0xf98156ad…fcc8, chain 46630, captured 2026-10-24 (status Failed, revert reason MeasurementNotApproved).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The live app re-reads every trade from the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pic>
        <p:nvPicPr>
          <p:cNvPr id="501" name="Picture 500" descr="leaderboard-live.png"/>
          <p:cNvPicPr>
            <a:picLocks noChangeAspect="1"/>
          </p:cNvPicPr>
          <p:nvPr/>
        </p:nvPicPr>
        <p:blipFill>
          <a:blip r:embed="rId2"/>
          <a:stretch>
            <a:fillRect/>
          </a:stretch>
        </p:blipFill>
        <p:spPr>
          <a:xfrm>
            <a:off x="274320" y="1234440"/>
            <a:ext cx="8595360" cy="1723094"/>
          </a:xfrm>
          <a:prstGeom prst="rect">
            <a:avLst/>
          </a:prstGeom>
          <a:ln w="15875">
            <a:solidFill>
              <a:srgbClr val="D4FF00"/>
            </a:solidFill>
          </a:ln>
        </p:spPr>
      </p:pic>
      <p:sp>
        <p:nvSpPr>
          <p:cNvPr id="502" name="Rectangle 501"/>
          <p:cNvSpPr/>
          <p:nvPr/>
        </p:nvSpPr>
        <p:spPr>
          <a:xfrm>
            <a:off x="274320" y="3140414"/>
            <a:ext cx="2743200" cy="1111545"/>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2800" b="0">
                <a:solidFill>
                  <a:srgbClr val="D4FF00"/>
                </a:solidFill>
                <a:latin typeface="Urbanist SemiBold"/>
              </a:rPr>
              <a:t>3 of 3</a:t>
            </a:r>
          </a:p>
          <a:p>
            <a:pPr algn="l">
              <a:spcBef>
                <a:spcPts val="0"/>
              </a:spcBef>
              <a:spcAft>
                <a:spcPts val="0"/>
              </a:spcAft>
            </a:pPr>
            <a:r>
              <a:rPr sz="1200" b="0">
                <a:solidFill>
                  <a:srgbClr val="FFFFFF"/>
                </a:solidFill>
                <a:latin typeface="Urbanist Medium"/>
              </a:rPr>
              <a:t>receipts re-read and verified</a:t>
            </a:r>
          </a:p>
        </p:txBody>
      </p:sp>
      <p:sp>
        <p:nvSpPr>
          <p:cNvPr id="503" name="Rectangle 502"/>
          <p:cNvSpPr/>
          <p:nvPr/>
        </p:nvSpPr>
        <p:spPr>
          <a:xfrm>
            <a:off x="3200400" y="3140414"/>
            <a:ext cx="2743200" cy="1111545"/>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2800" b="0">
                <a:solidFill>
                  <a:srgbClr val="D4FF00"/>
                </a:solidFill>
                <a:latin typeface="Urbanist SemiBold"/>
              </a:rPr>
              <a:t>1 strategy</a:t>
            </a:r>
          </a:p>
          <a:p>
            <a:pPr algn="l">
              <a:spcBef>
                <a:spcPts val="0"/>
              </a:spcBef>
              <a:spcAft>
                <a:spcPts val="0"/>
              </a:spcAft>
            </a:pPr>
            <a:r>
              <a:rPr sz="1200" b="0">
                <a:solidFill>
                  <a:srgbClr val="FFFFFF"/>
                </a:solidFill>
                <a:latin typeface="Urbanist Medium"/>
              </a:rPr>
              <a:t>2 measurements, one compose hash</a:t>
            </a:r>
          </a:p>
        </p:txBody>
      </p:sp>
      <p:sp>
        <p:nvSpPr>
          <p:cNvPr id="504" name="Rectangle 503"/>
          <p:cNvSpPr/>
          <p:nvPr/>
        </p:nvSpPr>
        <p:spPr>
          <a:xfrm>
            <a:off x="6126480" y="3140414"/>
            <a:ext cx="2743200" cy="1111545"/>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0"/>
              </a:spcAft>
            </a:pPr>
            <a:r>
              <a:rPr sz="1200" b="0">
                <a:solidFill>
                  <a:srgbClr val="FFFFFF"/>
                </a:solidFill>
                <a:latin typeface="Urbanist Medium"/>
              </a:rPr>
              <a:t>The return marks testnet fills to the mainnet Chainlink price. The receipts are the proof.</a:t>
            </a:r>
          </a:p>
        </p:txBody>
      </p:sp>
      <p:sp>
        <p:nvSpPr>
          <p:cNvPr id="505" name="TextBox 504"/>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signet-agents.vercel.app captured 2026-10-24, record read at block 141,782,630; Chainlink RHTSLA/USD 0x4A1166a6...7C38 on chain 4663.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Private strategy, public proof</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Sealed</a:t>
            </a:r>
          </a:p>
          <a:p>
            <a:pPr algn="l">
              <a:spcBef>
                <a:spcPts val="0"/>
              </a:spcBef>
              <a:spcAft>
                <a:spcPts val="600"/>
              </a:spcAft>
            </a:pPr>
            <a:r>
              <a:rPr sz="1700" b="0">
                <a:solidFill>
                  <a:srgbClr val="FFFFFF"/>
                </a:solidFill>
                <a:latin typeface="Urbanist SemiBold"/>
              </a:rPr>
              <a:t>Strategy hash in the measurement</a:t>
            </a:r>
          </a:p>
          <a:p>
            <a:pPr algn="l">
              <a:spcBef>
                <a:spcPts val="0"/>
              </a:spcBef>
              <a:spcAft>
                <a:spcPts val="0"/>
              </a:spcAft>
            </a:pPr>
            <a:r>
              <a:rPr sz="1400" b="0">
                <a:solidFill>
                  <a:srgbClr val="FFFFFF"/>
                </a:solidFill>
                <a:latin typeface="Urbanist Medium"/>
              </a:rPr>
              <a:t>The measured compose pins the strategy's hash and the CVM boots only on a match. The text is sealed config. That CVM is admitted on 46630.</a:t>
            </a:r>
          </a:p>
        </p:txBody>
      </p:sp>
      <p:sp>
        <p:nvSpPr>
          <p:cNvPr id="502" name="Rectangle 501"/>
          <p:cNvSpPr/>
          <p:nvPr/>
        </p:nvSpPr>
        <p:spPr>
          <a:xfrm>
            <a:off x="320040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2.37M gas</a:t>
            </a:r>
          </a:p>
          <a:p>
            <a:pPr algn="l">
              <a:spcBef>
                <a:spcPts val="0"/>
              </a:spcBef>
              <a:spcAft>
                <a:spcPts val="600"/>
              </a:spcAft>
            </a:pPr>
            <a:r>
              <a:rPr sz="1700" b="0">
                <a:solidFill>
                  <a:srgbClr val="FFFFFF"/>
                </a:solidFill>
                <a:latin typeface="Urbanist SemiBold"/>
              </a:rPr>
              <a:t>Intel's cert chain in one transaction</a:t>
            </a:r>
          </a:p>
          <a:p>
            <a:pPr algn="l">
              <a:spcBef>
                <a:spcPts val="0"/>
              </a:spcBef>
              <a:spcAft>
                <a:spcPts val="0"/>
              </a:spcAft>
            </a:pPr>
            <a:r>
              <a:rPr sz="1400" b="0">
                <a:solidFill>
                  <a:srgbClr val="FFFFFF"/>
                </a:solidFill>
                <a:latin typeface="Urbanist Medium"/>
              </a:rPr>
              <a:t>A Stylus verifier in Rust walks the Intel certificate chain in the transaction that admits the key.</a:t>
            </a:r>
          </a:p>
        </p:txBody>
      </p:sp>
      <p:sp>
        <p:nvSpPr>
          <p:cNvPr id="503" name="Rectangle 502"/>
          <p:cNvSpPr/>
          <p:nvPr/>
        </p:nvSpPr>
        <p:spPr>
          <a:xfrm>
            <a:off x="6126480" y="1280160"/>
            <a:ext cx="274320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200"/>
              </a:spcAft>
            </a:pPr>
            <a:r>
              <a:rPr sz="3600" b="0">
                <a:solidFill>
                  <a:srgbClr val="D4FF00"/>
                </a:solidFill>
                <a:latin typeface="Urbanist SemiBold"/>
              </a:rPr>
              <a:t>43 of 43</a:t>
            </a:r>
          </a:p>
          <a:p>
            <a:pPr algn="l">
              <a:spcBef>
                <a:spcPts val="0"/>
              </a:spcBef>
              <a:spcAft>
                <a:spcPts val="600"/>
              </a:spcAft>
            </a:pPr>
            <a:r>
              <a:rPr sz="1700" b="0">
                <a:solidFill>
                  <a:srgbClr val="FFFFFF"/>
                </a:solidFill>
                <a:latin typeface="Urbanist SemiBold"/>
              </a:rPr>
              <a:t>Guard mutants killed in the TCB and QE checks</a:t>
            </a:r>
          </a:p>
          <a:p>
            <a:pPr algn="l">
              <a:spcBef>
                <a:spcPts val="0"/>
              </a:spcBef>
              <a:spcAft>
                <a:spcPts val="0"/>
              </a:spcAft>
            </a:pPr>
            <a:r>
              <a:rPr sz="1400" b="0">
                <a:solidFill>
                  <a:srgbClr val="FFFFFF"/>
                </a:solidFill>
                <a:latin typeface="Urbanist Medium"/>
              </a:rPr>
              <a:t>The verifier crate checks Intel's signed TCB Info, QE Identity and revocation lists on collateral fetched from Intel PCS.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2,371,819 gas by cast estimate on chain 46630 (docs/ENGINEERING.md); verifier/MUTATIONS.md; strategy commitment: agent/src/strategy.ts, agent-cvm/deployments/2026-10-24.json, registerAgent tx 0x5fdc4acb...965c.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351 tests and 122 killed mutants guard the follower's account</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351</a:t>
            </a:r>
          </a:p>
          <a:p>
            <a:pPr algn="l">
              <a:spcBef>
                <a:spcPts val="0"/>
              </a:spcBef>
              <a:spcAft>
                <a:spcPts val="0"/>
              </a:spcAft>
            </a:pPr>
            <a:r>
              <a:rPr sz="1200" b="0">
                <a:solidFill>
                  <a:srgbClr val="FFFFFF"/>
                </a:solidFill>
                <a:latin typeface="Urbanist Medium"/>
              </a:rPr>
              <a:t>forge tests, 25 suites</a:t>
            </a:r>
          </a:p>
        </p:txBody>
      </p:sp>
      <p:sp>
        <p:nvSpPr>
          <p:cNvPr id="502" name="Rectangle 501"/>
          <p:cNvSpPr/>
          <p:nvPr/>
        </p:nvSpPr>
        <p:spPr>
          <a:xfrm>
            <a:off x="2450591"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122 / 123</a:t>
            </a:r>
          </a:p>
          <a:p>
            <a:pPr algn="l">
              <a:spcBef>
                <a:spcPts val="0"/>
              </a:spcBef>
              <a:spcAft>
                <a:spcPts val="0"/>
              </a:spcAft>
            </a:pPr>
            <a:r>
              <a:rPr sz="1200" b="0">
                <a:solidFill>
                  <a:srgbClr val="FFFFFF"/>
                </a:solidFill>
                <a:latin typeface="Urbanist Medium"/>
              </a:rPr>
              <a:t>AgentAccount guard mutants killed</a:t>
            </a:r>
          </a:p>
        </p:txBody>
      </p:sp>
      <p:sp>
        <p:nvSpPr>
          <p:cNvPr id="503" name="Rectangle 502"/>
          <p:cNvSpPr/>
          <p:nvPr/>
        </p:nvSpPr>
        <p:spPr>
          <a:xfrm>
            <a:off x="4626864"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31 / 31</a:t>
            </a:r>
          </a:p>
          <a:p>
            <a:pPr algn="l">
              <a:spcBef>
                <a:spcPts val="0"/>
              </a:spcBef>
              <a:spcAft>
                <a:spcPts val="0"/>
              </a:spcAft>
            </a:pPr>
            <a:r>
              <a:rPr sz="1200" b="0">
                <a:solidFill>
                  <a:srgbClr val="FFFFFF"/>
                </a:solidFill>
                <a:latin typeface="Urbanist Medium"/>
              </a:rPr>
              <a:t>Assay gate guards killed</a:t>
            </a:r>
          </a:p>
        </p:txBody>
      </p:sp>
      <p:sp>
        <p:nvSpPr>
          <p:cNvPr id="504" name="Rectangle 503"/>
          <p:cNvSpPr/>
          <p:nvPr/>
        </p:nvSpPr>
        <p:spPr>
          <a:xfrm>
            <a:off x="6803136" y="1280160"/>
            <a:ext cx="2084831" cy="10972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l">
              <a:spcBef>
                <a:spcPts val="0"/>
              </a:spcBef>
              <a:spcAft>
                <a:spcPts val="200"/>
              </a:spcAft>
            </a:pPr>
            <a:r>
              <a:rPr sz="3000" b="0">
                <a:solidFill>
                  <a:srgbClr val="D4FF00"/>
                </a:solidFill>
                <a:latin typeface="Urbanist SemiBold"/>
              </a:rPr>
              <a:t>85</a:t>
            </a:r>
          </a:p>
          <a:p>
            <a:pPr algn="l">
              <a:spcBef>
                <a:spcPts val="0"/>
              </a:spcBef>
              <a:spcAft>
                <a:spcPts val="0"/>
              </a:spcAft>
            </a:pPr>
            <a:r>
              <a:rPr sz="1200" b="0">
                <a:solidFill>
                  <a:srgbClr val="FFFFFF"/>
                </a:solidFill>
                <a:latin typeface="Urbanist Medium"/>
              </a:rPr>
              <a:t>Rust tests across both verifiers</a:t>
            </a:r>
          </a:p>
        </p:txBody>
      </p:sp>
      <p:sp>
        <p:nvSpPr>
          <p:cNvPr id="505" name="Rectangle 504"/>
          <p:cNvSpPr/>
          <p:nvPr/>
        </p:nvSpPr>
        <p:spPr>
          <a:xfrm>
            <a:off x="27432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ROLES</a:t>
            </a:r>
          </a:p>
          <a:p>
            <a:pPr algn="l">
              <a:spcBef>
                <a:spcPts val="0"/>
              </a:spcBef>
              <a:spcAft>
                <a:spcPts val="300"/>
              </a:spcAft>
            </a:pPr>
            <a:r>
              <a:rPr sz="1300" b="0">
                <a:solidFill>
                  <a:srgbClr val="FFFFFF"/>
                </a:solidFill>
                <a:latin typeface="Urbanist SemiBold"/>
              </a:rPr>
              <a:t>Owner (follower): </a:t>
            </a:r>
            <a:r>
              <a:rPr sz="1300" b="0">
                <a:solidFill>
                  <a:srgbClr val="FFFFFF"/>
                </a:solidFill>
                <a:latin typeface="Urbanist Medium"/>
              </a:rPr>
              <a:t>approves a measurement, sets caps, pools and the model pin, pauses, revokes, withdraws. Two-step ownership.</a:t>
            </a:r>
          </a:p>
          <a:p>
            <a:pPr algn="l">
              <a:spcBef>
                <a:spcPts val="0"/>
              </a:spcBef>
              <a:spcAft>
                <a:spcPts val="300"/>
              </a:spcAft>
            </a:pPr>
            <a:r>
              <a:rPr sz="1300" b="0">
                <a:solidFill>
                  <a:srgbClr val="FFFFFF"/>
                </a:solidFill>
                <a:latin typeface="Urbanist SemiBold"/>
              </a:rPr>
              <a:t>Agent key: </a:t>
            </a:r>
            <a:r>
              <a:rPr sz="1300" b="0">
                <a:solidFill>
                  <a:srgbClr val="FFFFFF"/>
                </a:solidFill>
                <a:latin typeface="Urbanist Medium"/>
              </a:rPr>
              <a:t>calls execute with a receipt. Can never become owner.</a:t>
            </a:r>
          </a:p>
          <a:p>
            <a:pPr algn="l">
              <a:spcBef>
                <a:spcPts val="0"/>
              </a:spcBef>
              <a:spcAft>
                <a:spcPts val="0"/>
              </a:spcAft>
            </a:pPr>
            <a:r>
              <a:rPr sz="1300" b="0">
                <a:solidFill>
                  <a:srgbClr val="FFFFFF"/>
                </a:solidFill>
                <a:latin typeface="Urbanist SemiBold"/>
              </a:rPr>
              <a:t>Stylus verifiers: </a:t>
            </a:r>
            <a:r>
              <a:rPr sz="1300" b="0">
                <a:solidFill>
                  <a:srgbClr val="FFFFFF"/>
                </a:solidFill>
                <a:latin typeface="Urbanist Medium"/>
              </a:rPr>
              <a:t>admit the key, check the receipt.</a:t>
            </a:r>
          </a:p>
        </p:txBody>
      </p:sp>
      <p:sp>
        <p:nvSpPr>
          <p:cNvPr id="506" name="Rectangle 505"/>
          <p:cNvSpPr/>
          <p:nvPr/>
        </p:nvSpPr>
        <p:spPr>
          <a:xfrm>
            <a:off x="4663440" y="2514600"/>
            <a:ext cx="4206240" cy="173736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300"/>
              </a:spcAft>
            </a:pPr>
            <a:r>
              <a:rPr sz="1300" b="0">
                <a:solidFill>
                  <a:srgbClr val="D4FF00"/>
                </a:solidFill>
                <a:latin typeface="Urbanist SemiBold"/>
              </a:rPr>
              <a:t>GUARDS ENFORCED IN THE SWAP</a:t>
            </a:r>
          </a:p>
          <a:p>
            <a:pPr algn="l">
              <a:spcBef>
                <a:spcPts val="0"/>
              </a:spcBef>
              <a:spcAft>
                <a:spcPts val="300"/>
              </a:spcAft>
            </a:pPr>
            <a:r>
              <a:rPr sz="1300" b="0">
                <a:solidFill>
                  <a:srgbClr val="FFFFFF"/>
                </a:solidFill>
                <a:latin typeface="Urbanist Medium"/>
              </a:rPr>
              <a:t>Per-trade cap, rolling 24-hour cap, owner approval above a threshold</a:t>
            </a:r>
          </a:p>
          <a:p>
            <a:pPr algn="l">
              <a:spcBef>
                <a:spcPts val="0"/>
              </a:spcBef>
              <a:spcAft>
                <a:spcPts val="300"/>
              </a:spcAft>
            </a:pPr>
            <a:r>
              <a:rPr sz="1300" b="0">
                <a:solidFill>
                  <a:srgbClr val="FFFFFF"/>
                </a:solidFill>
                <a:latin typeface="Urbanist Medium"/>
              </a:rPr>
              <a:t>Canonical Uniswap v4 pools only, settled by balance delta</a:t>
            </a:r>
          </a:p>
          <a:p>
            <a:pPr algn="l">
              <a:spcBef>
                <a:spcPts val="0"/>
              </a:spcBef>
              <a:spcAft>
                <a:spcPts val="0"/>
              </a:spcAft>
            </a:pPr>
            <a:r>
              <a:rPr sz="1300" b="0">
                <a:solidFill>
                  <a:srgbClr val="FFFFFF"/>
                </a:solidFill>
                <a:latin typeface="Urbanist Medium"/>
              </a:rPr>
              <a:t>ERC-8056 corporate-action guard; unapprove revokes in the same transaction</a:t>
            </a:r>
          </a:p>
        </p:txBody>
      </p:sp>
      <p:sp>
        <p:nvSpPr>
          <p:cNvPr id="507" name="TextBox 506"/>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forge test -j 1 on the integrated tree: 351 passed, 0 failed, 25 suites (docs/test-logs/forge-test-signet-2026-10-24.log). cargo test --release: verifier 67, receipt-verifier 18. docs/SECURITY.md, docs/security/agent-account-mutations.md.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Named creators already publish returns and keep the strategy sealed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023360" cy="13716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400"/>
              </a:spcAft>
            </a:pPr>
            <a:r>
              <a:rPr sz="1500" b="0">
                <a:solidFill>
                  <a:srgbClr val="FFFFFF"/>
                </a:solidFill>
                <a:latin typeface="Urbanist SemiBold"/>
              </a:rPr>
              <a:t>“If someone shows you a PnL, but not the thinking behind it, where's the credibility?”</a:t>
            </a:r>
          </a:p>
          <a:p>
            <a:pPr algn="l">
              <a:spcBef>
                <a:spcPts val="0"/>
              </a:spcBef>
              <a:spcAft>
                <a:spcPts val="0"/>
              </a:spcAft>
            </a:pPr>
            <a:r>
              <a:rPr sz="1100" b="0">
                <a:solidFill>
                  <a:srgbClr val="D4FF00"/>
                </a:solidFill>
                <a:latin typeface="Urbanist SemiBold"/>
              </a:rPr>
              <a:t>@KillaXBT, 239,232 followers, 2025-12-08</a:t>
            </a:r>
          </a:p>
        </p:txBody>
      </p:sp>
      <p:sp>
        <p:nvSpPr>
          <p:cNvPr id="502" name="Rectangle 501"/>
          <p:cNvSpPr/>
          <p:nvPr/>
        </p:nvSpPr>
        <p:spPr>
          <a:xfrm>
            <a:off x="274320" y="2788920"/>
            <a:ext cx="4023360" cy="14630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96012" bIns="96012"/>
          <a:lstStyle/>
          <a:p>
            <a:pPr algn="l">
              <a:spcBef>
                <a:spcPts val="0"/>
              </a:spcBef>
              <a:spcAft>
                <a:spcPts val="300"/>
              </a:spcAft>
            </a:pPr>
            <a:r>
              <a:rPr sz="1300" b="0">
                <a:solidFill>
                  <a:srgbClr val="D4FF00"/>
                </a:solidFill>
                <a:latin typeface="Urbanist SemiBold"/>
              </a:rPr>
              <a:t>ARCANA</a:t>
            </a:r>
          </a:p>
          <a:p>
            <a:pPr algn="l">
              <a:spcBef>
                <a:spcPts val="0"/>
              </a:spcBef>
              <a:spcAft>
                <a:spcPts val="0"/>
              </a:spcAft>
            </a:pPr>
            <a:r>
              <a:rPr sz="1400" b="0">
                <a:solidFill>
                  <a:srgbClr val="FFFFFF"/>
                </a:solidFill>
                <a:latin typeface="Urbanist Medium"/>
              </a:rPr>
              <a:t>40 creators and 51 agents compete on Robinhood Chain. The leaderboard host we ask to add a measurement column.</a:t>
            </a:r>
          </a:p>
        </p:txBody>
      </p:sp>
      <p:sp>
        <p:nvSpPr>
          <p:cNvPr id="503" name="Rectangle 502"/>
          <p:cNvSpPr/>
          <p:nvPr/>
        </p:nvSpPr>
        <p:spPr>
          <a:xfrm>
            <a:off x="4480560" y="1280160"/>
            <a:ext cx="4389120" cy="29718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400"/>
              </a:spcAft>
            </a:pPr>
            <a:r>
              <a:rPr sz="1300" b="0">
                <a:solidFill>
                  <a:srgbClr val="D4FF00"/>
                </a:solidFill>
                <a:latin typeface="Urbanist SemiBold"/>
              </a:rPr>
              <a:t>FIRST TARGETS</a:t>
            </a:r>
          </a:p>
          <a:p>
            <a:pPr algn="l">
              <a:spcBef>
                <a:spcPts val="0"/>
              </a:spcBef>
              <a:spcAft>
                <a:spcPts val="0"/>
              </a:spcAft>
            </a:pPr>
            <a:r>
              <a:rPr sz="1400" b="0">
                <a:solidFill>
                  <a:srgbClr val="D4FF00"/>
                </a:solidFill>
                <a:latin typeface="Urbanist SemiBold"/>
              </a:rPr>
              <a:t>@DeployFinance</a:t>
            </a:r>
            <a:r>
              <a:rPr sz="1200" b="0">
                <a:solidFill>
                  <a:srgbClr val="FFFFFF"/>
                </a:solidFill>
                <a:latin typeface="Urbanist SemiBold"/>
              </a:rPr>
              <a:t>  7,295</a:t>
            </a:r>
          </a:p>
          <a:p>
            <a:pPr algn="l">
              <a:spcBef>
                <a:spcPts val="0"/>
              </a:spcBef>
              <a:spcAft>
                <a:spcPts val="500"/>
              </a:spcAft>
            </a:pPr>
            <a:r>
              <a:rPr sz="1300" b="0">
                <a:solidFill>
                  <a:srgbClr val="FFFFFF"/>
                </a:solidFill>
                <a:latin typeface="Urbanist Medium"/>
              </a:rPr>
              <a:t>$100,000 agent wallet, 70 days</a:t>
            </a:r>
          </a:p>
          <a:p>
            <a:pPr algn="l">
              <a:spcBef>
                <a:spcPts val="0"/>
              </a:spcBef>
              <a:spcAft>
                <a:spcPts val="0"/>
              </a:spcAft>
            </a:pPr>
            <a:r>
              <a:rPr sz="1400" b="0">
                <a:solidFill>
                  <a:srgbClr val="D4FF00"/>
                </a:solidFill>
                <a:latin typeface="Urbanist SemiBold"/>
              </a:rPr>
              <a:t>@GrowiHF</a:t>
            </a:r>
            <a:r>
              <a:rPr sz="1200" b="0">
                <a:solidFill>
                  <a:srgbClr val="FFFFFF"/>
                </a:solidFill>
                <a:latin typeface="Urbanist SemiBold"/>
              </a:rPr>
              <a:t>  1,592</a:t>
            </a:r>
          </a:p>
          <a:p>
            <a:pPr algn="l">
              <a:spcBef>
                <a:spcPts val="0"/>
              </a:spcBef>
              <a:spcAft>
                <a:spcPts val="500"/>
              </a:spcAft>
            </a:pPr>
            <a:r>
              <a:rPr sz="1300" b="0">
                <a:solidFill>
                  <a:srgbClr val="FFFFFF"/>
                </a:solidFill>
                <a:latin typeface="Urbanist Medium"/>
              </a:rPr>
              <a:t>vault at +$2.94M all-time PnL, strategy undisclosed</a:t>
            </a:r>
          </a:p>
          <a:p>
            <a:pPr algn="l">
              <a:spcBef>
                <a:spcPts val="0"/>
              </a:spcBef>
              <a:spcAft>
                <a:spcPts val="0"/>
              </a:spcAft>
            </a:pPr>
            <a:r>
              <a:rPr sz="1400" b="0">
                <a:solidFill>
                  <a:srgbClr val="D4FF00"/>
                </a:solidFill>
                <a:latin typeface="Urbanist SemiBold"/>
              </a:rPr>
              <a:t>@HarmonicAgents</a:t>
            </a:r>
            <a:r>
              <a:rPr sz="1200" b="0">
                <a:solidFill>
                  <a:srgbClr val="FFFFFF"/>
                </a:solidFill>
                <a:latin typeface="Urbanist SemiBold"/>
              </a:rPr>
              <a:t>  2,502</a:t>
            </a:r>
          </a:p>
          <a:p>
            <a:pPr algn="l">
              <a:spcBef>
                <a:spcPts val="0"/>
              </a:spcBef>
              <a:spcAft>
                <a:spcPts val="500"/>
              </a:spcAft>
            </a:pPr>
            <a:r>
              <a:rPr sz="1300" b="0">
                <a:solidFill>
                  <a:srgbClr val="FFFFFF"/>
                </a:solidFill>
                <a:latin typeface="Urbanist Medium"/>
              </a:rPr>
              <a:t>posts Stock Token pool volume</a:t>
            </a:r>
          </a:p>
          <a:p>
            <a:pPr algn="l">
              <a:spcBef>
                <a:spcPts val="0"/>
              </a:spcBef>
              <a:spcAft>
                <a:spcPts val="0"/>
              </a:spcAft>
            </a:pPr>
            <a:r>
              <a:rPr sz="1400" b="0">
                <a:solidFill>
                  <a:srgbClr val="D4FF00"/>
                </a:solidFill>
                <a:latin typeface="Urbanist SemiBold"/>
              </a:rPr>
              <a:t>@OxSimpleFarmer</a:t>
            </a:r>
            <a:r>
              <a:rPr sz="1200" b="0">
                <a:solidFill>
                  <a:srgbClr val="FFFFFF"/>
                </a:solidFill>
                <a:latin typeface="Urbanist SemiBold"/>
              </a:rPr>
              <a:t>  28,443</a:t>
            </a:r>
          </a:p>
          <a:p>
            <a:pPr algn="l">
              <a:spcBef>
                <a:spcPts val="0"/>
              </a:spcBef>
              <a:spcAft>
                <a:spcPts val="500"/>
              </a:spcAft>
            </a:pPr>
            <a:r>
              <a:rPr sz="1300" b="0">
                <a:solidFill>
                  <a:srgbClr val="FFFFFF"/>
                </a:solidFill>
                <a:latin typeface="Urbanist Medium"/>
              </a:rPr>
              <a:t>Stock Token LP bots, 5-15% APY claimed</a:t>
            </a:r>
          </a:p>
          <a:p>
            <a:pPr algn="l">
              <a:spcBef>
                <a:spcPts val="0"/>
              </a:spcBef>
              <a:spcAft>
                <a:spcPts val="0"/>
              </a:spcAft>
            </a:pPr>
            <a:r>
              <a:rPr sz="1400" b="0">
                <a:solidFill>
                  <a:srgbClr val="D4FF00"/>
                </a:solidFill>
                <a:latin typeface="Urbanist SemiBold"/>
              </a:rPr>
              <a:t>@senpi_ai</a:t>
            </a:r>
            <a:r>
              <a:rPr sz="1200" b="0">
                <a:solidFill>
                  <a:srgbClr val="FFFFFF"/>
                </a:solidFill>
                <a:latin typeface="Urbanist SemiBold"/>
              </a:rPr>
              <a:t>  14,741</a:t>
            </a:r>
          </a:p>
          <a:p>
            <a:pPr algn="l">
              <a:spcBef>
                <a:spcPts val="0"/>
              </a:spcBef>
              <a:spcAft>
                <a:spcPts val="500"/>
              </a:spcAft>
            </a:pPr>
            <a:r>
              <a:rPr sz="1300" b="0">
                <a:solidFill>
                  <a:srgbClr val="FFFFFF"/>
                </a:solidFill>
                <a:latin typeface="Urbanist Medium"/>
              </a:rPr>
              <a:t>114 strategy templates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gtm/USERS.md rows 1, 2, 3, 8, 10, 13 (followers per fxtwitter 2026-10-24; arcana-arena.com block 95,182,673; Hyperliquid vaultDetails 2026-10-24); quote gtm/signals.md row 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Creators earn on new profit. Followers pay for the code they approved.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CREATOR PERFORMANCE FEE</a:t>
            </a:r>
          </a:p>
          <a:p>
            <a:pPr algn="l">
              <a:spcBef>
                <a:spcPts val="0"/>
              </a:spcBef>
              <a:spcAft>
                <a:spcPts val="0"/>
              </a:spcAft>
            </a:pPr>
            <a:r>
              <a:rPr sz="2000" b="0">
                <a:solidFill>
                  <a:srgbClr val="FFFFFF"/>
                </a:solidFill>
                <a:latin typeface="Urbanist SemiBold"/>
              </a:rPr>
              <a:t>A share of profit above the follower's high-water mark, so a creator is paid only for new profit.</a:t>
            </a:r>
          </a:p>
        </p:txBody>
      </p:sp>
      <p:sp>
        <p:nvSpPr>
          <p:cNvPr id="502" name="Rectangle 501"/>
          <p:cNvSpPr/>
          <p:nvPr/>
        </p:nvSpPr>
        <p:spPr>
          <a:xfrm>
            <a:off x="4663440" y="1280160"/>
            <a:ext cx="4206240" cy="169164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spcBef>
                <a:spcPts val="0"/>
              </a:spcBef>
              <a:spcAft>
                <a:spcPts val="300"/>
              </a:spcAft>
            </a:pPr>
            <a:r>
              <a:rPr sz="1300" b="0">
                <a:solidFill>
                  <a:srgbClr val="D4FF00"/>
                </a:solidFill>
                <a:latin typeface="Urbanist SemiBold"/>
              </a:rPr>
              <a:t>FOLLOWER SUBSCRIPTION</a:t>
            </a:r>
          </a:p>
          <a:p>
            <a:pPr algn="l">
              <a:spcBef>
                <a:spcPts val="0"/>
              </a:spcBef>
              <a:spcAft>
                <a:spcPts val="0"/>
              </a:spcAft>
            </a:pPr>
            <a:r>
              <a:rPr sz="2000" b="0">
                <a:solidFill>
                  <a:srgbClr val="FFFFFF"/>
                </a:solidFill>
                <a:latin typeface="Urbanist SemiBold"/>
              </a:rPr>
              <a:t>A flat monthly fee for an agent whose measurement the follower admitted.</a:t>
            </a:r>
          </a:p>
        </p:txBody>
      </p:sp>
      <p:sp>
        <p:nvSpPr>
          <p:cNvPr id="503" name="Rectangle 502"/>
          <p:cNvSpPr/>
          <p:nvPr/>
        </p:nvSpPr>
        <p:spPr>
          <a:xfrm>
            <a:off x="274320" y="3108960"/>
            <a:ext cx="8595360" cy="114300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spcBef>
                <a:spcPts val="0"/>
              </a:spcBef>
              <a:spcAft>
                <a:spcPts val="0"/>
              </a:spcAft>
            </a:pPr>
            <a:r>
              <a:rPr sz="1800" b="0">
                <a:solidFill>
                  <a:srgbClr val="D4FF00"/>
                </a:solidFill>
                <a:latin typeface="Urbanist SemiBold"/>
              </a:rPr>
              <a:t>Signet takes a share of each fee. </a:t>
            </a:r>
            <a:r>
              <a:rPr sz="1700" b="0">
                <a:solidFill>
                  <a:srgbClr val="FFFFFF"/>
                </a:solidFill>
                <a:latin typeface="Urbanist Medium"/>
              </a:rPr>
              <a:t>The audience already sits in public-PnL venues: Hyperliquid lists 9,478 vaults and $405,600,393 of TVL, and none can say which code trades.</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 stats-data.hyperliquid.xyz/Mainnet/vaults, read 2026-10-24 (gtm/COMPETITORS.md section 2). Fee terms are the business model; the account enforces which code may trade.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Others prove the number or the platform. Signet proves the workload.</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graphicFrame>
        <p:nvGraphicFramePr>
          <p:cNvPr id="501" name="Table 500"/>
          <p:cNvGraphicFramePr>
            <a:graphicFrameLocks noGrp="1"/>
          </p:cNvGraphicFramePr>
          <p:nvPr/>
        </p:nvGraphicFramePr>
        <p:xfrm>
          <a:off x="274320" y="1234440"/>
          <a:ext cx="8595360" cy="2999232"/>
        </p:xfrm>
        <a:graphic>
          <a:graphicData uri="http://schemas.openxmlformats.org/drawingml/2006/table">
            <a:tbl>
              <a:tblPr firstRow="0" bandRow="0"/>
              <a:tblGrid>
                <a:gridCol w="1737360"/>
                <a:gridCol w="3657600"/>
                <a:gridCol w="3200400"/>
              </a:tblGrid>
              <a:tr h="310896">
                <a:tc>
                  <a:txBody>
                    <a:bodyPr wrap="square"/>
                    <a:lstStyle/>
                    <a:p>
                      <a:r>
                        <a:rPr sz="1300" b="0">
                          <a:solidFill>
                            <a:srgbClr val="00125F"/>
                          </a:solidFill>
                          <a:latin typeface="Urbanist SemiBold"/>
                        </a:rPr>
                        <a:t>Product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proves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c>
                  <a:txBody>
                    <a:bodyPr wrap="square"/>
                    <a:lstStyle/>
                    <a:p>
                      <a:r>
                        <a:rPr sz="1300" b="0">
                          <a:solidFill>
                            <a:srgbClr val="00125F"/>
                          </a:solidFill>
                          <a:latin typeface="Urbanist SemiBold"/>
                        </a:rPr>
                        <a:t>What it leaves open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D4FF00"/>
                    </a:solidFill>
                  </a:tcPr>
                </a:tc>
              </a:tr>
              <a:tr h="384048">
                <a:tc>
                  <a:txBody>
                    <a:bodyPr wrap="square"/>
                    <a:lstStyle/>
                    <a:p>
                      <a:r>
                        <a:rPr sz="1400" b="0">
                          <a:solidFill>
                            <a:srgbClr val="D4FF00"/>
                          </a:solidFill>
                          <a:latin typeface="Urbanist SemiBold"/>
                        </a:rPr>
                        <a:t>ARCANA</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Decisions were not edited after the fact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ran. The platform holds keys and prompts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Hyperliquid vaults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PnL and TVL, on chain</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code or model trades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Robinhood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Limits and approvals on the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agent code is trading</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Knidos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ZK proof that trades fit approved parameters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Which model decided</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Automata DCAP</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TDX quotes verify on chain (~4M gas, per its README)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No trading account and no trade bound to a measurement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Phala agents</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A workload ran in a TDX VM</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c>
                  <a:txBody>
                    <a:bodyPr wrap="square"/>
                    <a:lstStyle/>
                    <a:p>
                      <a:r>
                        <a:rPr sz="1200" b="0">
                          <a:solidFill>
                            <a:srgbClr val="FFFFFF"/>
                          </a:solidFill>
                          <a:latin typeface="Urbanist Medium"/>
                        </a:rPr>
                        <a:t>Any account that refuses other code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125F"/>
                    </a:solidFill>
                  </a:tcPr>
                </a:tc>
              </a:tr>
              <a:tr h="384048">
                <a:tc>
                  <a:txBody>
                    <a:bodyPr wrap="square"/>
                    <a:lstStyle/>
                    <a:p>
                      <a:r>
                        <a:rPr sz="1400" b="0">
                          <a:solidFill>
                            <a:srgbClr val="D4FF00"/>
                          </a:solidFill>
                          <a:latin typeface="Urbanist SemiBold"/>
                        </a:rPr>
                        <a:t>Signet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The measurement and model behind every trade, enforced by the follower's account</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c>
                  <a:txBody>
                    <a:bodyPr wrap="square"/>
                    <a:lstStyle/>
                    <a:p>
                      <a:r>
                        <a:rPr sz="1200" b="0">
                          <a:solidFill>
                            <a:srgbClr val="FFFFFF"/>
                          </a:solidFill>
                          <a:latin typeface="Urbanist SemiBold"/>
                        </a:rPr>
                        <a:t>Prompt and strategy stay in the enclave</a:t>
                      </a:r>
                    </a:p>
                  </a:txBody>
                  <a:tcPr anchor="ctr" marL="91440" marR="91440" marT="27432" marB="27432">
                    <a:lnL w="12700">
                      <a:solidFill>
                        <a:srgbClr val="D4FF00"/>
                      </a:solidFill>
                    </a:lnL>
                    <a:lnR w="12700">
                      <a:solidFill>
                        <a:srgbClr val="D4FF00"/>
                      </a:solidFill>
                    </a:lnR>
                    <a:lnT w="12700">
                      <a:solidFill>
                        <a:srgbClr val="D4FF00"/>
                      </a:solidFill>
                    </a:lnT>
                    <a:lnB w="12700">
                      <a:solidFill>
                        <a:srgbClr val="D4FF00"/>
                      </a:solidFill>
                    </a:lnB>
                    <a:solidFill>
                      <a:srgbClr val="000000"/>
                    </a:solidFill>
                  </a:tcPr>
                </a:tc>
              </a:tr>
            </a:tbl>
          </a:graphicData>
        </a:graphic>
      </p:graphicFrame>
      <p:sp>
        <p:nvSpPr>
          <p:cNvPr id="502" name="TextBox 501"/>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gtm/COMPETITORS.md (arcana-arena.com docs read 2026-10-24; Hyperliquid stats API; Robinhood newsroom 2026-09-29; knidos.xyz; Phala 2025 report); Automata: github.com/automata-network/automata-dcap-attestation README.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Five named creators, one receipt, one message</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76809" bIns="76809"/>
          <a:lstStyle/>
          <a:p>
            <a:pPr algn="ctr">
              <a:spcBef>
                <a:spcPts val="0"/>
              </a:spcBef>
              <a:spcAft>
                <a:spcPts val="0"/>
              </a:spcAft>
            </a:pPr>
            <a:r>
              <a:rPr sz="2200" b="0">
                <a:solidFill>
                  <a:srgbClr val="D4FF00"/>
                </a:solidFill>
                <a:latin typeface="Urbanist SemiBold"/>
              </a:rPr>
              <a:t>“Your next record can be a measurement, not a screenshot.”</a:t>
            </a:r>
          </a:p>
        </p:txBody>
      </p:sp>
      <p:sp>
        <p:nvSpPr>
          <p:cNvPr id="502" name="Rectangle 501"/>
          <p:cNvSpPr/>
          <p:nvPr/>
        </p:nvSpPr>
        <p:spPr>
          <a:xfrm>
            <a:off x="27432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FIRST AUDIENCE</a:t>
            </a:r>
          </a:p>
          <a:p>
            <a:pPr algn="l">
              <a:spcBef>
                <a:spcPts val="0"/>
              </a:spcBef>
              <a:spcAft>
                <a:spcPts val="0"/>
              </a:spcAft>
            </a:pPr>
            <a:r>
              <a:rPr sz="1400" b="0">
                <a:solidFill>
                  <a:srgbClr val="FFFFFF"/>
                </a:solidFill>
                <a:latin typeface="Urbanist Medium"/>
              </a:rPr>
              <a:t>40 creators and 51 agents on ARCANA's Season 2 US Equities board</a:t>
            </a:r>
          </a:p>
        </p:txBody>
      </p:sp>
      <p:sp>
        <p:nvSpPr>
          <p:cNvPr id="503" name="Rectangle 502"/>
          <p:cNvSpPr/>
          <p:nvPr/>
        </p:nvSpPr>
        <p:spPr>
          <a:xfrm>
            <a:off x="320040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THREE CHANNELS</a:t>
            </a:r>
          </a:p>
          <a:p>
            <a:pPr algn="l">
              <a:spcBef>
                <a:spcPts val="0"/>
              </a:spcBef>
              <a:spcAft>
                <a:spcPts val="0"/>
              </a:spcAft>
            </a:pPr>
            <a:r>
              <a:rPr sz="1200" b="0">
                <a:solidFill>
                  <a:srgbClr val="FFFFFF"/>
                </a:solidFill>
                <a:latin typeface="Urbanist Medium"/>
              </a:rPr>
              <a:t>Direct DMs with the TSLA receipt attached. Leaderboard hosts add a measurement column. Builder channels at Robinhood Chain, Arbitrum, Phala.</a:t>
            </a:r>
          </a:p>
        </p:txBody>
      </p:sp>
      <p:sp>
        <p:nvSpPr>
          <p:cNvPr id="504" name="Rectangle 503"/>
          <p:cNvSpPr/>
          <p:nvPr/>
        </p:nvSpPr>
        <p:spPr>
          <a:xfrm>
            <a:off x="6126480" y="2148840"/>
            <a:ext cx="2743200" cy="13258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89611" bIns="89611"/>
          <a:lstStyle/>
          <a:p>
            <a:pPr algn="l">
              <a:spcBef>
                <a:spcPts val="0"/>
              </a:spcBef>
              <a:spcAft>
                <a:spcPts val="200"/>
              </a:spcAft>
            </a:pPr>
            <a:r>
              <a:rPr sz="1200" b="0">
                <a:solidFill>
                  <a:srgbClr val="D4FF00"/>
                </a:solidFill>
                <a:latin typeface="Urbanist SemiBold"/>
              </a:rPr>
              <a:t>THE INTRO THAT HELPS</a:t>
            </a:r>
          </a:p>
          <a:p>
            <a:pPr algn="l">
              <a:spcBef>
                <a:spcPts val="0"/>
              </a:spcBef>
              <a:spcAft>
                <a:spcPts val="0"/>
              </a:spcAft>
            </a:pPr>
            <a:r>
              <a:rPr sz="1300" b="0">
                <a:solidFill>
                  <a:srgbClr val="FFFFFF"/>
                </a:solidFill>
                <a:latin typeface="Urbanist Medium"/>
              </a:rPr>
              <a:t>Gaetan Thabot, Robinhood Chain partnerships. Ben Greenberg, Arbitrum Foundation DevRel.</a:t>
            </a:r>
          </a:p>
        </p:txBody>
      </p:sp>
      <p:sp>
        <p:nvSpPr>
          <p:cNvPr id="505" name="Rectangle 504"/>
          <p:cNvSpPr/>
          <p:nvPr/>
        </p:nvSpPr>
        <p:spPr>
          <a:xfrm>
            <a:off x="274320" y="3611880"/>
            <a:ext cx="8595360" cy="64008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89611" bIns="89611"/>
          <a:lstStyle/>
          <a:p>
            <a:pPr algn="l">
              <a:spcBef>
                <a:spcPts val="0"/>
              </a:spcBef>
              <a:spcAft>
                <a:spcPts val="0"/>
              </a:spcAft>
            </a:pPr>
            <a:r>
              <a:rPr sz="1400" b="0">
                <a:solidFill>
                  <a:srgbClr val="D4FF00"/>
                </a:solidFill>
                <a:latin typeface="Urbanist SemiBold"/>
              </a:rPr>
              <a:t>Proof first: </a:t>
            </a:r>
            <a:r>
              <a:rPr sz="1400" b="0">
                <a:solidFill>
                  <a:srgbClr val="FFFFFF"/>
                </a:solidFill>
                <a:latin typeface="Urbanist Medium"/>
              </a:rPr>
              <a:t>30 days of Stock Token trades from an outside creator, one measurement on every event.</a:t>
            </a:r>
          </a:p>
        </p:txBody>
      </p:sp>
      <p:sp>
        <p:nvSpPr>
          <p:cNvPr id="506" name="TextBox 505"/>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arcana-arena.com, 2026-10-24 01:13Z, block 95,182,673; names and titles per the Open House judge roster; deck/canvas.html GTM canvas.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4320" y="182880"/>
            <a:ext cx="8595360" cy="960120"/>
          </a:xfrm>
        </p:spPr>
        <p:txBody>
          <a:bodyPr wrap="square" anchor="ctr" lIns="45720" rIns="45720" tIns="32003" bIns="32003"/>
          <a:lstStyle/>
          <a:p>
            <a:pPr algn="l">
              <a:spcBef>
                <a:spcPts val="0"/>
              </a:spcBef>
              <a:spcAft>
                <a:spcPts val="0"/>
              </a:spcAft>
            </a:pPr>
            <a:r>
              <a:rPr sz="2800" b="0">
                <a:solidFill>
                  <a:srgbClr val="D4FF00"/>
                </a:solidFill>
                <a:latin typeface="Urbanist SemiBold"/>
              </a:rPr>
              <a:t>The ask: introductions now, milestone funding to put five creators on chain</a:t>
            </a:r>
          </a:p>
        </p:txBody>
      </p:sp>
      <p:sp>
        <p:nvSpPr>
          <p:cNvPr id="497" name="Google Shape;497;p45"/>
          <p:cNvSpPr txBox="1"/>
          <p:nvPr>
            <p:ph idx="7"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t>Open House Singapore</a:t>
            </a:r>
            <a:endParaRPr/>
          </a:p>
        </p:txBody>
      </p:sp>
      <p:sp>
        <p:nvSpPr>
          <p:cNvPr id="500" name="Google Shape;500;p45"/>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01" name="Rectangle 500"/>
          <p:cNvSpPr/>
          <p:nvPr/>
        </p:nvSpPr>
        <p:spPr>
          <a:xfrm>
            <a:off x="274320" y="1280160"/>
            <a:ext cx="365760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300"/>
              </a:spcAft>
            </a:pPr>
            <a:r>
              <a:rPr sz="1300" b="0">
                <a:solidFill>
                  <a:srgbClr val="D4FF00"/>
                </a:solidFill>
                <a:latin typeface="Urbanist SemiBold"/>
              </a:rPr>
              <a:t>THE ASK</a:t>
            </a:r>
          </a:p>
          <a:p>
            <a:pPr algn="l">
              <a:spcBef>
                <a:spcPts val="0"/>
              </a:spcBef>
              <a:spcAft>
                <a:spcPts val="500"/>
              </a:spcAft>
            </a:pPr>
            <a:r>
              <a:rPr sz="1600" b="0">
                <a:solidFill>
                  <a:srgbClr val="FFFFFF"/>
                </a:solidFill>
                <a:latin typeface="Urbanist SemiBold"/>
              </a:rPr>
              <a:t>One introduction to Robinhood Chain partnerships</a:t>
            </a:r>
          </a:p>
          <a:p>
            <a:pPr algn="l">
              <a:spcBef>
                <a:spcPts val="0"/>
              </a:spcBef>
              <a:spcAft>
                <a:spcPts val="500"/>
              </a:spcAft>
            </a:pPr>
            <a:r>
              <a:rPr sz="1600" b="0">
                <a:solidFill>
                  <a:srgbClr val="FFFFFF"/>
                </a:solidFill>
                <a:latin typeface="Urbanist SemiBold"/>
              </a:rPr>
              <a:t>Five creators running agents in a TEE</a:t>
            </a:r>
          </a:p>
          <a:p>
            <a:pPr algn="l">
              <a:spcBef>
                <a:spcPts val="0"/>
              </a:spcBef>
              <a:spcAft>
                <a:spcPts val="0"/>
              </a:spcAft>
            </a:pPr>
            <a:r>
              <a:rPr sz="1600" b="0">
                <a:solidFill>
                  <a:srgbClr val="FFFFFF"/>
                </a:solidFill>
                <a:latin typeface="Urbanist SemiBold"/>
              </a:rPr>
              <a:t>Milestone-based funding</a:t>
            </a:r>
          </a:p>
        </p:txBody>
      </p:sp>
      <p:sp>
        <p:nvSpPr>
          <p:cNvPr id="502" name="Rectangle 501"/>
          <p:cNvSpPr/>
          <p:nvPr/>
        </p:nvSpPr>
        <p:spPr>
          <a:xfrm>
            <a:off x="4114800" y="1280160"/>
            <a:ext cx="4754880" cy="21031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102412" bIns="102412"/>
          <a:lstStyle/>
          <a:p>
            <a:pPr algn="l">
              <a:spcBef>
                <a:spcPts val="0"/>
              </a:spcBef>
              <a:spcAft>
                <a:spcPts val="400"/>
              </a:spcAft>
            </a:pPr>
            <a:r>
              <a:rPr sz="1300" b="0">
                <a:solidFill>
                  <a:srgbClr val="D4FF00"/>
                </a:solidFill>
                <a:latin typeface="Urbanist SemiBold"/>
              </a:rPr>
              <a:t>30-DAY MILESTONES</a:t>
            </a:r>
          </a:p>
          <a:p>
            <a:pPr algn="l">
              <a:spcBef>
                <a:spcPts val="0"/>
              </a:spcBef>
              <a:spcAft>
                <a:spcPts val="400"/>
              </a:spcAft>
            </a:pPr>
            <a:r>
              <a:rPr sz="1400" b="0">
                <a:solidFill>
                  <a:srgbClr val="D4FF00"/>
                </a:solidFill>
                <a:latin typeface="Urbanist SemiBold"/>
              </a:rPr>
              <a:t>Week 1  </a:t>
            </a:r>
            <a:r>
              <a:rPr sz="1400" b="0">
                <a:solidFill>
                  <a:srgbClr val="FFFFFF"/>
                </a:solidFill>
                <a:latin typeface="Urbanist Medium"/>
              </a:rPr>
              <a:t>First attested trades from the CVM whose compose pins the strategy hash</a:t>
            </a:r>
          </a:p>
          <a:p>
            <a:pPr algn="l">
              <a:spcBef>
                <a:spcPts val="0"/>
              </a:spcBef>
              <a:spcAft>
                <a:spcPts val="400"/>
              </a:spcAft>
            </a:pPr>
            <a:r>
              <a:rPr sz="1400" b="0">
                <a:solidFill>
                  <a:srgbClr val="D4FF00"/>
                </a:solidFill>
                <a:latin typeface="Urbanist SemiBold"/>
              </a:rPr>
              <a:t>Week 2  </a:t>
            </a:r>
            <a:r>
              <a:rPr sz="1400" b="0">
                <a:solidFill>
                  <a:srgbClr val="FFFFFF"/>
                </a:solidFill>
                <a:latin typeface="Urbanist Medium"/>
              </a:rPr>
              <a:t>Verifier with TCB, QE and revocation checks, tested on Intel PCS collateral, submitted for 46630</a:t>
            </a:r>
          </a:p>
          <a:p>
            <a:pPr algn="l">
              <a:spcBef>
                <a:spcPts val="0"/>
              </a:spcBef>
              <a:spcAft>
                <a:spcPts val="400"/>
              </a:spcAft>
            </a:pPr>
            <a:r>
              <a:rPr sz="1400" b="0">
                <a:solidFill>
                  <a:srgbClr val="D4FF00"/>
                </a:solidFill>
                <a:latin typeface="Urbanist SemiBold"/>
              </a:rPr>
              <a:t>Week 3  </a:t>
            </a:r>
            <a:r>
              <a:rPr sz="1400" b="0">
                <a:solidFill>
                  <a:srgbClr val="FFFFFF"/>
                </a:solidFill>
                <a:latin typeface="Urbanist Medium"/>
              </a:rPr>
              <a:t>Mainnet 4663 deployment from the runbook</a:t>
            </a:r>
          </a:p>
          <a:p>
            <a:pPr algn="l">
              <a:spcBef>
                <a:spcPts val="0"/>
              </a:spcBef>
              <a:spcAft>
                <a:spcPts val="400"/>
              </a:spcAft>
            </a:pPr>
            <a:r>
              <a:rPr sz="1400" b="0">
                <a:solidFill>
                  <a:srgbClr val="D4FF00"/>
                </a:solidFill>
                <a:latin typeface="Urbanist SemiBold"/>
              </a:rPr>
              <a:t>Week 4  </a:t>
            </a:r>
            <a:r>
              <a:rPr sz="1400" b="0">
                <a:solidFill>
                  <a:srgbClr val="FFFFFF"/>
                </a:solidFill>
                <a:latin typeface="Urbanist Medium"/>
              </a:rPr>
              <a:t>Five creators admitted, first trades naming one measurement each</a:t>
            </a:r>
          </a:p>
        </p:txBody>
      </p:sp>
      <p:sp>
        <p:nvSpPr>
          <p:cNvPr id="503" name="Rectangle 502"/>
          <p:cNvSpPr/>
          <p:nvPr/>
        </p:nvSpPr>
        <p:spPr>
          <a:xfrm>
            <a:off x="274320" y="3520440"/>
            <a:ext cx="8595360" cy="731520"/>
          </a:xfrm>
          <a:prstGeom prst="rect">
            <a:avLst/>
          </a:prstGeom>
          <a:solidFill>
            <a:srgbClr val="00125F"/>
          </a:solidFill>
          <a:ln w="19050">
            <a:solidFill>
              <a:srgbClr val="D4F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102412" bIns="102412"/>
          <a:lstStyle/>
          <a:p>
            <a:pPr algn="l">
              <a:spcBef>
                <a:spcPts val="0"/>
              </a:spcBef>
              <a:spcAft>
                <a:spcPts val="300"/>
              </a:spcAft>
            </a:pPr>
            <a:r>
              <a:rPr sz="1500" b="0">
                <a:solidFill>
                  <a:srgbClr val="D4FF00"/>
                </a:solidFill>
                <a:latin typeface="Urbanist SemiBold"/>
              </a:rPr>
              <a:t>Team: </a:t>
            </a:r>
            <a:r>
              <a:rPr sz="1500" b="0">
                <a:solidFill>
                  <a:srgbClr val="FFFFFF"/>
                </a:solidFill>
                <a:latin typeface="Urbanist Medium"/>
              </a:rPr>
              <a:t>aarav1656 and pranjalcodesinw3, builders of every layer from the Stylus verifiers to the app.</a:t>
            </a:r>
          </a:p>
          <a:p>
            <a:pPr algn="l">
              <a:spcBef>
                <a:spcPts val="0"/>
              </a:spcBef>
              <a:spcAft>
                <a:spcPts val="0"/>
              </a:spcAft>
            </a:pPr>
            <a:r>
              <a:rPr sz="1500" b="0">
                <a:solidFill>
                  <a:srgbClr val="FFFFFF"/>
                </a:solidFill>
                <a:latin typeface="Urbanist SemiBold"/>
              </a:rPr>
              <a:t>Check the TSLA trade yourself: </a:t>
            </a:r>
            <a:r>
              <a:rPr sz="1500" b="0">
                <a:solidFill>
                  <a:srgbClr val="D4FF00"/>
                </a:solidFill>
                <a:latin typeface="Urbanist SemiBold"/>
                <a:hlinkClick r:id="rId2"/>
              </a:rPr>
              <a:t>tx 0x0023f359…3b03 on the explorer</a:t>
            </a:r>
          </a:p>
        </p:txBody>
      </p:sp>
      <p:sp>
        <p:nvSpPr>
          <p:cNvPr id="504" name="TextBox 503"/>
          <p:cNvSpPr txBox="1"/>
          <p:nvPr/>
        </p:nvSpPr>
        <p:spPr>
          <a:xfrm>
            <a:off x="274320" y="4334256"/>
            <a:ext cx="8595360" cy="329184"/>
          </a:xfrm>
          <a:prstGeom prst="rect">
            <a:avLst/>
          </a:prstGeom>
          <a:noFill/>
        </p:spPr>
        <p:txBody>
          <a:bodyPr wrap="square" anchor="ctr" lIns="18288" rIns="18288" tIns="12801" bIns="12801">
            <a:spAutoFit/>
          </a:bodyPr>
          <a:lstStyle/>
          <a:p>
            <a:pPr algn="l">
              <a:spcBef>
                <a:spcPts val="0"/>
              </a:spcBef>
              <a:spcAft>
                <a:spcPts val="0"/>
              </a:spcAft>
            </a:pPr>
            <a:r>
              <a:rPr sz="900" b="0">
                <a:solidFill>
                  <a:srgbClr val="00125F"/>
                </a:solidFill>
                <a:latin typeface="Urbanist SemiBold"/>
              </a:rPr>
              <a:t>Sources: github.com/pranjalcodesinw3/chiron commit history; docs/mainnet-runbook.md; milestones follow the Proof You Need First box of the GTM canvas.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24" name="Google Shape;524;p47"/>
          <p:cNvSpPr txBox="1"/>
          <p:nvPr>
            <p:ph idx="13" type="subTitle"/>
          </p:nvPr>
        </p:nvSpPr>
        <p:spPr>
          <a:xfrm>
            <a:off x="3154650" y="4675975"/>
            <a:ext cx="2835000" cy="466800"/>
          </a:xfrm>
          <a:prstGeom prst="rect">
            <a:avLst/>
          </a:prstGeom>
        </p:spPr>
        <p:txBody>
          <a:bodyPr anchorCtr="0" anchor="ctr" bIns="0" lIns="0" spcFirstLastPara="1" rIns="0" wrap="square" tIns="0">
            <a:noAutofit/>
          </a:bodyPr>
          <a:lstStyle/>
          <a:p>
            <a:pPr indent="0" lvl="0" marL="0" rtl="0" algn="ctr">
              <a:spcBef>
                <a:spcPts val="0"/>
              </a:spcBef>
              <a:spcAft>
                <a:spcPts val="0"/>
              </a:spcAft>
              <a:buNone/>
            </a:pPr>
            <a:r>
              <a:rPr lang="en">
                <a:solidFill>
                  <a:schemeClr val="lt1"/>
                </a:solidFill>
              </a:rPr>
              <a:t>Open House Singapore</a:t>
            </a:r>
            <a:endParaRPr/>
          </a:p>
        </p:txBody>
      </p:sp>
      <p:sp>
        <p:nvSpPr>
          <p:cNvPr id="525" name="Google Shape;525;p47"/>
          <p:cNvSpPr txBox="1"/>
          <p:nvPr>
            <p:ph idx="1" type="subTitle"/>
          </p:nvPr>
        </p:nvSpPr>
        <p:spPr>
          <a:xfrm>
            <a:off x="6859200" y="4683725"/>
            <a:ext cx="2056500" cy="228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a:t/>
            </a:r>
            <a:endParaRPr/>
          </a:p>
        </p:txBody>
      </p:sp>
      <p:sp>
        <p:nvSpPr>
          <p:cNvPr id="526" name="Google Shape;526;p47"/>
          <p:cNvSpPr txBox="1"/>
          <p:nvPr>
            <p:ph idx="2" type="subTitle"/>
          </p:nvPr>
        </p:nvSpPr>
        <p:spPr>
          <a:xfrm>
            <a:off x="320625" y="4675975"/>
            <a:ext cx="2700000" cy="236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None/>
            </a:pPr>
            <a:r>
              <a:rPr lang="en"/>
              <a:t/>
            </a:r>
            <a:endParaRPr/>
          </a:p>
        </p:txBody>
      </p:sp>
      <p:sp>
        <p:nvSpPr>
          <p:cNvPr id="527" name="Google Shape;527;p47"/>
          <p:cNvSpPr txBox="1"/>
          <p:nvPr>
            <p:ph idx="4294967295" type="sldNum"/>
          </p:nvPr>
        </p:nvSpPr>
        <p:spPr>
          <a:xfrm>
            <a:off x="8556784" y="4749851"/>
            <a:ext cx="548700" cy="3936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8" name="Google Shape;528;p47"/>
          <p:cNvSpPr txBox="1"/>
          <p:nvPr>
            <p:ph idx="12" type="sldNum"/>
          </p:nvPr>
        </p:nvSpPr>
        <p:spPr>
          <a:xfrm>
            <a:off x="8348225" y="4666247"/>
            <a:ext cx="567000" cy="466800"/>
          </a:xfrm>
          <a:prstGeom prst="rect">
            <a:avLst/>
          </a:prstGeom>
        </p:spPr>
        <p:txBody>
          <a:bodyPr anchorCtr="0" anchor="ctr" bIns="91425" lIns="91425" spcFirstLastPara="1" rIns="91425" wrap="square" tIns="91425">
            <a:noAutofit/>
          </a:bodyPr>
          <a:lstStyle/>
          <a:p>
            <a:pPr indent="0" lvl="0" marL="0" rtl="0" algn="r">
              <a:spcBef>
                <a:spcPts val="0"/>
              </a:spcBef>
              <a:spcAft>
                <a:spcPts val="0"/>
              </a:spcAft>
              <a:buNone/>
            </a:pPr>
            <a:fld id="{00000000-1234-1234-1234-123412341234}" type="slidenum">
              <a:rPr lang="en"/>
              <a:t>‹#›</a:t>
            </a:fld>
            <a:endParaRPr/>
          </a:p>
        </p:txBody>
      </p:sp>
      <p:sp>
        <p:nvSpPr>
          <p:cNvPr id="529" name="Google Shape;529;p47"/>
          <p:cNvSpPr/>
          <p:nvPr/>
        </p:nvSpPr>
        <p:spPr>
          <a:xfrm>
            <a:off x="102062" y="114500"/>
            <a:ext cx="8919600" cy="489000"/>
          </a:xfrm>
          <a:prstGeom prst="rect">
            <a:avLst/>
          </a:prstGeom>
          <a:noFill/>
          <a:ln cap="flat" cmpd="sng" w="2857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rPr sz="1500" b="0">
                <a:solidFill>
                  <a:srgbClr val="D4FF00"/>
                </a:solidFill>
                <a:latin typeface="Urbanist SemiBold"/>
              </a:rPr>
              <a:t>Team Name: Signet</a:t>
            </a:r>
            <a:endParaRPr b="1">
              <a:solidFill>
                <a:schemeClr val="lt1"/>
              </a:solidFill>
            </a:endParaRPr>
          </a:p>
          <a:p>
            <a:r>
              <a:rPr sz="1200" b="0">
                <a:solidFill>
                  <a:srgbClr val="FFFFFF"/>
                </a:solidFill>
                <a:latin typeface="Urbanist Medium"/>
              </a:rPr>
              <a:t>One line: What You’re Building: trading agents with a provable record and a private strategy</a:t>
            </a:r>
          </a:p>
        </p:txBody>
      </p:sp>
      <p:sp>
        <p:nvSpPr>
          <p:cNvPr id="530" name="Google Shape;530;p47"/>
          <p:cNvSpPr/>
          <p:nvPr/>
        </p:nvSpPr>
        <p:spPr>
          <a:xfrm>
            <a:off x="6533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Who Buys, Who Uses</a:t>
            </a:r>
            <a:endParaRPr b="1" sz="1316">
              <a:solidFill>
                <a:schemeClr val="lt1"/>
              </a:solidFill>
            </a:endParaRPr>
          </a:p>
          <a:p>
            <a:r>
              <a:rPr sz="900" b="0">
                <a:solidFill>
                  <a:srgbClr val="FFFFFF"/>
                </a:solidFill>
                <a:latin typeface="Urbanist Medium"/>
              </a:rPr>
              <a:t>creators use it: they supply an agent and earn a performance fee on new profit, the business model. followers buy it: they subscribe, fund their own account and approve one measurement</a:t>
            </a:r>
          </a:p>
        </p:txBody>
      </p:sp>
      <p:sp>
        <p:nvSpPr>
          <p:cNvPr id="531" name="Google Shape;531;p47"/>
          <p:cNvSpPr/>
          <p:nvPr/>
        </p:nvSpPr>
        <p:spPr>
          <a:xfrm>
            <a:off x="3130808" y="765133"/>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First Reachable Audience</a:t>
            </a:r>
            <a:endParaRPr b="1" sz="1316">
              <a:solidFill>
                <a:schemeClr val="lt1"/>
              </a:solidFill>
            </a:endParaRPr>
          </a:p>
          <a:p>
            <a:r>
              <a:rPr sz="900" b="0">
                <a:solidFill>
                  <a:srgbClr val="FFFFFF"/>
                </a:solidFill>
                <a:latin typeface="Urbanist Medium"/>
              </a:rPr>
              <a:t>40 creators and 51 agents on ARCANA's Season 2 US Equities board (block 95,182,673), plus operators who post Stock Token volume in public: @HarmonicAgents (2,502), @OxSimpleFarmer (28,443)</a:t>
            </a:r>
          </a:p>
        </p:txBody>
      </p:sp>
      <p:sp>
        <p:nvSpPr>
          <p:cNvPr id="532" name="Google Shape;532;p47"/>
          <p:cNvSpPr/>
          <p:nvPr/>
        </p:nvSpPr>
        <p:spPr>
          <a:xfrm>
            <a:off x="65338" y="1943976"/>
            <a:ext cx="2788500" cy="1070100"/>
          </a:xfrm>
          <a:prstGeom prst="rect">
            <a:avLst/>
          </a:prstGeom>
          <a:noFill/>
          <a:ln cap="flat" cmpd="sng" w="38100">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3 Distribution Channels</a:t>
            </a:r>
            <a:endParaRPr b="1" sz="1316">
              <a:solidFill>
                <a:schemeClr val="lt1"/>
              </a:solidFill>
            </a:endParaRPr>
          </a:p>
          <a:p>
            <a:r>
              <a:rPr sz="900" b="0">
                <a:solidFill>
                  <a:srgbClr val="FFFFFF"/>
                </a:solidFill>
                <a:latin typeface="Urbanist Medium"/>
              </a:rPr>
              <a:t>direct dms to stock token operators with the TSLA receipt attached; leaderboard hosts like ARCANA and Senpi adding a measurement column; builder channels at Robinhood Chain, Arbitrum and Phala</a:t>
            </a:r>
          </a:p>
        </p:txBody>
      </p:sp>
      <p:sp>
        <p:nvSpPr>
          <p:cNvPr id="533" name="Google Shape;533;p47"/>
          <p:cNvSpPr/>
          <p:nvPr/>
        </p:nvSpPr>
        <p:spPr>
          <a:xfrm>
            <a:off x="3130806" y="1943976"/>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Core Message, One Sentence</a:t>
            </a:r>
            <a:endParaRPr b="1" sz="1316">
              <a:solidFill>
                <a:schemeClr val="lt1"/>
              </a:solidFill>
            </a:endParaRPr>
          </a:p>
          <a:p>
            <a:r>
              <a:rPr sz="900" b="0">
                <a:solidFill>
                  <a:srgbClr val="FFFFFF"/>
                </a:solidFill>
                <a:latin typeface="Urbanist Medium"/>
              </a:rPr>
              <a:t>your next track record can be a measurement, not a screenshot: every trade names the workload the follower approved, and the strategy text stays sealed behind a hash the measurement pins</a:t>
            </a:r>
          </a:p>
        </p:txBody>
      </p:sp>
      <p:sp>
        <p:nvSpPr>
          <p:cNvPr id="534" name="Google Shape;534;p47"/>
          <p:cNvSpPr/>
          <p:nvPr/>
        </p:nvSpPr>
        <p:spPr>
          <a:xfrm>
            <a:off x="6196266" y="765112"/>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Proof You Need First</a:t>
            </a:r>
            <a:endParaRPr b="1" sz="1316">
              <a:solidFill>
                <a:schemeClr val="lt1"/>
              </a:solidFill>
            </a:endParaRPr>
          </a:p>
          <a:p>
            <a:r>
              <a:rPr sz="900" b="0">
                <a:solidFill>
                  <a:srgbClr val="FFFFFF"/>
                </a:solidFill>
                <a:latin typeface="Urbanist Medium"/>
              </a:rPr>
              <a:t>30 days of Stock Token trades from an outside creator, one measurement on every receipt. today on chain: one attested TSLA trade (block 127,188,951) and one refused workload (block 127,632,496)</a:t>
            </a:r>
          </a:p>
        </p:txBody>
      </p:sp>
      <p:sp>
        <p:nvSpPr>
          <p:cNvPr id="535" name="Google Shape;535;p47"/>
          <p:cNvSpPr/>
          <p:nvPr/>
        </p:nvSpPr>
        <p:spPr>
          <a:xfrm>
            <a:off x="6196265" y="1943955"/>
            <a:ext cx="2788500" cy="1070100"/>
          </a:xfrm>
          <a:prstGeom prst="rect">
            <a:avLst/>
          </a:prstGeom>
          <a:noFill/>
          <a:ln cap="flat" cmpd="sng" w="16675">
            <a:solidFill>
              <a:schemeClr val="dk2"/>
            </a:solidFill>
            <a:prstDash val="solid"/>
            <a:round/>
            <a:headEnd len="sm" w="sm" type="none"/>
            <a:tailEnd len="sm" w="sm" type="none"/>
          </a:ln>
        </p:spPr>
        <p:txBody>
          <a:bodyPr anchorCtr="0" anchor="t" bIns="53300" lIns="53300" spcFirstLastPara="1" rIns="53300" wrap="square" tIns="53300">
            <a:noAutofit/>
          </a:bodyPr>
          <a:lstStyle/>
          <a:p>
            <a:pPr indent="0" lvl="0" marL="0" rtl="0" algn="l">
              <a:spcBef>
                <a:spcPts val="0"/>
              </a:spcBef>
              <a:spcAft>
                <a:spcPts val="0"/>
              </a:spcAft>
              <a:buNone/>
            </a:pPr>
            <a:r>
              <a:rPr sz="1200" b="0">
                <a:solidFill>
                  <a:srgbClr val="D4FF00"/>
                </a:solidFill>
                <a:latin typeface="Urbanist SemiBold"/>
              </a:rPr>
              <a:t>The Intro That Helps</a:t>
            </a:r>
            <a:endParaRPr b="1" sz="1316">
              <a:solidFill>
                <a:schemeClr val="lt1"/>
              </a:solidFill>
            </a:endParaRPr>
          </a:p>
          <a:p>
            <a:r>
              <a:rPr sz="900" b="0">
                <a:solidFill>
                  <a:srgbClr val="FFFFFF"/>
                </a:solidFill>
                <a:latin typeface="Urbanist Medium"/>
              </a:rPr>
              <a:t>Gaetan Thabot (@GThabot), Robinhood Chain partnerships, for stock token creators. Ben Greenberg (@hummusonrails), Arbitrum DevRel, for the Stylus verifier. Phala as the TEE partner for creator CVMs</a:t>
            </a:r>
          </a:p>
        </p:txBody>
      </p:sp>
      <p:sp>
        <p:nvSpPr>
          <p:cNvPr id="536" name="Google Shape;536;p47"/>
          <p:cNvSpPr/>
          <p:nvPr/>
        </p:nvSpPr>
        <p:spPr>
          <a:xfrm>
            <a:off x="65275"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5 Named Targets</a:t>
            </a:r>
            <a:endParaRPr b="1" sz="1383">
              <a:solidFill>
                <a:schemeClr val="lt1"/>
              </a:solidFill>
            </a:endParaRPr>
          </a:p>
          <a:p>
            <a:r>
              <a:rPr sz="1050" b="0">
                <a:solidFill>
                  <a:srgbClr val="FFFFFF"/>
                </a:solidFill>
                <a:latin typeface="Urbanist Medium"/>
              </a:rPr>
              <a:t>@HarmonicAgents (2,502, trades Stock Tokens); @OxSimpleFarmer (28,443, Stock Token LP bots); @Agent_Minimum (470, weekly Stock Token buyer); @DeployFinance (7,295, $100,000 agent for 70 days); @GrowiHF (1,592, $2.94M all-time vault PnL)</a:t>
            </a:r>
          </a:p>
        </p:txBody>
      </p:sp>
      <p:sp>
        <p:nvSpPr>
          <p:cNvPr id="537" name="Google Shape;537;p47"/>
          <p:cNvSpPr/>
          <p:nvPr/>
        </p:nvSpPr>
        <p:spPr>
          <a:xfrm>
            <a:off x="4653427" y="3151285"/>
            <a:ext cx="4331400" cy="1301400"/>
          </a:xfrm>
          <a:prstGeom prst="rect">
            <a:avLst/>
          </a:prstGeom>
          <a:noFill/>
          <a:ln cap="flat" cmpd="sng" w="20100">
            <a:solidFill>
              <a:schemeClr val="dk2"/>
            </a:solidFill>
            <a:prstDash val="solid"/>
            <a:round/>
            <a:headEnd len="sm" w="sm" type="none"/>
            <a:tailEnd len="sm" w="sm" type="none"/>
          </a:ln>
        </p:spPr>
        <p:txBody>
          <a:bodyPr anchorCtr="0" anchor="t" bIns="64175" lIns="64175" spcFirstLastPara="1" rIns="64175" wrap="square" tIns="64175">
            <a:noAutofit/>
          </a:bodyPr>
          <a:lstStyle/>
          <a:p>
            <a:pPr indent="0" lvl="0" marL="0" rtl="0" algn="l">
              <a:spcBef>
                <a:spcPts val="0"/>
              </a:spcBef>
              <a:spcAft>
                <a:spcPts val="0"/>
              </a:spcAft>
              <a:buNone/>
            </a:pPr>
            <a:r>
              <a:rPr sz="1300" b="0">
                <a:solidFill>
                  <a:srgbClr val="D4FF00"/>
                </a:solidFill>
                <a:latin typeface="Urbanist SemiBold"/>
              </a:rPr>
              <a:t>The Ask This Weekend</a:t>
            </a:r>
            <a:endParaRPr b="1" sz="1383">
              <a:solidFill>
                <a:schemeClr val="lt1"/>
              </a:solidFill>
            </a:endParaRPr>
          </a:p>
          <a:p>
            <a:r>
              <a:rPr sz="1050" b="0">
                <a:solidFill>
                  <a:srgbClr val="FFFFFF"/>
                </a:solidFill>
                <a:latin typeface="Urbanist Medium"/>
              </a:rPr>
              <a:t>one intro to Robinhood Chain partnerships and one to Arbitrum DevRel, plus five creators willing to run an agent in a TEE. CTA: open tx 0x0023f359...3b03 on the Robinhood Chain explorer and read the measurement and model hash</a:t>
            </a:r>
          </a:p>
        </p:txBody>
      </p:sp>
      <p:sp>
        <p:nvSpPr>
          <p:cNvPr id="538" name="TextBox 537"/>
          <p:cNvSpPr txBox="1"/>
          <p:nvPr/>
        </p:nvSpPr>
        <p:spPr>
          <a:xfrm>
            <a:off x="109728" y="4462272"/>
            <a:ext cx="8924544" cy="219456"/>
          </a:xfrm>
          <a:prstGeom prst="rect">
            <a:avLst/>
          </a:prstGeom>
          <a:noFill/>
        </p:spPr>
        <p:txBody>
          <a:bodyPr wrap="square" anchor="t" lIns="18288" rIns="18288" tIns="12801" bIns="12801">
            <a:spAutoFit/>
          </a:bodyPr>
          <a:lstStyle/>
          <a:p>
            <a:pPr algn="l">
              <a:spcBef>
                <a:spcPts val="0"/>
              </a:spcBef>
              <a:spcAft>
                <a:spcPts val="0"/>
              </a:spcAft>
            </a:pPr>
            <a:r>
              <a:rPr sz="650" b="0">
                <a:solidFill>
                  <a:srgbClr val="FFFFFF"/>
                </a:solidFill>
                <a:latin typeface="Urbanist Medium"/>
              </a:rPr>
              <a:t>Sources: arcana-arena.com 2026-10-24 01:13Z, block 95,182,673; @HarmonicAgents post 2026-10-23, followers per fxtwitter 2026-10-24; tx 0x0023f359...3b03 and 0xf98156ad...fcc8, chain 46630; names and titles per the Open House judge roster; @DeployFinance post 2026-10-23; @GrowiHF Hyperliquid vaultDetails 2026-10-24.</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Dark Particles">
  <a:themeElements>
    <a:clrScheme name="Simple Light">
      <a:dk1>
        <a:srgbClr val="000000"/>
      </a:dk1>
      <a:lt1>
        <a:srgbClr val="D4FF00"/>
      </a:lt1>
      <a:dk2>
        <a:srgbClr val="D4FF00"/>
      </a:dk2>
      <a:lt2>
        <a:srgbClr val="434343"/>
      </a:lt2>
      <a:accent1>
        <a:srgbClr val="434343"/>
      </a:accent1>
      <a:accent2>
        <a:srgbClr val="252525"/>
      </a:accent2>
      <a:accent3>
        <a:srgbClr val="D4FF00"/>
      </a:accent3>
      <a:accent4>
        <a:srgbClr val="D4FF00"/>
      </a:accent4>
      <a:accent5>
        <a:srgbClr val="D4FF00"/>
      </a:accent5>
      <a:accent6>
        <a:srgbClr val="13AAFF"/>
      </a:accent6>
      <a:hlink>
        <a:srgbClr val="13AAFF"/>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