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showSpecialPlsOnTitleSld="0">
  <p:sldMasterIdLst>
    <p:sldMasterId id="2147483689" r:id="rId4"/>
  </p:sldMasterIdLst>
  <p:notesMasterIdLst>
    <p:notesMasterId r:id="rId5"/>
  </p:notesMasterIdLst>
  <p:sldIdLst>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60" r:id="rId10"/>
    <p:sldId id="275" r:id="rId2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pos="2880">
          <p15:clr>
            <a:srgbClr val="747775"/>
          </p15:clr>
        </p15:guide>
        <p15:guide id="2" orient="horz" pos="576">
          <p15:clr>
            <a:srgbClr val="747775"/>
          </p15:clr>
        </p15:guide>
        <p15:guide id="3" orient="horz" pos="886">
          <p15:clr>
            <a:srgbClr val="747775"/>
          </p15:clr>
        </p15:guide>
        <p15:guide id="4" orient="horz" pos="1264">
          <p15:clr>
            <a:srgbClr val="747775"/>
          </p15:clr>
        </p15:guide>
        <p15:guide id="5" orient="horz" pos="1465">
          <p15:clr>
            <a:srgbClr val="747775"/>
          </p15:clr>
        </p15:guide>
        <p15:guide id="6" orient="horz" pos="596">
          <p15:clr>
            <a:srgbClr val="747775"/>
          </p15:clr>
        </p15:guide>
        <p15:guide id="7" orient="horz" pos="1918">
          <p15:clr>
            <a:srgbClr val="747775"/>
          </p15:clr>
        </p15:guide>
        <p15:guide id="8" orient="horz" pos="1421">
          <p15:clr>
            <a:srgbClr val="747775"/>
          </p15:clr>
        </p15:guide>
        <p15:guide id="9" orient="horz" pos="121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0"/>
        <p:guide pos="576" orient="horz"/>
        <p:guide pos="886" orient="horz"/>
        <p:guide pos="1264" orient="horz"/>
        <p:guide pos="1465" orient="horz"/>
        <p:guide pos="596" orient="horz"/>
        <p:guide pos="1918" orient="horz"/>
        <p:guide pos="1421" orient="horz"/>
        <p:guide pos="1214"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10" Type="http://schemas.openxmlformats.org/officeDocument/2006/relationships/slide" Target="slides/slide5.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3efe051518a_0_10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3efe051518a_0_10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Canvas 1 of 2, the official Product Canvas for Signet. Who it is for, what they do today, the wedge, why now, alternatives, why onchain, first users, and what ships this weekend. Every figure carries its source in the line under the boxes.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0:00 to 0:08. Signet puts AI trading agents on Robinhood Chain with a provable record and a private strategy. A record belongs to the code behind it.</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0:08 to 0:26. Someone vetted 22 viral posts claiming a 200x AI trading bot. Zero gave a wallet you could check. One reply says it plainly: until an agent can prove its track record without human intervention, it is a cool demo.</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0:26 to 0:40. Robinhood has over 150,000 customers with agentic accounts and about 30 million tool uses a day, and says it does not audit agents. Limits answer how much an agent can lose. Nothing answers which code is trading.</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0:40 to 1:00. Follow the flow. The creator's agent runs in an Intel TDX enclave and makes its key inside. A Stylus verifier on Robinhood Chain walks Intel's certificate chain in the transaction that admits the key. The follower's account stores that key only for a measurement the follower approved, then swaps through the canonical Uniswap v4 pool. Any other workload is refused.</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1:00 to 1:25. Here is the proof on Robinhood Chain testnet. The agent bought TSLA with one USDG. The event records the measurement the agent was admitted under and the model hash from its verified inference receipt. Now the refusal. A genuine Intel quote from a different workload was submitted. The hardware is real and the code is not the approved code, so the chain reverts with MeasurementNotApproved after more than 2.3 million gas of verification.</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1:38 to 1:54. Three ideas. The measured compose pins the strategy's hash and the CVM boots only on a match, while the strategy text is sealed config. That is private strategy, public proof, and a CVM built that way is admitted on the live account. A Stylus verifier walks Intel's certificate chain for about 2.37 million gas. And the verifier crate checks platform status, enclave identity and revocation lists.</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1:54 to 2:05. The follower's account holds the money, so it carries the tests. 351 forge tests across 25 suites. A mutation run removes 123 guards one at a time and catches 122, the last is documented as equivalent. The agent key can never become owner.</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2:05 to 2:15. The first targets are named. DeployFinance gave an AI one hundred thousand dollars for 70 days. Growi runs a vault near three million dollars of profit with a strategy it will not open. Arcana hosts 40 creators on Robinhood Chain and is the leaderboard we ask to add a measurement column.</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2:15 to 2:22. The model has two fees. Creators earn a performance fee on new profit above the follower's high-water mark. Followers pay a flat subscription for an admitted agent. Signet takes a share of each fee.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2:22 to 2:32. Arcana proves a record was not edited, but the platform holds keys and prompts. Hyperliquid proves the PnL, not the code. Robinhood gives limits. Knidos proves trades fit parameters. Automata verifies quotes on chain but has no trading account. Phala proves a workload ran in a TEE. Signet proves the measurement and model behind every trade.</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2:32 to 2:41. We start with people we can name. We message them with the TSLA receipt attached. One sentence: your next record can be a measurement, not a screenshot.</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2:41 to 3:00. The ask: an introduction to Robinhood Chain partnerships and five creators willing to run an agent in an enclave. Milestones across thirty days. A record you can verify, a strategy you keep. Open the transaction on the explorer and check the trade yourself.</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Canvas 2 of 2, the official GTM Canvas for Signet. Who buys and who uses, the first reachable audience, three channels, the one-sentence message, the proof we need first, the intro that helps, five named targets, and the ask.</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1:25 to 1:38. The leaderboard in the app lists each strategy by its compose hash with every boot's measurement beside it, and re-reads each trade from the chain. The return is a marking of testnet fills to the mainnet Chainlink price, so the number to trust is the receipts column.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ALT 1">
  <p:cSld name="BLANK_4">
    <p:spTree>
      <p:nvGrpSpPr>
        <p:cNvPr id="7" name="Shape 7"/>
        <p:cNvGrpSpPr/>
        <p:nvPr/>
      </p:nvGrpSpPr>
      <p:grpSpPr>
        <a:xfrm>
          <a:off x="0" y="0"/>
          <a:ext cx="0" cy="0"/>
          <a:chOff x="0" y="0"/>
          <a:chExt cx="0" cy="0"/>
        </a:xfrm>
      </p:grpSpPr>
      <p:pic>
        <p:nvPicPr>
          <p:cNvPr id="8" name="Google Shape;8;p2"/>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9" name="Google Shape;9;p2"/>
          <p:cNvSpPr txBox="1"/>
          <p:nvPr>
            <p:ph idx="1" type="subTitle"/>
          </p:nvPr>
        </p:nvSpPr>
        <p:spPr>
          <a:xfrm>
            <a:off x="228600" y="1738950"/>
            <a:ext cx="4402800" cy="2520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dk2"/>
              </a:buClr>
              <a:buSzPts val="1400"/>
              <a:buFont typeface="Urbanist Medium"/>
              <a:buNone/>
              <a:defRPr>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400"/>
              <a:buFont typeface="Urbanist Medium"/>
              <a:buNone/>
              <a:defRPr>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1400"/>
              <a:buFont typeface="Urbanist Medium"/>
              <a:buNone/>
              <a:defRPr>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1400"/>
              <a:buFont typeface="Urbanist Medium"/>
              <a:buNone/>
              <a:defRPr>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1400"/>
              <a:buFont typeface="Urbanist Medium"/>
              <a:buNone/>
              <a:defRPr>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1400"/>
              <a:buFont typeface="Urbanist Medium"/>
              <a:buNone/>
              <a:defRPr>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1400"/>
              <a:buFont typeface="Urbanist Medium"/>
              <a:buNone/>
              <a:defRPr>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1400"/>
              <a:buFont typeface="Urbanist Medium"/>
              <a:buNone/>
              <a:defRPr>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1400"/>
              <a:buFont typeface="Urbanist Medium"/>
              <a:buNone/>
              <a:defRPr>
                <a:solidFill>
                  <a:schemeClr val="dk2"/>
                </a:solidFill>
                <a:latin typeface="Urbanist Medium"/>
                <a:ea typeface="Urbanist Medium"/>
                <a:cs typeface="Urbanist Medium"/>
                <a:sym typeface="Urbanist Medium"/>
              </a:defRPr>
            </a:lvl9pPr>
          </a:lstStyle>
          <a:p/>
        </p:txBody>
      </p:sp>
      <p:sp>
        <p:nvSpPr>
          <p:cNvPr id="10" name="Google Shape;10;p2"/>
          <p:cNvSpPr txBox="1"/>
          <p:nvPr>
            <p:ph type="title"/>
          </p:nvPr>
        </p:nvSpPr>
        <p:spPr>
          <a:xfrm>
            <a:off x="228600" y="228600"/>
            <a:ext cx="6658800" cy="1419000"/>
          </a:xfrm>
          <a:prstGeom prst="rect">
            <a:avLst/>
          </a:prstGeom>
          <a:noFill/>
          <a:ln>
            <a:noFill/>
          </a:ln>
        </p:spPr>
        <p:txBody>
          <a:bodyPr anchorCtr="0" anchor="ctr" bIns="0" lIns="0" spcFirstLastPara="1" rIns="0" wrap="square" tIns="0">
            <a:noAutofit/>
          </a:bodyPr>
          <a:lstStyle>
            <a:lvl1pPr lvl="0">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1pPr>
            <a:lvl2pPr lvl="1">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2pPr>
            <a:lvl3pPr lvl="2">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3pPr>
            <a:lvl4pPr lvl="3">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4pPr>
            <a:lvl5pPr lvl="4">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5pPr>
            <a:lvl6pPr lvl="5">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6pPr>
            <a:lvl7pPr lvl="6">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7pPr>
            <a:lvl8pPr lvl="7">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8pPr>
            <a:lvl9pPr lvl="8">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9pPr>
          </a:lstStyle>
          <a:p/>
        </p:txBody>
      </p:sp>
      <p:sp>
        <p:nvSpPr>
          <p:cNvPr id="11" name="Google Shape;11;p2"/>
          <p:cNvSpPr txBox="1"/>
          <p:nvPr>
            <p:ph idx="2" type="subTitle"/>
          </p:nvPr>
        </p:nvSpPr>
        <p:spPr>
          <a:xfrm>
            <a:off x="297075" y="4175900"/>
            <a:ext cx="1565100" cy="2286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lt1"/>
              </a:buClr>
              <a:buSzPts val="1200"/>
              <a:buFont typeface="Urbanist Medium"/>
              <a:buNone/>
              <a:defRPr sz="1200">
                <a:latin typeface="Urbanist Medium"/>
                <a:ea typeface="Urbanist Medium"/>
                <a:cs typeface="Urbanist Medium"/>
                <a:sym typeface="Urbanist Medium"/>
              </a:defRPr>
            </a:lvl1pPr>
            <a:lvl2pPr lvl="1"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2pPr>
            <a:lvl3pPr lvl="2"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3pPr>
            <a:lvl4pPr lvl="3"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4pPr>
            <a:lvl5pPr lvl="4"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5pPr>
            <a:lvl6pPr lvl="5"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6pPr>
            <a:lvl7pPr lvl="6"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7pPr>
            <a:lvl8pPr lvl="7"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8pPr>
            <a:lvl9pPr lvl="8"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9pPr>
          </a:lstStyle>
          <a:p/>
        </p:txBody>
      </p:sp>
      <p:sp>
        <p:nvSpPr>
          <p:cNvPr id="12" name="Google Shape;12;p2"/>
          <p:cNvSpPr txBox="1"/>
          <p:nvPr>
            <p:ph idx="3" type="subTitle"/>
          </p:nvPr>
        </p:nvSpPr>
        <p:spPr>
          <a:xfrm>
            <a:off x="1786375" y="4175900"/>
            <a:ext cx="1565100" cy="2286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lt1"/>
              </a:buClr>
              <a:buSzPts val="1200"/>
              <a:buFont typeface="Urbanist Medium"/>
              <a:buNone/>
              <a:defRPr sz="1200">
                <a:latin typeface="Urbanist Medium"/>
                <a:ea typeface="Urbanist Medium"/>
                <a:cs typeface="Urbanist Medium"/>
                <a:sym typeface="Urbanist Medium"/>
              </a:defRPr>
            </a:lvl1pPr>
            <a:lvl2pPr lvl="1"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2pPr>
            <a:lvl3pPr lvl="2"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3pPr>
            <a:lvl4pPr lvl="3"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4pPr>
            <a:lvl5pPr lvl="4"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5pPr>
            <a:lvl6pPr lvl="5"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6pPr>
            <a:lvl7pPr lvl="6"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7pPr>
            <a:lvl8pPr lvl="7"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8pPr>
            <a:lvl9pPr lvl="8"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9pPr>
          </a:lstStyle>
          <a:p/>
        </p:txBody>
      </p:sp>
      <p:sp>
        <p:nvSpPr>
          <p:cNvPr id="13" name="Google Shape;13;p2"/>
          <p:cNvSpPr txBox="1"/>
          <p:nvPr>
            <p:ph idx="4" type="subTitle"/>
          </p:nvPr>
        </p:nvSpPr>
        <p:spPr>
          <a:xfrm>
            <a:off x="228591" y="3454475"/>
            <a:ext cx="4659600" cy="2520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1200"/>
              <a:buFont typeface="Urbanist Medium"/>
              <a:buNone/>
              <a:defRPr sz="1200">
                <a:latin typeface="Urbanist Medium"/>
                <a:ea typeface="Urbanist Medium"/>
                <a:cs typeface="Urbanist Medium"/>
                <a:sym typeface="Urbanist Medium"/>
              </a:defRPr>
            </a:lvl1pPr>
            <a:lvl2pPr lvl="1">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9pPr>
          </a:lstStyle>
          <a:p/>
        </p:txBody>
      </p:sp>
      <p:sp>
        <p:nvSpPr>
          <p:cNvPr id="14" name="Google Shape;14;p2"/>
          <p:cNvSpPr txBox="1"/>
          <p:nvPr>
            <p:ph idx="5" type="subTitle"/>
          </p:nvPr>
        </p:nvSpPr>
        <p:spPr>
          <a:xfrm>
            <a:off x="228591" y="3743050"/>
            <a:ext cx="4659600" cy="2520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1200"/>
              <a:buFont typeface="Urbanist Medium"/>
              <a:buNone/>
              <a:defRPr sz="1200">
                <a:latin typeface="Urbanist Medium"/>
                <a:ea typeface="Urbanist Medium"/>
                <a:cs typeface="Urbanist Medium"/>
                <a:sym typeface="Urbanist Medium"/>
              </a:defRPr>
            </a:lvl1pPr>
            <a:lvl2pPr lvl="1">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9pPr>
          </a:lstStyle>
          <a:p/>
        </p:txBody>
      </p:sp>
      <p:sp>
        <p:nvSpPr>
          <p:cNvPr id="15" name="Google Shape;15;p2"/>
          <p:cNvSpPr txBox="1"/>
          <p:nvPr>
            <p:ph idx="6"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16" name="Google Shape;16;p2"/>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17" name="Google Shape;17;p2"/>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p15:guide id="1" orient="horz" pos="2805">
          <p15:clr>
            <a:srgbClr val="E46962"/>
          </p15:clr>
        </p15:guide>
        <p15:guide id="2" pos="2882">
          <p15:clr>
            <a:srgbClr val="E46962"/>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ALT 1">
  <p:cSld name="BLANK_1_1_2">
    <p:spTree>
      <p:nvGrpSpPr>
        <p:cNvPr id="18" name="Shape 18"/>
        <p:cNvGrpSpPr/>
        <p:nvPr/>
      </p:nvGrpSpPr>
      <p:grpSpPr>
        <a:xfrm>
          <a:off x="0" y="0"/>
          <a:ext cx="0" cy="0"/>
          <a:chOff x="0" y="0"/>
          <a:chExt cx="0" cy="0"/>
        </a:xfrm>
      </p:grpSpPr>
      <p:pic>
        <p:nvPicPr>
          <p:cNvPr id="19" name="Google Shape;19;p3"/>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20" name="Google Shape;20;p3"/>
          <p:cNvSpPr txBox="1"/>
          <p:nvPr>
            <p:ph type="title"/>
          </p:nvPr>
        </p:nvSpPr>
        <p:spPr>
          <a:xfrm>
            <a:off x="228600" y="395043"/>
            <a:ext cx="6480300" cy="587700"/>
          </a:xfrm>
          <a:prstGeom prst="rect">
            <a:avLst/>
          </a:prstGeom>
          <a:noFill/>
          <a:ln>
            <a:noFill/>
          </a:ln>
        </p:spPr>
        <p:txBody>
          <a:bodyPr anchorCtr="0" anchor="ctr" bIns="91425" lIns="0" spcFirstLastPara="1" rIns="91425" wrap="square" tIns="0">
            <a:spAutoFit/>
          </a:bodyPr>
          <a:lstStyle>
            <a:lvl1pPr lvl="0">
              <a:lnSpc>
                <a:spcPct val="90000"/>
              </a:lnSpc>
              <a:spcBef>
                <a:spcPts val="0"/>
              </a:spcBef>
              <a:spcAft>
                <a:spcPts val="0"/>
              </a:spcAft>
              <a:buNone/>
              <a:defRPr sz="3400">
                <a:solidFill>
                  <a:srgbClr val="FFFFFF"/>
                </a:solidFill>
                <a:latin typeface="Urbanist Medium"/>
                <a:ea typeface="Urbanist Medium"/>
                <a:cs typeface="Urbanist Medium"/>
                <a:sym typeface="Urbanist Medium"/>
              </a:defRPr>
            </a:lvl1pPr>
            <a:lvl2pPr lvl="1">
              <a:lnSpc>
                <a:spcPct val="115000"/>
              </a:lnSpc>
              <a:spcBef>
                <a:spcPts val="0"/>
              </a:spcBef>
              <a:spcAft>
                <a:spcPts val="0"/>
              </a:spcAft>
              <a:buNone/>
              <a:defRPr sz="3400">
                <a:solidFill>
                  <a:srgbClr val="FFFFFF"/>
                </a:solidFill>
                <a:latin typeface="Urbanist Medium"/>
                <a:ea typeface="Urbanist Medium"/>
                <a:cs typeface="Urbanist Medium"/>
                <a:sym typeface="Urbanist Medium"/>
              </a:defRPr>
            </a:lvl2pPr>
            <a:lvl3pPr lvl="2">
              <a:lnSpc>
                <a:spcPct val="115000"/>
              </a:lnSpc>
              <a:spcBef>
                <a:spcPts val="0"/>
              </a:spcBef>
              <a:spcAft>
                <a:spcPts val="0"/>
              </a:spcAft>
              <a:buNone/>
              <a:defRPr sz="3400">
                <a:solidFill>
                  <a:srgbClr val="FFFFFF"/>
                </a:solidFill>
                <a:latin typeface="Urbanist Medium"/>
                <a:ea typeface="Urbanist Medium"/>
                <a:cs typeface="Urbanist Medium"/>
                <a:sym typeface="Urbanist Medium"/>
              </a:defRPr>
            </a:lvl3pPr>
            <a:lvl4pPr lvl="3">
              <a:lnSpc>
                <a:spcPct val="115000"/>
              </a:lnSpc>
              <a:spcBef>
                <a:spcPts val="0"/>
              </a:spcBef>
              <a:spcAft>
                <a:spcPts val="0"/>
              </a:spcAft>
              <a:buNone/>
              <a:defRPr sz="3400">
                <a:solidFill>
                  <a:srgbClr val="FFFFFF"/>
                </a:solidFill>
                <a:latin typeface="Urbanist Medium"/>
                <a:ea typeface="Urbanist Medium"/>
                <a:cs typeface="Urbanist Medium"/>
                <a:sym typeface="Urbanist Medium"/>
              </a:defRPr>
            </a:lvl4pPr>
            <a:lvl5pPr lvl="4">
              <a:lnSpc>
                <a:spcPct val="115000"/>
              </a:lnSpc>
              <a:spcBef>
                <a:spcPts val="0"/>
              </a:spcBef>
              <a:spcAft>
                <a:spcPts val="0"/>
              </a:spcAft>
              <a:buNone/>
              <a:defRPr sz="3400">
                <a:solidFill>
                  <a:srgbClr val="FFFFFF"/>
                </a:solidFill>
                <a:latin typeface="Urbanist Medium"/>
                <a:ea typeface="Urbanist Medium"/>
                <a:cs typeface="Urbanist Medium"/>
                <a:sym typeface="Urbanist Medium"/>
              </a:defRPr>
            </a:lvl5pPr>
            <a:lvl6pPr lvl="5">
              <a:lnSpc>
                <a:spcPct val="115000"/>
              </a:lnSpc>
              <a:spcBef>
                <a:spcPts val="0"/>
              </a:spcBef>
              <a:spcAft>
                <a:spcPts val="0"/>
              </a:spcAft>
              <a:buNone/>
              <a:defRPr sz="3400">
                <a:solidFill>
                  <a:srgbClr val="FFFFFF"/>
                </a:solidFill>
                <a:latin typeface="Urbanist Medium"/>
                <a:ea typeface="Urbanist Medium"/>
                <a:cs typeface="Urbanist Medium"/>
                <a:sym typeface="Urbanist Medium"/>
              </a:defRPr>
            </a:lvl6pPr>
            <a:lvl7pPr lvl="6">
              <a:lnSpc>
                <a:spcPct val="115000"/>
              </a:lnSpc>
              <a:spcBef>
                <a:spcPts val="0"/>
              </a:spcBef>
              <a:spcAft>
                <a:spcPts val="0"/>
              </a:spcAft>
              <a:buNone/>
              <a:defRPr sz="3400">
                <a:solidFill>
                  <a:srgbClr val="FFFFFF"/>
                </a:solidFill>
                <a:latin typeface="Urbanist Medium"/>
                <a:ea typeface="Urbanist Medium"/>
                <a:cs typeface="Urbanist Medium"/>
                <a:sym typeface="Urbanist Medium"/>
              </a:defRPr>
            </a:lvl7pPr>
            <a:lvl8pPr lvl="7">
              <a:lnSpc>
                <a:spcPct val="115000"/>
              </a:lnSpc>
              <a:spcBef>
                <a:spcPts val="0"/>
              </a:spcBef>
              <a:spcAft>
                <a:spcPts val="0"/>
              </a:spcAft>
              <a:buNone/>
              <a:defRPr sz="3400">
                <a:solidFill>
                  <a:srgbClr val="FFFFFF"/>
                </a:solidFill>
                <a:latin typeface="Urbanist Medium"/>
                <a:ea typeface="Urbanist Medium"/>
                <a:cs typeface="Urbanist Medium"/>
                <a:sym typeface="Urbanist Medium"/>
              </a:defRPr>
            </a:lvl8pPr>
            <a:lvl9pPr lvl="8">
              <a:lnSpc>
                <a:spcPct val="115000"/>
              </a:lnSpc>
              <a:spcBef>
                <a:spcPts val="0"/>
              </a:spcBef>
              <a:spcAft>
                <a:spcPts val="0"/>
              </a:spcAft>
              <a:buNone/>
              <a:defRPr sz="3400">
                <a:solidFill>
                  <a:srgbClr val="FFFFFF"/>
                </a:solidFill>
                <a:latin typeface="Urbanist Medium"/>
                <a:ea typeface="Urbanist Medium"/>
                <a:cs typeface="Urbanist Medium"/>
                <a:sym typeface="Urbanist Medium"/>
              </a:defRPr>
            </a:lvl9pPr>
          </a:lstStyle>
          <a:p/>
        </p:txBody>
      </p:sp>
      <p:sp>
        <p:nvSpPr>
          <p:cNvPr id="21" name="Google Shape;21;p3"/>
          <p:cNvSpPr txBox="1"/>
          <p:nvPr>
            <p:ph idx="1" type="body"/>
          </p:nvPr>
        </p:nvSpPr>
        <p:spPr>
          <a:xfrm>
            <a:off x="228600" y="1743625"/>
            <a:ext cx="4296600" cy="2709000"/>
          </a:xfrm>
          <a:prstGeom prst="rect">
            <a:avLst/>
          </a:prstGeom>
          <a:noFill/>
          <a:ln>
            <a:noFill/>
          </a:ln>
        </p:spPr>
        <p:txBody>
          <a:bodyPr anchorCtr="0" anchor="b" bIns="91425" lIns="0" spcFirstLastPara="1" rIns="91425" wrap="square" tIns="91425">
            <a:noAutofit/>
          </a:bodyPr>
          <a:lstStyle>
            <a:lvl1pPr indent="-317500" lvl="0" marL="457200">
              <a:spcBef>
                <a:spcPts val="0"/>
              </a:spcBef>
              <a:spcAft>
                <a:spcPts val="0"/>
              </a:spcAft>
              <a:buClr>
                <a:srgbClr val="FFFFFF"/>
              </a:buClr>
              <a:buSzPts val="1400"/>
              <a:buFont typeface="Urbanist Medium"/>
              <a:buChar char="●"/>
              <a:defRPr>
                <a:solidFill>
                  <a:srgbClr val="FFFFFF"/>
                </a:solidFill>
                <a:latin typeface="Urbanist Medium"/>
                <a:ea typeface="Urbanist Medium"/>
                <a:cs typeface="Urbanist Medium"/>
                <a:sym typeface="Urbanist Medium"/>
              </a:defRPr>
            </a:lvl1pPr>
            <a:lvl2pPr indent="-317500" lvl="1" marL="914400">
              <a:spcBef>
                <a:spcPts val="0"/>
              </a:spcBef>
              <a:spcAft>
                <a:spcPts val="0"/>
              </a:spcAft>
              <a:buClr>
                <a:srgbClr val="FFFFFF"/>
              </a:buClr>
              <a:buSzPts val="1400"/>
              <a:buFont typeface="Urbanist Medium"/>
              <a:buChar char="○"/>
              <a:defRPr>
                <a:solidFill>
                  <a:srgbClr val="FFFFFF"/>
                </a:solidFill>
                <a:latin typeface="Urbanist Medium"/>
                <a:ea typeface="Urbanist Medium"/>
                <a:cs typeface="Urbanist Medium"/>
                <a:sym typeface="Urbanist Medium"/>
              </a:defRPr>
            </a:lvl2pPr>
            <a:lvl3pPr indent="-317500" lvl="2" marL="1371600">
              <a:spcBef>
                <a:spcPts val="0"/>
              </a:spcBef>
              <a:spcAft>
                <a:spcPts val="0"/>
              </a:spcAft>
              <a:buClr>
                <a:srgbClr val="FFFFFF"/>
              </a:buClr>
              <a:buSzPts val="1400"/>
              <a:buFont typeface="Urbanist Medium"/>
              <a:buChar char="■"/>
              <a:defRPr>
                <a:solidFill>
                  <a:srgbClr val="FFFFFF"/>
                </a:solidFill>
                <a:latin typeface="Urbanist Medium"/>
                <a:ea typeface="Urbanist Medium"/>
                <a:cs typeface="Urbanist Medium"/>
                <a:sym typeface="Urbanist Medium"/>
              </a:defRPr>
            </a:lvl3pPr>
            <a:lvl4pPr indent="-317500" lvl="3" marL="1828800">
              <a:spcBef>
                <a:spcPts val="0"/>
              </a:spcBef>
              <a:spcAft>
                <a:spcPts val="0"/>
              </a:spcAft>
              <a:buClr>
                <a:srgbClr val="FFFFFF"/>
              </a:buClr>
              <a:buSzPts val="1400"/>
              <a:buFont typeface="Urbanist Medium"/>
              <a:buChar char="●"/>
              <a:defRPr>
                <a:solidFill>
                  <a:srgbClr val="FFFFFF"/>
                </a:solidFill>
                <a:latin typeface="Urbanist Medium"/>
                <a:ea typeface="Urbanist Medium"/>
                <a:cs typeface="Urbanist Medium"/>
                <a:sym typeface="Urbanist Medium"/>
              </a:defRPr>
            </a:lvl4pPr>
            <a:lvl5pPr indent="-317500" lvl="4" marL="2286000">
              <a:spcBef>
                <a:spcPts val="0"/>
              </a:spcBef>
              <a:spcAft>
                <a:spcPts val="0"/>
              </a:spcAft>
              <a:buClr>
                <a:srgbClr val="FFFFFF"/>
              </a:buClr>
              <a:buSzPts val="1400"/>
              <a:buFont typeface="Urbanist Medium"/>
              <a:buChar char="○"/>
              <a:defRPr>
                <a:solidFill>
                  <a:srgbClr val="FFFFFF"/>
                </a:solidFill>
                <a:latin typeface="Urbanist Medium"/>
                <a:ea typeface="Urbanist Medium"/>
                <a:cs typeface="Urbanist Medium"/>
                <a:sym typeface="Urbanist Medium"/>
              </a:defRPr>
            </a:lvl5pPr>
            <a:lvl6pPr indent="-317500" lvl="5" marL="2743200">
              <a:spcBef>
                <a:spcPts val="0"/>
              </a:spcBef>
              <a:spcAft>
                <a:spcPts val="0"/>
              </a:spcAft>
              <a:buClr>
                <a:srgbClr val="FFFFFF"/>
              </a:buClr>
              <a:buSzPts val="1400"/>
              <a:buFont typeface="Urbanist Medium"/>
              <a:buChar char="■"/>
              <a:defRPr>
                <a:solidFill>
                  <a:srgbClr val="FFFFFF"/>
                </a:solidFill>
                <a:latin typeface="Urbanist Medium"/>
                <a:ea typeface="Urbanist Medium"/>
                <a:cs typeface="Urbanist Medium"/>
                <a:sym typeface="Urbanist Medium"/>
              </a:defRPr>
            </a:lvl6pPr>
            <a:lvl7pPr indent="-317500" lvl="6" marL="3200400">
              <a:spcBef>
                <a:spcPts val="0"/>
              </a:spcBef>
              <a:spcAft>
                <a:spcPts val="0"/>
              </a:spcAft>
              <a:buClr>
                <a:srgbClr val="FFFFFF"/>
              </a:buClr>
              <a:buSzPts val="1400"/>
              <a:buFont typeface="Urbanist Medium"/>
              <a:buChar char="●"/>
              <a:defRPr>
                <a:solidFill>
                  <a:srgbClr val="FFFFFF"/>
                </a:solidFill>
                <a:latin typeface="Urbanist Medium"/>
                <a:ea typeface="Urbanist Medium"/>
                <a:cs typeface="Urbanist Medium"/>
                <a:sym typeface="Urbanist Medium"/>
              </a:defRPr>
            </a:lvl7pPr>
            <a:lvl8pPr indent="-317500" lvl="7" marL="3657600">
              <a:spcBef>
                <a:spcPts val="0"/>
              </a:spcBef>
              <a:spcAft>
                <a:spcPts val="0"/>
              </a:spcAft>
              <a:buClr>
                <a:srgbClr val="FFFFFF"/>
              </a:buClr>
              <a:buSzPts val="1400"/>
              <a:buFont typeface="Urbanist Medium"/>
              <a:buChar char="○"/>
              <a:defRPr>
                <a:solidFill>
                  <a:srgbClr val="FFFFFF"/>
                </a:solidFill>
                <a:latin typeface="Urbanist Medium"/>
                <a:ea typeface="Urbanist Medium"/>
                <a:cs typeface="Urbanist Medium"/>
                <a:sym typeface="Urbanist Medium"/>
              </a:defRPr>
            </a:lvl8pPr>
            <a:lvl9pPr indent="-317500" lvl="8" marL="4114800">
              <a:spcBef>
                <a:spcPts val="0"/>
              </a:spcBef>
              <a:spcAft>
                <a:spcPts val="0"/>
              </a:spcAft>
              <a:buClr>
                <a:srgbClr val="FFFFFF"/>
              </a:buClr>
              <a:buSzPts val="1400"/>
              <a:buFont typeface="Urbanist Medium"/>
              <a:buChar char="■"/>
              <a:defRPr>
                <a:solidFill>
                  <a:srgbClr val="FFFFFF"/>
                </a:solidFill>
                <a:latin typeface="Urbanist Medium"/>
                <a:ea typeface="Urbanist Medium"/>
                <a:cs typeface="Urbanist Medium"/>
                <a:sym typeface="Urbanist Medium"/>
              </a:defRPr>
            </a:lvl9pPr>
          </a:lstStyle>
          <a:p/>
        </p:txBody>
      </p:sp>
      <p:sp>
        <p:nvSpPr>
          <p:cNvPr id="22" name="Google Shape;22;p3"/>
          <p:cNvSpPr txBox="1"/>
          <p:nvPr>
            <p:ph idx="2"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23" name="Google Shape;23;p3"/>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24" name="Google Shape;24;p3"/>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p15:guide id="1" orient="horz" pos="2805">
          <p15:clr>
            <a:srgbClr val="E46962"/>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ur values">
  <p:cSld name="BLANK_1_1_1_1">
    <p:spTree>
      <p:nvGrpSpPr>
        <p:cNvPr id="25" name="Shape 25"/>
        <p:cNvGrpSpPr/>
        <p:nvPr/>
      </p:nvGrpSpPr>
      <p:grpSpPr>
        <a:xfrm>
          <a:off x="0" y="0"/>
          <a:ext cx="0" cy="0"/>
          <a:chOff x="0" y="0"/>
          <a:chExt cx="0" cy="0"/>
        </a:xfrm>
      </p:grpSpPr>
      <p:pic>
        <p:nvPicPr>
          <p:cNvPr id="26" name="Google Shape;26;p4"/>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27" name="Google Shape;27;p4"/>
          <p:cNvSpPr txBox="1"/>
          <p:nvPr>
            <p:ph idx="1" type="subTitle"/>
          </p:nvPr>
        </p:nvSpPr>
        <p:spPr>
          <a:xfrm>
            <a:off x="228600" y="228600"/>
            <a:ext cx="29208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9pPr>
          </a:lstStyle>
          <a:p/>
        </p:txBody>
      </p:sp>
      <p:sp>
        <p:nvSpPr>
          <p:cNvPr id="28" name="Google Shape;28;p4"/>
          <p:cNvSpPr txBox="1"/>
          <p:nvPr>
            <p:ph type="title"/>
          </p:nvPr>
        </p:nvSpPr>
        <p:spPr>
          <a:xfrm>
            <a:off x="228600" y="613525"/>
            <a:ext cx="7223400" cy="422100"/>
          </a:xfrm>
          <a:prstGeom prst="rect">
            <a:avLst/>
          </a:prstGeom>
          <a:noFill/>
          <a:ln>
            <a:noFill/>
          </a:ln>
        </p:spPr>
        <p:txBody>
          <a:bodyPr anchorCtr="0" anchor="ctr" bIns="91425" lIns="0" spcFirstLastPara="1" rIns="91425" wrap="square" tIns="0">
            <a:spAutoFit/>
          </a:bodyPr>
          <a:lstStyle>
            <a:lvl1pPr lvl="0">
              <a:lnSpc>
                <a:spcPct val="85000"/>
              </a:lnSpc>
              <a:spcBef>
                <a:spcPts val="0"/>
              </a:spcBef>
              <a:spcAft>
                <a:spcPts val="0"/>
              </a:spcAft>
              <a:buNone/>
              <a:defRPr sz="2400">
                <a:solidFill>
                  <a:schemeClr val="dk2"/>
                </a:solidFill>
                <a:latin typeface="Urbanist Medium"/>
                <a:ea typeface="Urbanist Medium"/>
                <a:cs typeface="Urbanist Medium"/>
                <a:sym typeface="Urbanist Medium"/>
              </a:defRPr>
            </a:lvl1pPr>
            <a:lvl2pPr lvl="1">
              <a:lnSpc>
                <a:spcPct val="85000"/>
              </a:lnSpc>
              <a:spcBef>
                <a:spcPts val="0"/>
              </a:spcBef>
              <a:spcAft>
                <a:spcPts val="0"/>
              </a:spcAft>
              <a:buNone/>
              <a:defRPr sz="2400">
                <a:solidFill>
                  <a:schemeClr val="dk2"/>
                </a:solidFill>
                <a:latin typeface="Urbanist Medium"/>
                <a:ea typeface="Urbanist Medium"/>
                <a:cs typeface="Urbanist Medium"/>
                <a:sym typeface="Urbanist Medium"/>
              </a:defRPr>
            </a:lvl2pPr>
            <a:lvl3pPr lvl="2">
              <a:lnSpc>
                <a:spcPct val="85000"/>
              </a:lnSpc>
              <a:spcBef>
                <a:spcPts val="0"/>
              </a:spcBef>
              <a:spcAft>
                <a:spcPts val="0"/>
              </a:spcAft>
              <a:buNone/>
              <a:defRPr sz="2400">
                <a:solidFill>
                  <a:schemeClr val="dk2"/>
                </a:solidFill>
                <a:latin typeface="Urbanist Medium"/>
                <a:ea typeface="Urbanist Medium"/>
                <a:cs typeface="Urbanist Medium"/>
                <a:sym typeface="Urbanist Medium"/>
              </a:defRPr>
            </a:lvl3pPr>
            <a:lvl4pPr lvl="3">
              <a:lnSpc>
                <a:spcPct val="85000"/>
              </a:lnSpc>
              <a:spcBef>
                <a:spcPts val="0"/>
              </a:spcBef>
              <a:spcAft>
                <a:spcPts val="0"/>
              </a:spcAft>
              <a:buNone/>
              <a:defRPr sz="2400">
                <a:solidFill>
                  <a:schemeClr val="dk2"/>
                </a:solidFill>
                <a:latin typeface="Urbanist Medium"/>
                <a:ea typeface="Urbanist Medium"/>
                <a:cs typeface="Urbanist Medium"/>
                <a:sym typeface="Urbanist Medium"/>
              </a:defRPr>
            </a:lvl4pPr>
            <a:lvl5pPr lvl="4">
              <a:lnSpc>
                <a:spcPct val="85000"/>
              </a:lnSpc>
              <a:spcBef>
                <a:spcPts val="0"/>
              </a:spcBef>
              <a:spcAft>
                <a:spcPts val="0"/>
              </a:spcAft>
              <a:buNone/>
              <a:defRPr sz="2400">
                <a:solidFill>
                  <a:schemeClr val="dk2"/>
                </a:solidFill>
                <a:latin typeface="Urbanist Medium"/>
                <a:ea typeface="Urbanist Medium"/>
                <a:cs typeface="Urbanist Medium"/>
                <a:sym typeface="Urbanist Medium"/>
              </a:defRPr>
            </a:lvl5pPr>
            <a:lvl6pPr lvl="5">
              <a:lnSpc>
                <a:spcPct val="85000"/>
              </a:lnSpc>
              <a:spcBef>
                <a:spcPts val="0"/>
              </a:spcBef>
              <a:spcAft>
                <a:spcPts val="0"/>
              </a:spcAft>
              <a:buNone/>
              <a:defRPr sz="2400">
                <a:solidFill>
                  <a:schemeClr val="dk2"/>
                </a:solidFill>
                <a:latin typeface="Urbanist Medium"/>
                <a:ea typeface="Urbanist Medium"/>
                <a:cs typeface="Urbanist Medium"/>
                <a:sym typeface="Urbanist Medium"/>
              </a:defRPr>
            </a:lvl6pPr>
            <a:lvl7pPr lvl="6">
              <a:lnSpc>
                <a:spcPct val="85000"/>
              </a:lnSpc>
              <a:spcBef>
                <a:spcPts val="0"/>
              </a:spcBef>
              <a:spcAft>
                <a:spcPts val="0"/>
              </a:spcAft>
              <a:buNone/>
              <a:defRPr sz="2400">
                <a:solidFill>
                  <a:schemeClr val="dk2"/>
                </a:solidFill>
                <a:latin typeface="Urbanist Medium"/>
                <a:ea typeface="Urbanist Medium"/>
                <a:cs typeface="Urbanist Medium"/>
                <a:sym typeface="Urbanist Medium"/>
              </a:defRPr>
            </a:lvl7pPr>
            <a:lvl8pPr lvl="7">
              <a:lnSpc>
                <a:spcPct val="85000"/>
              </a:lnSpc>
              <a:spcBef>
                <a:spcPts val="0"/>
              </a:spcBef>
              <a:spcAft>
                <a:spcPts val="0"/>
              </a:spcAft>
              <a:buNone/>
              <a:defRPr sz="2400">
                <a:solidFill>
                  <a:schemeClr val="dk2"/>
                </a:solidFill>
                <a:latin typeface="Urbanist Medium"/>
                <a:ea typeface="Urbanist Medium"/>
                <a:cs typeface="Urbanist Medium"/>
                <a:sym typeface="Urbanist Medium"/>
              </a:defRPr>
            </a:lvl8pPr>
            <a:lvl9pPr lvl="8">
              <a:lnSpc>
                <a:spcPct val="85000"/>
              </a:lnSpc>
              <a:spcBef>
                <a:spcPts val="0"/>
              </a:spcBef>
              <a:spcAft>
                <a:spcPts val="0"/>
              </a:spcAft>
              <a:buNone/>
              <a:defRPr sz="2400">
                <a:solidFill>
                  <a:schemeClr val="dk2"/>
                </a:solidFill>
                <a:latin typeface="Urbanist Medium"/>
                <a:ea typeface="Urbanist Medium"/>
                <a:cs typeface="Urbanist Medium"/>
                <a:sym typeface="Urbanist Medium"/>
              </a:defRPr>
            </a:lvl9pPr>
          </a:lstStyle>
          <a:p/>
        </p:txBody>
      </p:sp>
      <p:sp>
        <p:nvSpPr>
          <p:cNvPr id="29" name="Google Shape;29;p4"/>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30" name="Google Shape;30;p4"/>
          <p:cNvSpPr txBox="1"/>
          <p:nvPr>
            <p:ph idx="2"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31" name="Google Shape;31;p4"/>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32" name="Google Shape;32;p4"/>
          <p:cNvSpPr txBox="1"/>
          <p:nvPr>
            <p:ph idx="3"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p15:guide id="1" orient="horz" pos="2805">
          <p15:clr>
            <a:srgbClr val="E46962"/>
          </p15:clr>
        </p15:guide>
      </p15:sldGuideLst>
    </p:ext>
  </p:extLst>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and image ALT 2">
  <p:cSld name="CUSTOM_3">
    <p:spTree>
      <p:nvGrpSpPr>
        <p:cNvPr id="33" name="Shape 33"/>
        <p:cNvGrpSpPr/>
        <p:nvPr/>
      </p:nvGrpSpPr>
      <p:grpSpPr>
        <a:xfrm>
          <a:off x="0" y="0"/>
          <a:ext cx="0" cy="0"/>
          <a:chOff x="0" y="0"/>
          <a:chExt cx="0" cy="0"/>
        </a:xfrm>
      </p:grpSpPr>
      <p:pic>
        <p:nvPicPr>
          <p:cNvPr id="34" name="Google Shape;34;p5"/>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35" name="Google Shape;35;p5"/>
          <p:cNvSpPr/>
          <p:nvPr>
            <p:ph idx="2" type="pic"/>
          </p:nvPr>
        </p:nvSpPr>
        <p:spPr>
          <a:xfrm>
            <a:off x="246150" y="237650"/>
            <a:ext cx="4196400" cy="4438200"/>
          </a:xfrm>
          <a:prstGeom prst="rect">
            <a:avLst/>
          </a:prstGeom>
          <a:noFill/>
          <a:ln>
            <a:noFill/>
          </a:ln>
        </p:spPr>
      </p:sp>
      <p:sp>
        <p:nvSpPr>
          <p:cNvPr id="36" name="Google Shape;36;p5"/>
          <p:cNvSpPr txBox="1"/>
          <p:nvPr>
            <p:ph type="title"/>
          </p:nvPr>
        </p:nvSpPr>
        <p:spPr>
          <a:xfrm>
            <a:off x="4591800" y="304700"/>
            <a:ext cx="3861900" cy="1920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1pPr>
            <a:lvl2pPr lvl="1">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9pPr>
          </a:lstStyle>
          <a:p/>
        </p:txBody>
      </p:sp>
      <p:sp>
        <p:nvSpPr>
          <p:cNvPr id="37" name="Google Shape;37;p5"/>
          <p:cNvSpPr txBox="1"/>
          <p:nvPr>
            <p:ph idx="3" type="title"/>
          </p:nvPr>
        </p:nvSpPr>
        <p:spPr>
          <a:xfrm>
            <a:off x="4591800" y="738425"/>
            <a:ext cx="4290000" cy="12195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1800"/>
              <a:buFont typeface="Urbanist"/>
              <a:buNone/>
              <a:defRPr sz="3400">
                <a:solidFill>
                  <a:schemeClr val="lt1"/>
                </a:solidFill>
                <a:latin typeface="Urbanist"/>
                <a:ea typeface="Urbanist"/>
                <a:cs typeface="Urbanist"/>
                <a:sym typeface="Urbanist"/>
              </a:defRPr>
            </a:lvl1pPr>
            <a:lvl2pPr lvl="1">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9pPr>
          </a:lstStyle>
          <a:p/>
        </p:txBody>
      </p:sp>
      <p:sp>
        <p:nvSpPr>
          <p:cNvPr id="38" name="Google Shape;38;p5"/>
          <p:cNvSpPr txBox="1"/>
          <p:nvPr>
            <p:ph idx="1" type="body"/>
          </p:nvPr>
        </p:nvSpPr>
        <p:spPr>
          <a:xfrm>
            <a:off x="4618950" y="1957925"/>
            <a:ext cx="4290000" cy="2193000"/>
          </a:xfrm>
          <a:prstGeom prst="rect">
            <a:avLst/>
          </a:prstGeom>
          <a:noFill/>
          <a:ln>
            <a:noFill/>
          </a:ln>
        </p:spPr>
        <p:txBody>
          <a:bodyPr anchorCtr="0" anchor="b" bIns="91425" lIns="0" spcFirstLastPara="1" rIns="91425" wrap="square" tIns="0">
            <a:noAutofit/>
          </a:bodyPr>
          <a:lstStyle>
            <a:lvl1pPr indent="-304800" lvl="0" marL="457200">
              <a:spcBef>
                <a:spcPts val="0"/>
              </a:spcBef>
              <a:spcAft>
                <a:spcPts val="0"/>
              </a:spcAft>
              <a:buClr>
                <a:schemeClr val="lt1"/>
              </a:buClr>
              <a:buSzPts val="1200"/>
              <a:buFont typeface="Urbanist"/>
              <a:buChar char="●"/>
              <a:defRPr>
                <a:solidFill>
                  <a:schemeClr val="lt1"/>
                </a:solidFill>
                <a:latin typeface="Urbanist"/>
                <a:ea typeface="Urbanist"/>
                <a:cs typeface="Urbanist"/>
                <a:sym typeface="Urbanist"/>
              </a:defRPr>
            </a:lvl1pPr>
            <a:lvl2pPr indent="-304800" lvl="1" marL="914400">
              <a:spcBef>
                <a:spcPts val="0"/>
              </a:spcBef>
              <a:spcAft>
                <a:spcPts val="0"/>
              </a:spcAft>
              <a:buClr>
                <a:schemeClr val="lt1"/>
              </a:buClr>
              <a:buSzPts val="1200"/>
              <a:buFont typeface="Urbanist"/>
              <a:buChar char="○"/>
              <a:defRPr>
                <a:solidFill>
                  <a:schemeClr val="lt1"/>
                </a:solidFill>
                <a:latin typeface="Urbanist"/>
                <a:ea typeface="Urbanist"/>
                <a:cs typeface="Urbanist"/>
                <a:sym typeface="Urbanist"/>
              </a:defRPr>
            </a:lvl2pPr>
            <a:lvl3pPr indent="-304800" lvl="2" marL="1371600">
              <a:spcBef>
                <a:spcPts val="0"/>
              </a:spcBef>
              <a:spcAft>
                <a:spcPts val="0"/>
              </a:spcAft>
              <a:buClr>
                <a:schemeClr val="lt1"/>
              </a:buClr>
              <a:buSzPts val="1200"/>
              <a:buFont typeface="Urbanist"/>
              <a:buChar char="■"/>
              <a:defRPr>
                <a:solidFill>
                  <a:schemeClr val="lt1"/>
                </a:solidFill>
                <a:latin typeface="Urbanist"/>
                <a:ea typeface="Urbanist"/>
                <a:cs typeface="Urbanist"/>
                <a:sym typeface="Urbanist"/>
              </a:defRPr>
            </a:lvl3pPr>
            <a:lvl4pPr indent="-304800" lvl="3" marL="1828800">
              <a:spcBef>
                <a:spcPts val="0"/>
              </a:spcBef>
              <a:spcAft>
                <a:spcPts val="0"/>
              </a:spcAft>
              <a:buClr>
                <a:schemeClr val="lt1"/>
              </a:buClr>
              <a:buSzPts val="1200"/>
              <a:buFont typeface="Urbanist"/>
              <a:buChar char="●"/>
              <a:defRPr>
                <a:solidFill>
                  <a:schemeClr val="lt1"/>
                </a:solidFill>
                <a:latin typeface="Urbanist"/>
                <a:ea typeface="Urbanist"/>
                <a:cs typeface="Urbanist"/>
                <a:sym typeface="Urbanist"/>
              </a:defRPr>
            </a:lvl4pPr>
            <a:lvl5pPr indent="-304800" lvl="4" marL="2286000">
              <a:spcBef>
                <a:spcPts val="0"/>
              </a:spcBef>
              <a:spcAft>
                <a:spcPts val="0"/>
              </a:spcAft>
              <a:buClr>
                <a:schemeClr val="lt1"/>
              </a:buClr>
              <a:buSzPts val="1200"/>
              <a:buFont typeface="Urbanist"/>
              <a:buChar char="○"/>
              <a:defRPr>
                <a:solidFill>
                  <a:schemeClr val="lt1"/>
                </a:solidFill>
                <a:latin typeface="Urbanist"/>
                <a:ea typeface="Urbanist"/>
                <a:cs typeface="Urbanist"/>
                <a:sym typeface="Urbanist"/>
              </a:defRPr>
            </a:lvl5pPr>
            <a:lvl6pPr indent="-304800" lvl="5" marL="2743200">
              <a:spcBef>
                <a:spcPts val="0"/>
              </a:spcBef>
              <a:spcAft>
                <a:spcPts val="0"/>
              </a:spcAft>
              <a:buClr>
                <a:schemeClr val="lt1"/>
              </a:buClr>
              <a:buSzPts val="1200"/>
              <a:buFont typeface="Urbanist"/>
              <a:buChar char="■"/>
              <a:defRPr>
                <a:solidFill>
                  <a:schemeClr val="lt1"/>
                </a:solidFill>
                <a:latin typeface="Urbanist"/>
                <a:ea typeface="Urbanist"/>
                <a:cs typeface="Urbanist"/>
                <a:sym typeface="Urbanist"/>
              </a:defRPr>
            </a:lvl6pPr>
            <a:lvl7pPr indent="-304800" lvl="6" marL="3200400">
              <a:spcBef>
                <a:spcPts val="0"/>
              </a:spcBef>
              <a:spcAft>
                <a:spcPts val="0"/>
              </a:spcAft>
              <a:buClr>
                <a:schemeClr val="lt1"/>
              </a:buClr>
              <a:buSzPts val="1200"/>
              <a:buFont typeface="Urbanist"/>
              <a:buChar char="●"/>
              <a:defRPr>
                <a:solidFill>
                  <a:schemeClr val="lt1"/>
                </a:solidFill>
                <a:latin typeface="Urbanist"/>
                <a:ea typeface="Urbanist"/>
                <a:cs typeface="Urbanist"/>
                <a:sym typeface="Urbanist"/>
              </a:defRPr>
            </a:lvl7pPr>
            <a:lvl8pPr indent="-304800" lvl="7" marL="3657600">
              <a:spcBef>
                <a:spcPts val="0"/>
              </a:spcBef>
              <a:spcAft>
                <a:spcPts val="0"/>
              </a:spcAft>
              <a:buClr>
                <a:schemeClr val="lt1"/>
              </a:buClr>
              <a:buSzPts val="1200"/>
              <a:buFont typeface="Urbanist"/>
              <a:buChar char="○"/>
              <a:defRPr>
                <a:solidFill>
                  <a:schemeClr val="lt1"/>
                </a:solidFill>
                <a:latin typeface="Urbanist"/>
                <a:ea typeface="Urbanist"/>
                <a:cs typeface="Urbanist"/>
                <a:sym typeface="Urbanist"/>
              </a:defRPr>
            </a:lvl8pPr>
            <a:lvl9pPr indent="-304800" lvl="8" marL="4114800">
              <a:spcBef>
                <a:spcPts val="0"/>
              </a:spcBef>
              <a:spcAft>
                <a:spcPts val="0"/>
              </a:spcAft>
              <a:buClr>
                <a:schemeClr val="lt1"/>
              </a:buClr>
              <a:buSzPts val="1200"/>
              <a:buFont typeface="Urbanist"/>
              <a:buChar char="■"/>
              <a:defRPr>
                <a:solidFill>
                  <a:schemeClr val="lt1"/>
                </a:solidFill>
                <a:latin typeface="Urbanist"/>
                <a:ea typeface="Urbanist"/>
                <a:cs typeface="Urbanist"/>
                <a:sym typeface="Urbanist"/>
              </a:defRPr>
            </a:lvl9pPr>
          </a:lstStyle>
          <a:p/>
        </p:txBody>
      </p:sp>
      <p:cxnSp>
        <p:nvCxnSpPr>
          <p:cNvPr id="39" name="Google Shape;39;p5"/>
          <p:cNvCxnSpPr/>
          <p:nvPr/>
        </p:nvCxnSpPr>
        <p:spPr>
          <a:xfrm>
            <a:off x="228600" y="226100"/>
            <a:ext cx="8687100" cy="0"/>
          </a:xfrm>
          <a:prstGeom prst="straightConnector1">
            <a:avLst/>
          </a:prstGeom>
          <a:noFill/>
          <a:ln cap="flat" cmpd="sng" w="9525">
            <a:solidFill>
              <a:schemeClr val="lt2"/>
            </a:solidFill>
            <a:prstDash val="solid"/>
            <a:round/>
            <a:headEnd len="med" w="med" type="none"/>
            <a:tailEnd len="med" w="med" type="none"/>
          </a:ln>
        </p:spPr>
      </p:cxnSp>
      <p:cxnSp>
        <p:nvCxnSpPr>
          <p:cNvPr id="40" name="Google Shape;40;p5"/>
          <p:cNvCxnSpPr/>
          <p:nvPr/>
        </p:nvCxnSpPr>
        <p:spPr>
          <a:xfrm>
            <a:off x="4444600" y="570000"/>
            <a:ext cx="4470900" cy="0"/>
          </a:xfrm>
          <a:prstGeom prst="straightConnector1">
            <a:avLst/>
          </a:prstGeom>
          <a:noFill/>
          <a:ln cap="flat" cmpd="sng" w="9525">
            <a:solidFill>
              <a:schemeClr val="lt2"/>
            </a:solidFill>
            <a:prstDash val="solid"/>
            <a:round/>
            <a:headEnd len="med" w="med" type="none"/>
            <a:tailEnd len="med" w="med" type="none"/>
          </a:ln>
        </p:spPr>
      </p:cxnSp>
      <p:cxnSp>
        <p:nvCxnSpPr>
          <p:cNvPr id="41" name="Google Shape;41;p5"/>
          <p:cNvCxnSpPr/>
          <p:nvPr/>
        </p:nvCxnSpPr>
        <p:spPr>
          <a:xfrm>
            <a:off x="4442500" y="226100"/>
            <a:ext cx="0" cy="4457700"/>
          </a:xfrm>
          <a:prstGeom prst="straightConnector1">
            <a:avLst/>
          </a:prstGeom>
          <a:noFill/>
          <a:ln cap="flat" cmpd="sng" w="9525">
            <a:solidFill>
              <a:schemeClr val="lt2"/>
            </a:solidFill>
            <a:prstDash val="solid"/>
            <a:round/>
            <a:headEnd len="med" w="med" type="none"/>
            <a:tailEnd len="med" w="med" type="none"/>
          </a:ln>
        </p:spPr>
      </p:cxnSp>
      <p:sp>
        <p:nvSpPr>
          <p:cNvPr id="42" name="Google Shape;42;p5"/>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43" name="Google Shape;43;p5"/>
          <p:cNvSpPr txBox="1"/>
          <p:nvPr>
            <p:ph idx="4"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44" name="Google Shape;44;p5"/>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45" name="Google Shape;45;p5"/>
          <p:cNvSpPr txBox="1"/>
          <p:nvPr>
            <p:ph idx="5"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body and image ALT 1">
  <p:cSld name="BLANK_1_1_1_1_3">
    <p:spTree>
      <p:nvGrpSpPr>
        <p:cNvPr id="46" name="Shape 46"/>
        <p:cNvGrpSpPr/>
        <p:nvPr/>
      </p:nvGrpSpPr>
      <p:grpSpPr>
        <a:xfrm>
          <a:off x="0" y="0"/>
          <a:ext cx="0" cy="0"/>
          <a:chOff x="0" y="0"/>
          <a:chExt cx="0" cy="0"/>
        </a:xfrm>
      </p:grpSpPr>
      <p:pic>
        <p:nvPicPr>
          <p:cNvPr id="47" name="Google Shape;47;p6"/>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48" name="Google Shape;48;p6"/>
          <p:cNvSpPr txBox="1"/>
          <p:nvPr>
            <p:ph type="title"/>
          </p:nvPr>
        </p:nvSpPr>
        <p:spPr>
          <a:xfrm>
            <a:off x="228600" y="613525"/>
            <a:ext cx="3904500" cy="1162800"/>
          </a:xfrm>
          <a:prstGeom prst="rect">
            <a:avLst/>
          </a:prstGeom>
          <a:noFill/>
          <a:ln>
            <a:noFill/>
          </a:ln>
        </p:spPr>
        <p:txBody>
          <a:bodyPr anchorCtr="0" anchor="ctr" bIns="91425" lIns="0" spcFirstLastPara="1" rIns="91425" wrap="square" tIns="0">
            <a:spAutoFit/>
          </a:bodyPr>
          <a:lstStyle>
            <a:lvl1pPr lvl="0">
              <a:lnSpc>
                <a:spcPct val="85000"/>
              </a:lnSpc>
              <a:spcBef>
                <a:spcPts val="0"/>
              </a:spcBef>
              <a:spcAft>
                <a:spcPts val="0"/>
              </a:spcAft>
              <a:buNone/>
              <a:defRPr sz="3400">
                <a:solidFill>
                  <a:srgbClr val="D4FF00"/>
                </a:solidFill>
                <a:latin typeface="Urbanist Medium"/>
                <a:ea typeface="Urbanist Medium"/>
                <a:cs typeface="Urbanist Medium"/>
                <a:sym typeface="Urbanist Medium"/>
              </a:defRPr>
            </a:lvl1pPr>
            <a:lvl2pPr lvl="1">
              <a:lnSpc>
                <a:spcPct val="85000"/>
              </a:lnSpc>
              <a:spcBef>
                <a:spcPts val="0"/>
              </a:spcBef>
              <a:spcAft>
                <a:spcPts val="0"/>
              </a:spcAft>
              <a:buNone/>
              <a:defRPr sz="3600">
                <a:solidFill>
                  <a:srgbClr val="D4FF00"/>
                </a:solidFill>
                <a:latin typeface="Urbanist Medium"/>
                <a:ea typeface="Urbanist Medium"/>
                <a:cs typeface="Urbanist Medium"/>
                <a:sym typeface="Urbanist Medium"/>
              </a:defRPr>
            </a:lvl2pPr>
            <a:lvl3pPr lvl="2">
              <a:lnSpc>
                <a:spcPct val="85000"/>
              </a:lnSpc>
              <a:spcBef>
                <a:spcPts val="0"/>
              </a:spcBef>
              <a:spcAft>
                <a:spcPts val="0"/>
              </a:spcAft>
              <a:buNone/>
              <a:defRPr sz="3600">
                <a:solidFill>
                  <a:srgbClr val="D4FF00"/>
                </a:solidFill>
                <a:latin typeface="Urbanist Medium"/>
                <a:ea typeface="Urbanist Medium"/>
                <a:cs typeface="Urbanist Medium"/>
                <a:sym typeface="Urbanist Medium"/>
              </a:defRPr>
            </a:lvl3pPr>
            <a:lvl4pPr lvl="3">
              <a:lnSpc>
                <a:spcPct val="85000"/>
              </a:lnSpc>
              <a:spcBef>
                <a:spcPts val="0"/>
              </a:spcBef>
              <a:spcAft>
                <a:spcPts val="0"/>
              </a:spcAft>
              <a:buNone/>
              <a:defRPr sz="3600">
                <a:solidFill>
                  <a:srgbClr val="D4FF00"/>
                </a:solidFill>
                <a:latin typeface="Urbanist Medium"/>
                <a:ea typeface="Urbanist Medium"/>
                <a:cs typeface="Urbanist Medium"/>
                <a:sym typeface="Urbanist Medium"/>
              </a:defRPr>
            </a:lvl4pPr>
            <a:lvl5pPr lvl="4">
              <a:lnSpc>
                <a:spcPct val="85000"/>
              </a:lnSpc>
              <a:spcBef>
                <a:spcPts val="0"/>
              </a:spcBef>
              <a:spcAft>
                <a:spcPts val="0"/>
              </a:spcAft>
              <a:buNone/>
              <a:defRPr sz="3600">
                <a:solidFill>
                  <a:srgbClr val="D4FF00"/>
                </a:solidFill>
                <a:latin typeface="Urbanist Medium"/>
                <a:ea typeface="Urbanist Medium"/>
                <a:cs typeface="Urbanist Medium"/>
                <a:sym typeface="Urbanist Medium"/>
              </a:defRPr>
            </a:lvl5pPr>
            <a:lvl6pPr lvl="5">
              <a:lnSpc>
                <a:spcPct val="85000"/>
              </a:lnSpc>
              <a:spcBef>
                <a:spcPts val="0"/>
              </a:spcBef>
              <a:spcAft>
                <a:spcPts val="0"/>
              </a:spcAft>
              <a:buNone/>
              <a:defRPr sz="3600">
                <a:solidFill>
                  <a:srgbClr val="D4FF00"/>
                </a:solidFill>
                <a:latin typeface="Urbanist Medium"/>
                <a:ea typeface="Urbanist Medium"/>
                <a:cs typeface="Urbanist Medium"/>
                <a:sym typeface="Urbanist Medium"/>
              </a:defRPr>
            </a:lvl6pPr>
            <a:lvl7pPr lvl="6">
              <a:lnSpc>
                <a:spcPct val="85000"/>
              </a:lnSpc>
              <a:spcBef>
                <a:spcPts val="0"/>
              </a:spcBef>
              <a:spcAft>
                <a:spcPts val="0"/>
              </a:spcAft>
              <a:buNone/>
              <a:defRPr sz="3600">
                <a:solidFill>
                  <a:srgbClr val="D4FF00"/>
                </a:solidFill>
                <a:latin typeface="Urbanist Medium"/>
                <a:ea typeface="Urbanist Medium"/>
                <a:cs typeface="Urbanist Medium"/>
                <a:sym typeface="Urbanist Medium"/>
              </a:defRPr>
            </a:lvl7pPr>
            <a:lvl8pPr lvl="7">
              <a:lnSpc>
                <a:spcPct val="85000"/>
              </a:lnSpc>
              <a:spcBef>
                <a:spcPts val="0"/>
              </a:spcBef>
              <a:spcAft>
                <a:spcPts val="0"/>
              </a:spcAft>
              <a:buNone/>
              <a:defRPr sz="3600">
                <a:solidFill>
                  <a:srgbClr val="D4FF00"/>
                </a:solidFill>
                <a:latin typeface="Urbanist Medium"/>
                <a:ea typeface="Urbanist Medium"/>
                <a:cs typeface="Urbanist Medium"/>
                <a:sym typeface="Urbanist Medium"/>
              </a:defRPr>
            </a:lvl8pPr>
            <a:lvl9pPr lvl="8">
              <a:lnSpc>
                <a:spcPct val="85000"/>
              </a:lnSpc>
              <a:spcBef>
                <a:spcPts val="0"/>
              </a:spcBef>
              <a:spcAft>
                <a:spcPts val="0"/>
              </a:spcAft>
              <a:buNone/>
              <a:defRPr sz="3600">
                <a:solidFill>
                  <a:srgbClr val="D4FF00"/>
                </a:solidFill>
                <a:latin typeface="Urbanist Medium"/>
                <a:ea typeface="Urbanist Medium"/>
                <a:cs typeface="Urbanist Medium"/>
                <a:sym typeface="Urbanist Medium"/>
              </a:defRPr>
            </a:lvl9pPr>
          </a:lstStyle>
          <a:p/>
        </p:txBody>
      </p:sp>
      <p:sp>
        <p:nvSpPr>
          <p:cNvPr id="49" name="Google Shape;49;p6"/>
          <p:cNvSpPr/>
          <p:nvPr>
            <p:ph idx="2" type="pic"/>
          </p:nvPr>
        </p:nvSpPr>
        <p:spPr>
          <a:xfrm>
            <a:off x="4523050" y="737975"/>
            <a:ext cx="2164800" cy="1350300"/>
          </a:xfrm>
          <a:prstGeom prst="roundRect">
            <a:avLst>
              <a:gd fmla="val 7802" name="adj"/>
            </a:avLst>
          </a:prstGeom>
          <a:noFill/>
          <a:ln cap="flat" cmpd="sng" w="9525">
            <a:solidFill>
              <a:schemeClr val="accent1"/>
            </a:solidFill>
            <a:prstDash val="solid"/>
            <a:round/>
            <a:headEnd len="sm" w="sm" type="none"/>
            <a:tailEnd len="sm" w="sm" type="none"/>
          </a:ln>
        </p:spPr>
      </p:sp>
      <p:sp>
        <p:nvSpPr>
          <p:cNvPr id="50" name="Google Shape;50;p6"/>
          <p:cNvSpPr/>
          <p:nvPr>
            <p:ph idx="3" type="pic"/>
          </p:nvPr>
        </p:nvSpPr>
        <p:spPr>
          <a:xfrm>
            <a:off x="6752100" y="737775"/>
            <a:ext cx="2164800" cy="1350300"/>
          </a:xfrm>
          <a:prstGeom prst="roundRect">
            <a:avLst>
              <a:gd fmla="val 7802" name="adj"/>
            </a:avLst>
          </a:prstGeom>
          <a:noFill/>
          <a:ln cap="flat" cmpd="sng" w="9525">
            <a:solidFill>
              <a:schemeClr val="accent1"/>
            </a:solidFill>
            <a:prstDash val="solid"/>
            <a:round/>
            <a:headEnd len="sm" w="sm" type="none"/>
            <a:tailEnd len="sm" w="sm" type="none"/>
          </a:ln>
        </p:spPr>
      </p:sp>
      <p:sp>
        <p:nvSpPr>
          <p:cNvPr id="51" name="Google Shape;51;p6"/>
          <p:cNvSpPr/>
          <p:nvPr>
            <p:ph idx="4" type="pic"/>
          </p:nvPr>
        </p:nvSpPr>
        <p:spPr>
          <a:xfrm>
            <a:off x="4523050" y="2158000"/>
            <a:ext cx="4394100" cy="2282700"/>
          </a:xfrm>
          <a:prstGeom prst="roundRect">
            <a:avLst>
              <a:gd fmla="val 6108" name="adj"/>
            </a:avLst>
          </a:prstGeom>
          <a:noFill/>
          <a:ln cap="flat" cmpd="sng" w="9525">
            <a:solidFill>
              <a:schemeClr val="accent1"/>
            </a:solidFill>
            <a:prstDash val="solid"/>
            <a:round/>
            <a:headEnd len="sm" w="sm" type="none"/>
            <a:tailEnd len="sm" w="sm" type="none"/>
          </a:ln>
        </p:spPr>
      </p:sp>
      <p:sp>
        <p:nvSpPr>
          <p:cNvPr id="52" name="Google Shape;52;p6"/>
          <p:cNvSpPr txBox="1"/>
          <p:nvPr>
            <p:ph idx="1" type="body"/>
          </p:nvPr>
        </p:nvSpPr>
        <p:spPr>
          <a:xfrm>
            <a:off x="233850" y="1726850"/>
            <a:ext cx="3740100" cy="2713800"/>
          </a:xfrm>
          <a:prstGeom prst="rect">
            <a:avLst/>
          </a:prstGeom>
          <a:noFill/>
          <a:ln>
            <a:noFill/>
          </a:ln>
        </p:spPr>
        <p:txBody>
          <a:bodyPr anchorCtr="0" anchor="ctr" bIns="0" lIns="0" spcFirstLastPara="1" rIns="0" wrap="square" tIns="0">
            <a:noAutofit/>
          </a:bodyPr>
          <a:lstStyle>
            <a:lvl1pPr indent="-292100" lvl="0" marL="457200">
              <a:spcBef>
                <a:spcPts val="0"/>
              </a:spcBef>
              <a:spcAft>
                <a:spcPts val="0"/>
              </a:spcAft>
              <a:buClr>
                <a:srgbClr val="D4FF00"/>
              </a:buClr>
              <a:buSzPts val="1000"/>
              <a:buFont typeface="Urbanist Medium"/>
              <a:buChar char="●"/>
              <a:defRPr sz="1000">
                <a:solidFill>
                  <a:srgbClr val="D4FF00"/>
                </a:solidFill>
                <a:latin typeface="Urbanist Medium"/>
                <a:ea typeface="Urbanist Medium"/>
                <a:cs typeface="Urbanist Medium"/>
                <a:sym typeface="Urbanist Medium"/>
              </a:defRPr>
            </a:lvl1pPr>
            <a:lvl2pPr indent="-292100" lvl="1" marL="914400">
              <a:spcBef>
                <a:spcPts val="0"/>
              </a:spcBef>
              <a:spcAft>
                <a:spcPts val="0"/>
              </a:spcAft>
              <a:buClr>
                <a:srgbClr val="D4FF00"/>
              </a:buClr>
              <a:buSzPts val="1000"/>
              <a:buFont typeface="Urbanist Medium"/>
              <a:buChar char="○"/>
              <a:defRPr sz="1000">
                <a:solidFill>
                  <a:srgbClr val="D4FF00"/>
                </a:solidFill>
                <a:latin typeface="Urbanist Medium"/>
                <a:ea typeface="Urbanist Medium"/>
                <a:cs typeface="Urbanist Medium"/>
                <a:sym typeface="Urbanist Medium"/>
              </a:defRPr>
            </a:lvl2pPr>
            <a:lvl3pPr indent="-292100" lvl="2" marL="1371600">
              <a:spcBef>
                <a:spcPts val="0"/>
              </a:spcBef>
              <a:spcAft>
                <a:spcPts val="0"/>
              </a:spcAft>
              <a:buClr>
                <a:srgbClr val="D4FF00"/>
              </a:buClr>
              <a:buSzPts val="1000"/>
              <a:buFont typeface="Urbanist Medium"/>
              <a:buChar char="■"/>
              <a:defRPr sz="1000">
                <a:solidFill>
                  <a:srgbClr val="D4FF00"/>
                </a:solidFill>
                <a:latin typeface="Urbanist Medium"/>
                <a:ea typeface="Urbanist Medium"/>
                <a:cs typeface="Urbanist Medium"/>
                <a:sym typeface="Urbanist Medium"/>
              </a:defRPr>
            </a:lvl3pPr>
            <a:lvl4pPr indent="-292100" lvl="3" marL="1828800">
              <a:spcBef>
                <a:spcPts val="0"/>
              </a:spcBef>
              <a:spcAft>
                <a:spcPts val="0"/>
              </a:spcAft>
              <a:buClr>
                <a:srgbClr val="D4FF00"/>
              </a:buClr>
              <a:buSzPts val="1000"/>
              <a:buFont typeface="Urbanist Medium"/>
              <a:buChar char="●"/>
              <a:defRPr sz="1000">
                <a:solidFill>
                  <a:srgbClr val="D4FF00"/>
                </a:solidFill>
                <a:latin typeface="Urbanist Medium"/>
                <a:ea typeface="Urbanist Medium"/>
                <a:cs typeface="Urbanist Medium"/>
                <a:sym typeface="Urbanist Medium"/>
              </a:defRPr>
            </a:lvl4pPr>
            <a:lvl5pPr indent="-292100" lvl="4" marL="2286000">
              <a:spcBef>
                <a:spcPts val="0"/>
              </a:spcBef>
              <a:spcAft>
                <a:spcPts val="0"/>
              </a:spcAft>
              <a:buClr>
                <a:srgbClr val="D4FF00"/>
              </a:buClr>
              <a:buSzPts val="1000"/>
              <a:buFont typeface="Urbanist Medium"/>
              <a:buChar char="○"/>
              <a:defRPr sz="1000">
                <a:solidFill>
                  <a:srgbClr val="D4FF00"/>
                </a:solidFill>
                <a:latin typeface="Urbanist Medium"/>
                <a:ea typeface="Urbanist Medium"/>
                <a:cs typeface="Urbanist Medium"/>
                <a:sym typeface="Urbanist Medium"/>
              </a:defRPr>
            </a:lvl5pPr>
            <a:lvl6pPr indent="-292100" lvl="5" marL="2743200">
              <a:spcBef>
                <a:spcPts val="0"/>
              </a:spcBef>
              <a:spcAft>
                <a:spcPts val="0"/>
              </a:spcAft>
              <a:buClr>
                <a:srgbClr val="D4FF00"/>
              </a:buClr>
              <a:buSzPts val="1000"/>
              <a:buFont typeface="Urbanist Medium"/>
              <a:buChar char="■"/>
              <a:defRPr sz="1000">
                <a:solidFill>
                  <a:srgbClr val="D4FF00"/>
                </a:solidFill>
                <a:latin typeface="Urbanist Medium"/>
                <a:ea typeface="Urbanist Medium"/>
                <a:cs typeface="Urbanist Medium"/>
                <a:sym typeface="Urbanist Medium"/>
              </a:defRPr>
            </a:lvl6pPr>
            <a:lvl7pPr indent="-292100" lvl="6" marL="3200400">
              <a:spcBef>
                <a:spcPts val="0"/>
              </a:spcBef>
              <a:spcAft>
                <a:spcPts val="0"/>
              </a:spcAft>
              <a:buClr>
                <a:srgbClr val="D4FF00"/>
              </a:buClr>
              <a:buSzPts val="1000"/>
              <a:buFont typeface="Urbanist Medium"/>
              <a:buChar char="●"/>
              <a:defRPr sz="1000">
                <a:solidFill>
                  <a:srgbClr val="D4FF00"/>
                </a:solidFill>
                <a:latin typeface="Urbanist Medium"/>
                <a:ea typeface="Urbanist Medium"/>
                <a:cs typeface="Urbanist Medium"/>
                <a:sym typeface="Urbanist Medium"/>
              </a:defRPr>
            </a:lvl7pPr>
            <a:lvl8pPr indent="-292100" lvl="7" marL="3657600">
              <a:spcBef>
                <a:spcPts val="0"/>
              </a:spcBef>
              <a:spcAft>
                <a:spcPts val="0"/>
              </a:spcAft>
              <a:buClr>
                <a:srgbClr val="D4FF00"/>
              </a:buClr>
              <a:buSzPts val="1000"/>
              <a:buFont typeface="Urbanist Medium"/>
              <a:buChar char="○"/>
              <a:defRPr sz="1000">
                <a:solidFill>
                  <a:srgbClr val="D4FF00"/>
                </a:solidFill>
                <a:latin typeface="Urbanist Medium"/>
                <a:ea typeface="Urbanist Medium"/>
                <a:cs typeface="Urbanist Medium"/>
                <a:sym typeface="Urbanist Medium"/>
              </a:defRPr>
            </a:lvl8pPr>
            <a:lvl9pPr indent="-292100" lvl="8" marL="4114800">
              <a:spcBef>
                <a:spcPts val="0"/>
              </a:spcBef>
              <a:spcAft>
                <a:spcPts val="0"/>
              </a:spcAft>
              <a:buClr>
                <a:srgbClr val="D4FF00"/>
              </a:buClr>
              <a:buSzPts val="1000"/>
              <a:buFont typeface="Urbanist Medium"/>
              <a:buChar char="■"/>
              <a:defRPr sz="1000">
                <a:solidFill>
                  <a:srgbClr val="D4FF00"/>
                </a:solidFill>
                <a:latin typeface="Urbanist Medium"/>
                <a:ea typeface="Urbanist Medium"/>
                <a:cs typeface="Urbanist Medium"/>
                <a:sym typeface="Urbanist Medium"/>
              </a:defRPr>
            </a:lvl9pPr>
          </a:lstStyle>
          <a:p/>
        </p:txBody>
      </p:sp>
      <p:sp>
        <p:nvSpPr>
          <p:cNvPr id="53" name="Google Shape;53;p6"/>
          <p:cNvSpPr txBox="1"/>
          <p:nvPr>
            <p:ph idx="5" type="subTitle"/>
          </p:nvPr>
        </p:nvSpPr>
        <p:spPr>
          <a:xfrm>
            <a:off x="228600" y="228600"/>
            <a:ext cx="29208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rgbClr val="D4FF00"/>
              </a:buClr>
              <a:buSzPts val="1200"/>
              <a:buFont typeface="Urbanist Medium"/>
              <a:buNone/>
              <a:defRPr sz="1200">
                <a:solidFill>
                  <a:srgbClr val="D4FF00"/>
                </a:solidFill>
                <a:latin typeface="Urbanist Medium"/>
                <a:ea typeface="Urbanist Medium"/>
                <a:cs typeface="Urbanist Medium"/>
                <a:sym typeface="Urbanist Medium"/>
              </a:defRPr>
            </a:lvl1pPr>
            <a:lvl2pPr lvl="1">
              <a:spcBef>
                <a:spcPts val="0"/>
              </a:spcBef>
              <a:spcAft>
                <a:spcPts val="0"/>
              </a:spcAft>
              <a:buClr>
                <a:srgbClr val="D4FF00"/>
              </a:buClr>
              <a:buSzPts val="1200"/>
              <a:buFont typeface="Urbanist Medium"/>
              <a:buNone/>
              <a:defRPr sz="1200">
                <a:solidFill>
                  <a:srgbClr val="D4FF00"/>
                </a:solidFill>
                <a:latin typeface="Urbanist Medium"/>
                <a:ea typeface="Urbanist Medium"/>
                <a:cs typeface="Urbanist Medium"/>
                <a:sym typeface="Urbanist Medium"/>
              </a:defRPr>
            </a:lvl2pPr>
            <a:lvl3pPr lvl="2">
              <a:spcBef>
                <a:spcPts val="0"/>
              </a:spcBef>
              <a:spcAft>
                <a:spcPts val="0"/>
              </a:spcAft>
              <a:buClr>
                <a:srgbClr val="D4FF00"/>
              </a:buClr>
              <a:buSzPts val="1200"/>
              <a:buFont typeface="Urbanist Medium"/>
              <a:buNone/>
              <a:defRPr sz="1200">
                <a:solidFill>
                  <a:srgbClr val="D4FF00"/>
                </a:solidFill>
                <a:latin typeface="Urbanist Medium"/>
                <a:ea typeface="Urbanist Medium"/>
                <a:cs typeface="Urbanist Medium"/>
                <a:sym typeface="Urbanist Medium"/>
              </a:defRPr>
            </a:lvl3pPr>
            <a:lvl4pPr lvl="3">
              <a:spcBef>
                <a:spcPts val="0"/>
              </a:spcBef>
              <a:spcAft>
                <a:spcPts val="0"/>
              </a:spcAft>
              <a:buClr>
                <a:srgbClr val="D4FF00"/>
              </a:buClr>
              <a:buSzPts val="1200"/>
              <a:buFont typeface="Urbanist Medium"/>
              <a:buNone/>
              <a:defRPr sz="1200">
                <a:solidFill>
                  <a:srgbClr val="D4FF00"/>
                </a:solidFill>
                <a:latin typeface="Urbanist Medium"/>
                <a:ea typeface="Urbanist Medium"/>
                <a:cs typeface="Urbanist Medium"/>
                <a:sym typeface="Urbanist Medium"/>
              </a:defRPr>
            </a:lvl4pPr>
            <a:lvl5pPr lvl="4">
              <a:spcBef>
                <a:spcPts val="0"/>
              </a:spcBef>
              <a:spcAft>
                <a:spcPts val="0"/>
              </a:spcAft>
              <a:buClr>
                <a:srgbClr val="D4FF00"/>
              </a:buClr>
              <a:buSzPts val="1200"/>
              <a:buFont typeface="Urbanist Medium"/>
              <a:buNone/>
              <a:defRPr sz="1200">
                <a:solidFill>
                  <a:srgbClr val="D4FF00"/>
                </a:solidFill>
                <a:latin typeface="Urbanist Medium"/>
                <a:ea typeface="Urbanist Medium"/>
                <a:cs typeface="Urbanist Medium"/>
                <a:sym typeface="Urbanist Medium"/>
              </a:defRPr>
            </a:lvl5pPr>
            <a:lvl6pPr lvl="5">
              <a:spcBef>
                <a:spcPts val="0"/>
              </a:spcBef>
              <a:spcAft>
                <a:spcPts val="0"/>
              </a:spcAft>
              <a:buClr>
                <a:srgbClr val="D4FF00"/>
              </a:buClr>
              <a:buSzPts val="1200"/>
              <a:buFont typeface="Urbanist Medium"/>
              <a:buNone/>
              <a:defRPr sz="1200">
                <a:solidFill>
                  <a:srgbClr val="D4FF00"/>
                </a:solidFill>
                <a:latin typeface="Urbanist Medium"/>
                <a:ea typeface="Urbanist Medium"/>
                <a:cs typeface="Urbanist Medium"/>
                <a:sym typeface="Urbanist Medium"/>
              </a:defRPr>
            </a:lvl6pPr>
            <a:lvl7pPr lvl="6">
              <a:spcBef>
                <a:spcPts val="0"/>
              </a:spcBef>
              <a:spcAft>
                <a:spcPts val="0"/>
              </a:spcAft>
              <a:buClr>
                <a:srgbClr val="D4FF00"/>
              </a:buClr>
              <a:buSzPts val="1200"/>
              <a:buFont typeface="Urbanist Medium"/>
              <a:buNone/>
              <a:defRPr sz="1200">
                <a:solidFill>
                  <a:srgbClr val="D4FF00"/>
                </a:solidFill>
                <a:latin typeface="Urbanist Medium"/>
                <a:ea typeface="Urbanist Medium"/>
                <a:cs typeface="Urbanist Medium"/>
                <a:sym typeface="Urbanist Medium"/>
              </a:defRPr>
            </a:lvl7pPr>
            <a:lvl8pPr lvl="7">
              <a:spcBef>
                <a:spcPts val="0"/>
              </a:spcBef>
              <a:spcAft>
                <a:spcPts val="0"/>
              </a:spcAft>
              <a:buClr>
                <a:srgbClr val="D4FF00"/>
              </a:buClr>
              <a:buSzPts val="1200"/>
              <a:buFont typeface="Urbanist Medium"/>
              <a:buNone/>
              <a:defRPr sz="1200">
                <a:solidFill>
                  <a:srgbClr val="D4FF00"/>
                </a:solidFill>
                <a:latin typeface="Urbanist Medium"/>
                <a:ea typeface="Urbanist Medium"/>
                <a:cs typeface="Urbanist Medium"/>
                <a:sym typeface="Urbanist Medium"/>
              </a:defRPr>
            </a:lvl8pPr>
            <a:lvl9pPr lvl="8">
              <a:spcBef>
                <a:spcPts val="0"/>
              </a:spcBef>
              <a:spcAft>
                <a:spcPts val="0"/>
              </a:spcAft>
              <a:buClr>
                <a:srgbClr val="D4FF00"/>
              </a:buClr>
              <a:buSzPts val="1200"/>
              <a:buFont typeface="Urbanist Medium"/>
              <a:buNone/>
              <a:defRPr sz="1200">
                <a:solidFill>
                  <a:srgbClr val="D4FF00"/>
                </a:solidFill>
                <a:latin typeface="Urbanist Medium"/>
                <a:ea typeface="Urbanist Medium"/>
                <a:cs typeface="Urbanist Medium"/>
                <a:sym typeface="Urbanist Medium"/>
              </a:defRPr>
            </a:lvl9pPr>
          </a:lstStyle>
          <a:p/>
        </p:txBody>
      </p:sp>
      <p:sp>
        <p:nvSpPr>
          <p:cNvPr id="54" name="Google Shape;54;p6"/>
          <p:cNvSpPr txBox="1"/>
          <p:nvPr>
            <p:ph idx="6"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55" name="Google Shape;55;p6"/>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56" name="Google Shape;56;p6"/>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p15:guide id="1" orient="horz" pos="2805">
          <p15:clr>
            <a:srgbClr val="E46962"/>
          </p15:clr>
        </p15:guide>
      </p15:sldGuideLst>
    </p:ext>
  </p:extLst>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ALT 1">
  <p:cSld name="BLANK_1_1_1_1_2">
    <p:spTree>
      <p:nvGrpSpPr>
        <p:cNvPr id="57" name="Shape 57"/>
        <p:cNvGrpSpPr/>
        <p:nvPr/>
      </p:nvGrpSpPr>
      <p:grpSpPr>
        <a:xfrm>
          <a:off x="0" y="0"/>
          <a:ext cx="0" cy="0"/>
          <a:chOff x="0" y="0"/>
          <a:chExt cx="0" cy="0"/>
        </a:xfrm>
      </p:grpSpPr>
      <p:pic>
        <p:nvPicPr>
          <p:cNvPr id="58" name="Google Shape;58;p7"/>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59" name="Google Shape;59;p7"/>
          <p:cNvSpPr txBox="1"/>
          <p:nvPr>
            <p:ph type="title"/>
          </p:nvPr>
        </p:nvSpPr>
        <p:spPr>
          <a:xfrm>
            <a:off x="277500" y="228600"/>
            <a:ext cx="3904500" cy="1162800"/>
          </a:xfrm>
          <a:prstGeom prst="rect">
            <a:avLst/>
          </a:prstGeom>
          <a:noFill/>
          <a:ln>
            <a:noFill/>
          </a:ln>
        </p:spPr>
        <p:txBody>
          <a:bodyPr anchorCtr="0" anchor="ctr" bIns="91425" lIns="0" spcFirstLastPara="1" rIns="91425" wrap="square" tIns="0">
            <a:spAutoFit/>
          </a:bodyPr>
          <a:lstStyle>
            <a:lvl1pPr lvl="0">
              <a:lnSpc>
                <a:spcPct val="85000"/>
              </a:lnSpc>
              <a:spcBef>
                <a:spcPts val="0"/>
              </a:spcBef>
              <a:spcAft>
                <a:spcPts val="0"/>
              </a:spcAft>
              <a:buNone/>
              <a:defRPr sz="3400">
                <a:solidFill>
                  <a:schemeClr val="dk2"/>
                </a:solidFill>
                <a:latin typeface="Urbanist Medium"/>
                <a:ea typeface="Urbanist Medium"/>
                <a:cs typeface="Urbanist Medium"/>
                <a:sym typeface="Urbanist Medium"/>
              </a:defRPr>
            </a:lvl1pPr>
            <a:lvl2pPr lvl="1">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2pPr>
            <a:lvl3pPr lvl="2">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3pPr>
            <a:lvl4pPr lvl="3">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4pPr>
            <a:lvl5pPr lvl="4">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5pPr>
            <a:lvl6pPr lvl="5">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6pPr>
            <a:lvl7pPr lvl="6">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7pPr>
            <a:lvl8pPr lvl="7">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8pPr>
            <a:lvl9pPr lvl="8">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9pPr>
          </a:lstStyle>
          <a:p/>
        </p:txBody>
      </p:sp>
      <p:sp>
        <p:nvSpPr>
          <p:cNvPr id="60" name="Google Shape;60;p7"/>
          <p:cNvSpPr txBox="1"/>
          <p:nvPr>
            <p:ph idx="1" type="subTitle"/>
          </p:nvPr>
        </p:nvSpPr>
        <p:spPr>
          <a:xfrm>
            <a:off x="5067075" y="387150"/>
            <a:ext cx="3267600" cy="288600"/>
          </a:xfrm>
          <a:prstGeom prst="rect">
            <a:avLst/>
          </a:prstGeom>
          <a:noFill/>
          <a:ln>
            <a:noFill/>
          </a:ln>
        </p:spPr>
        <p:txBody>
          <a:bodyPr anchorCtr="0" anchor="ctr" bIns="0" lIns="0" spcFirstLastPara="1" rIns="0" wrap="square" tIns="0">
            <a:noAutofit/>
          </a:bodyPr>
          <a:lstStyle>
            <a:lvl1pPr lvl="0">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1pPr>
            <a:lvl2pPr lvl="1">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2pPr>
            <a:lvl3pPr lvl="2">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3pPr>
            <a:lvl4pPr lvl="3">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4pPr>
            <a:lvl5pPr lvl="4">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5pPr>
            <a:lvl6pPr lvl="5">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6pPr>
            <a:lvl7pPr lvl="6">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7pPr>
            <a:lvl8pPr lvl="7">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8pPr>
            <a:lvl9pPr lvl="8">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9pPr>
          </a:lstStyle>
          <a:p/>
        </p:txBody>
      </p:sp>
      <p:sp>
        <p:nvSpPr>
          <p:cNvPr id="61" name="Google Shape;61;p7"/>
          <p:cNvSpPr txBox="1"/>
          <p:nvPr>
            <p:ph idx="2" type="subTitle"/>
          </p:nvPr>
        </p:nvSpPr>
        <p:spPr>
          <a:xfrm>
            <a:off x="5067075" y="1061588"/>
            <a:ext cx="3267600" cy="288600"/>
          </a:xfrm>
          <a:prstGeom prst="rect">
            <a:avLst/>
          </a:prstGeom>
          <a:noFill/>
          <a:ln>
            <a:noFill/>
          </a:ln>
        </p:spPr>
        <p:txBody>
          <a:bodyPr anchorCtr="0" anchor="ctr" bIns="0" lIns="0" spcFirstLastPara="1" rIns="0" wrap="square" tIns="0">
            <a:noAutofit/>
          </a:bodyPr>
          <a:lstStyle>
            <a:lvl1pPr lvl="0">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1pPr>
            <a:lvl2pPr lvl="1">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2pPr>
            <a:lvl3pPr lvl="2">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3pPr>
            <a:lvl4pPr lvl="3">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4pPr>
            <a:lvl5pPr lvl="4">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5pPr>
            <a:lvl6pPr lvl="5">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6pPr>
            <a:lvl7pPr lvl="6">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7pPr>
            <a:lvl8pPr lvl="7">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8pPr>
            <a:lvl9pPr lvl="8">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9pPr>
          </a:lstStyle>
          <a:p/>
        </p:txBody>
      </p:sp>
      <p:sp>
        <p:nvSpPr>
          <p:cNvPr id="62" name="Google Shape;62;p7"/>
          <p:cNvSpPr txBox="1"/>
          <p:nvPr>
            <p:ph idx="3" type="subTitle"/>
          </p:nvPr>
        </p:nvSpPr>
        <p:spPr>
          <a:xfrm>
            <a:off x="5067075" y="1739350"/>
            <a:ext cx="3267600" cy="288600"/>
          </a:xfrm>
          <a:prstGeom prst="rect">
            <a:avLst/>
          </a:prstGeom>
          <a:noFill/>
          <a:ln>
            <a:noFill/>
          </a:ln>
        </p:spPr>
        <p:txBody>
          <a:bodyPr anchorCtr="0" anchor="ctr" bIns="0" lIns="0" spcFirstLastPara="1" rIns="0" wrap="square" tIns="0">
            <a:noAutofit/>
          </a:bodyPr>
          <a:lstStyle>
            <a:lvl1pPr lvl="0">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1pPr>
            <a:lvl2pPr lvl="1">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2pPr>
            <a:lvl3pPr lvl="2">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3pPr>
            <a:lvl4pPr lvl="3">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4pPr>
            <a:lvl5pPr lvl="4">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5pPr>
            <a:lvl6pPr lvl="5">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6pPr>
            <a:lvl7pPr lvl="6">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7pPr>
            <a:lvl8pPr lvl="7">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8pPr>
            <a:lvl9pPr lvl="8">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9pPr>
          </a:lstStyle>
          <a:p/>
        </p:txBody>
      </p:sp>
      <p:sp>
        <p:nvSpPr>
          <p:cNvPr id="63" name="Google Shape;63;p7"/>
          <p:cNvSpPr txBox="1"/>
          <p:nvPr>
            <p:ph idx="4" type="subTitle"/>
          </p:nvPr>
        </p:nvSpPr>
        <p:spPr>
          <a:xfrm>
            <a:off x="5067075" y="2424100"/>
            <a:ext cx="3267600" cy="288600"/>
          </a:xfrm>
          <a:prstGeom prst="rect">
            <a:avLst/>
          </a:prstGeom>
          <a:noFill/>
          <a:ln>
            <a:noFill/>
          </a:ln>
        </p:spPr>
        <p:txBody>
          <a:bodyPr anchorCtr="0" anchor="ctr" bIns="0" lIns="0" spcFirstLastPara="1" rIns="0" wrap="square" tIns="0">
            <a:noAutofit/>
          </a:bodyPr>
          <a:lstStyle>
            <a:lvl1pPr lvl="0">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1pPr>
            <a:lvl2pPr lvl="1">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2pPr>
            <a:lvl3pPr lvl="2">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3pPr>
            <a:lvl4pPr lvl="3">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4pPr>
            <a:lvl5pPr lvl="4">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5pPr>
            <a:lvl6pPr lvl="5">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6pPr>
            <a:lvl7pPr lvl="6">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7pPr>
            <a:lvl8pPr lvl="7">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8pPr>
            <a:lvl9pPr lvl="8">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9pPr>
          </a:lstStyle>
          <a:p/>
        </p:txBody>
      </p:sp>
      <p:sp>
        <p:nvSpPr>
          <p:cNvPr id="64" name="Google Shape;64;p7"/>
          <p:cNvSpPr txBox="1"/>
          <p:nvPr>
            <p:ph idx="5" type="subTitle"/>
          </p:nvPr>
        </p:nvSpPr>
        <p:spPr>
          <a:xfrm>
            <a:off x="5067075" y="3094938"/>
            <a:ext cx="3267600" cy="288600"/>
          </a:xfrm>
          <a:prstGeom prst="rect">
            <a:avLst/>
          </a:prstGeom>
          <a:noFill/>
          <a:ln>
            <a:noFill/>
          </a:ln>
        </p:spPr>
        <p:txBody>
          <a:bodyPr anchorCtr="0" anchor="ctr" bIns="0" lIns="0" spcFirstLastPara="1" rIns="0" wrap="square" tIns="0">
            <a:noAutofit/>
          </a:bodyPr>
          <a:lstStyle>
            <a:lvl1pPr lvl="0">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1pPr>
            <a:lvl2pPr lvl="1">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2pPr>
            <a:lvl3pPr lvl="2">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3pPr>
            <a:lvl4pPr lvl="3">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4pPr>
            <a:lvl5pPr lvl="4">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5pPr>
            <a:lvl6pPr lvl="5">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6pPr>
            <a:lvl7pPr lvl="6">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7pPr>
            <a:lvl8pPr lvl="7">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8pPr>
            <a:lvl9pPr lvl="8">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9pPr>
          </a:lstStyle>
          <a:p/>
        </p:txBody>
      </p:sp>
      <p:sp>
        <p:nvSpPr>
          <p:cNvPr id="65" name="Google Shape;65;p7"/>
          <p:cNvSpPr txBox="1"/>
          <p:nvPr>
            <p:ph idx="6" type="subTitle"/>
          </p:nvPr>
        </p:nvSpPr>
        <p:spPr>
          <a:xfrm>
            <a:off x="5067075" y="3765788"/>
            <a:ext cx="3267600" cy="288600"/>
          </a:xfrm>
          <a:prstGeom prst="rect">
            <a:avLst/>
          </a:prstGeom>
          <a:noFill/>
          <a:ln>
            <a:noFill/>
          </a:ln>
        </p:spPr>
        <p:txBody>
          <a:bodyPr anchorCtr="0" anchor="ctr" bIns="0" lIns="0" spcFirstLastPara="1" rIns="0" wrap="square" tIns="0">
            <a:noAutofit/>
          </a:bodyPr>
          <a:lstStyle>
            <a:lvl1pPr lvl="0">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1pPr>
            <a:lvl2pPr lvl="1">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2pPr>
            <a:lvl3pPr lvl="2">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3pPr>
            <a:lvl4pPr lvl="3">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4pPr>
            <a:lvl5pPr lvl="4">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5pPr>
            <a:lvl6pPr lvl="5">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6pPr>
            <a:lvl7pPr lvl="6">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7pPr>
            <a:lvl8pPr lvl="7">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8pPr>
            <a:lvl9pPr lvl="8">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9pPr>
          </a:lstStyle>
          <a:p/>
        </p:txBody>
      </p:sp>
      <p:sp>
        <p:nvSpPr>
          <p:cNvPr id="66" name="Google Shape;66;p7"/>
          <p:cNvSpPr txBox="1"/>
          <p:nvPr>
            <p:ph idx="7"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67" name="Google Shape;67;p7"/>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68" name="Google Shape;68;p7"/>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p15:guide id="1" orient="horz" pos="2805">
          <p15:clr>
            <a:srgbClr val="E46962"/>
          </p15:clr>
        </p15:guide>
      </p15:sldGuideLst>
    </p:ext>
  </p:extLst>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images">
  <p:cSld name="BLANK_1_1_1_1_2_1">
    <p:spTree>
      <p:nvGrpSpPr>
        <p:cNvPr id="69" name="Shape 69"/>
        <p:cNvGrpSpPr/>
        <p:nvPr/>
      </p:nvGrpSpPr>
      <p:grpSpPr>
        <a:xfrm>
          <a:off x="0" y="0"/>
          <a:ext cx="0" cy="0"/>
          <a:chOff x="0" y="0"/>
          <a:chExt cx="0" cy="0"/>
        </a:xfrm>
      </p:grpSpPr>
      <p:pic>
        <p:nvPicPr>
          <p:cNvPr id="70" name="Google Shape;70;p8"/>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71" name="Google Shape;71;p8"/>
          <p:cNvSpPr/>
          <p:nvPr>
            <p:ph idx="2" type="pic"/>
          </p:nvPr>
        </p:nvSpPr>
        <p:spPr>
          <a:xfrm>
            <a:off x="4618950" y="228600"/>
            <a:ext cx="1370400" cy="1357500"/>
          </a:xfrm>
          <a:prstGeom prst="roundRect">
            <a:avLst>
              <a:gd fmla="val 16935" name="adj"/>
            </a:avLst>
          </a:prstGeom>
          <a:noFill/>
          <a:ln>
            <a:noFill/>
          </a:ln>
        </p:spPr>
      </p:sp>
      <p:sp>
        <p:nvSpPr>
          <p:cNvPr id="72" name="Google Shape;72;p8"/>
          <p:cNvSpPr txBox="1"/>
          <p:nvPr>
            <p:ph idx="1" type="subTitle"/>
          </p:nvPr>
        </p:nvSpPr>
        <p:spPr>
          <a:xfrm>
            <a:off x="4619000" y="1702322"/>
            <a:ext cx="1370400" cy="171900"/>
          </a:xfrm>
          <a:prstGeom prst="rect">
            <a:avLst/>
          </a:prstGeom>
          <a:noFill/>
          <a:ln>
            <a:noFill/>
          </a:ln>
        </p:spPr>
        <p:txBody>
          <a:bodyPr anchorCtr="0" anchor="b" bIns="0" lIns="0" spcFirstLastPara="1" rIns="91425" wrap="square" tIns="0">
            <a:noAutofit/>
          </a:bodyPr>
          <a:lstStyle>
            <a:lvl1pPr lvl="0">
              <a:spcBef>
                <a:spcPts val="0"/>
              </a:spcBef>
              <a:spcAft>
                <a:spcPts val="0"/>
              </a:spcAft>
              <a:buNone/>
              <a:defRPr sz="1200">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2pPr>
            <a:lvl3pPr lvl="2">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3pPr>
            <a:lvl4pPr lvl="3">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4pPr>
            <a:lvl5pPr lvl="4">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5pPr>
            <a:lvl6pPr lvl="5">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6pPr>
            <a:lvl7pPr lvl="6">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7pPr>
            <a:lvl8pPr lvl="7">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8pPr>
            <a:lvl9pPr lvl="8">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9pPr>
          </a:lstStyle>
          <a:p/>
        </p:txBody>
      </p:sp>
      <p:sp>
        <p:nvSpPr>
          <p:cNvPr id="73" name="Google Shape;73;p8"/>
          <p:cNvSpPr txBox="1"/>
          <p:nvPr>
            <p:ph type="title"/>
          </p:nvPr>
        </p:nvSpPr>
        <p:spPr>
          <a:xfrm>
            <a:off x="228600" y="234750"/>
            <a:ext cx="3904500" cy="1162800"/>
          </a:xfrm>
          <a:prstGeom prst="rect">
            <a:avLst/>
          </a:prstGeom>
          <a:noFill/>
          <a:ln>
            <a:noFill/>
          </a:ln>
        </p:spPr>
        <p:txBody>
          <a:bodyPr anchorCtr="0" anchor="ctr" bIns="91425" lIns="0" spcFirstLastPara="1" rIns="91425" wrap="square" tIns="0">
            <a:spAutoFit/>
          </a:bodyPr>
          <a:lstStyle>
            <a:lvl1pPr lvl="0">
              <a:lnSpc>
                <a:spcPct val="85000"/>
              </a:lnSpc>
              <a:spcBef>
                <a:spcPts val="0"/>
              </a:spcBef>
              <a:spcAft>
                <a:spcPts val="0"/>
              </a:spcAft>
              <a:buNone/>
              <a:defRPr sz="3400">
                <a:solidFill>
                  <a:schemeClr val="dk2"/>
                </a:solidFill>
                <a:latin typeface="Urbanist Medium"/>
                <a:ea typeface="Urbanist Medium"/>
                <a:cs typeface="Urbanist Medium"/>
                <a:sym typeface="Urbanist Medium"/>
              </a:defRPr>
            </a:lvl1pPr>
            <a:lvl2pPr lvl="1">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2pPr>
            <a:lvl3pPr lvl="2">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3pPr>
            <a:lvl4pPr lvl="3">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4pPr>
            <a:lvl5pPr lvl="4">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5pPr>
            <a:lvl6pPr lvl="5">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6pPr>
            <a:lvl7pPr lvl="6">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7pPr>
            <a:lvl8pPr lvl="7">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8pPr>
            <a:lvl9pPr lvl="8">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9pPr>
          </a:lstStyle>
          <a:p/>
        </p:txBody>
      </p:sp>
      <p:sp>
        <p:nvSpPr>
          <p:cNvPr id="74" name="Google Shape;74;p8"/>
          <p:cNvSpPr txBox="1"/>
          <p:nvPr>
            <p:ph idx="3" type="subTitle"/>
          </p:nvPr>
        </p:nvSpPr>
        <p:spPr>
          <a:xfrm>
            <a:off x="4619000" y="1880160"/>
            <a:ext cx="1370400" cy="171900"/>
          </a:xfrm>
          <a:prstGeom prst="rect">
            <a:avLst/>
          </a:prstGeom>
          <a:noFill/>
          <a:ln>
            <a:noFill/>
          </a:ln>
        </p:spPr>
        <p:txBody>
          <a:bodyPr anchorCtr="0" anchor="ctr" bIns="91425" lIns="0" spcFirstLastPara="1" rIns="91425" wrap="square" tIns="0">
            <a:noAutofit/>
          </a:bodyPr>
          <a:lstStyle>
            <a:lvl1pPr lvl="0">
              <a:spcBef>
                <a:spcPts val="0"/>
              </a:spcBef>
              <a:spcAft>
                <a:spcPts val="0"/>
              </a:spcAft>
              <a:buNone/>
              <a:defRPr sz="1000">
                <a:latin typeface="Urbanist Medium"/>
                <a:ea typeface="Urbanist Medium"/>
                <a:cs typeface="Urbanist Medium"/>
                <a:sym typeface="Urbanist Medium"/>
              </a:defRPr>
            </a:lvl1pPr>
            <a:lvl2pPr lvl="1">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9pPr>
          </a:lstStyle>
          <a:p/>
        </p:txBody>
      </p:sp>
      <p:sp>
        <p:nvSpPr>
          <p:cNvPr id="75" name="Google Shape;75;p8"/>
          <p:cNvSpPr/>
          <p:nvPr>
            <p:ph idx="4" type="pic"/>
          </p:nvPr>
        </p:nvSpPr>
        <p:spPr>
          <a:xfrm>
            <a:off x="6080700" y="228600"/>
            <a:ext cx="1370400" cy="1357500"/>
          </a:xfrm>
          <a:prstGeom prst="roundRect">
            <a:avLst>
              <a:gd fmla="val 16935" name="adj"/>
            </a:avLst>
          </a:prstGeom>
          <a:noFill/>
          <a:ln>
            <a:noFill/>
          </a:ln>
        </p:spPr>
      </p:sp>
      <p:sp>
        <p:nvSpPr>
          <p:cNvPr id="76" name="Google Shape;76;p8"/>
          <p:cNvSpPr txBox="1"/>
          <p:nvPr>
            <p:ph idx="5" type="subTitle"/>
          </p:nvPr>
        </p:nvSpPr>
        <p:spPr>
          <a:xfrm>
            <a:off x="6080750" y="1702321"/>
            <a:ext cx="1370400" cy="171900"/>
          </a:xfrm>
          <a:prstGeom prst="rect">
            <a:avLst/>
          </a:prstGeom>
          <a:noFill/>
          <a:ln>
            <a:noFill/>
          </a:ln>
        </p:spPr>
        <p:txBody>
          <a:bodyPr anchorCtr="0" anchor="b" bIns="0" lIns="0" spcFirstLastPara="1" rIns="91425" wrap="square" tIns="0">
            <a:noAutofit/>
          </a:bodyPr>
          <a:lstStyle>
            <a:lvl1pPr lvl="0">
              <a:spcBef>
                <a:spcPts val="0"/>
              </a:spcBef>
              <a:spcAft>
                <a:spcPts val="0"/>
              </a:spcAft>
              <a:buNone/>
              <a:defRPr sz="1200">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2pPr>
            <a:lvl3pPr lvl="2">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3pPr>
            <a:lvl4pPr lvl="3">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4pPr>
            <a:lvl5pPr lvl="4">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5pPr>
            <a:lvl6pPr lvl="5">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6pPr>
            <a:lvl7pPr lvl="6">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7pPr>
            <a:lvl8pPr lvl="7">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8pPr>
            <a:lvl9pPr lvl="8">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9pPr>
          </a:lstStyle>
          <a:p/>
        </p:txBody>
      </p:sp>
      <p:sp>
        <p:nvSpPr>
          <p:cNvPr id="77" name="Google Shape;77;p8"/>
          <p:cNvSpPr txBox="1"/>
          <p:nvPr>
            <p:ph idx="6" type="subTitle"/>
          </p:nvPr>
        </p:nvSpPr>
        <p:spPr>
          <a:xfrm>
            <a:off x="6080750" y="1880160"/>
            <a:ext cx="1370400" cy="171900"/>
          </a:xfrm>
          <a:prstGeom prst="rect">
            <a:avLst/>
          </a:prstGeom>
          <a:noFill/>
          <a:ln>
            <a:noFill/>
          </a:ln>
        </p:spPr>
        <p:txBody>
          <a:bodyPr anchorCtr="0" anchor="ctr" bIns="91425" lIns="0" spcFirstLastPara="1" rIns="91425" wrap="square" tIns="0">
            <a:noAutofit/>
          </a:bodyPr>
          <a:lstStyle>
            <a:lvl1pPr lvl="0">
              <a:spcBef>
                <a:spcPts val="0"/>
              </a:spcBef>
              <a:spcAft>
                <a:spcPts val="0"/>
              </a:spcAft>
              <a:buNone/>
              <a:defRPr sz="1000">
                <a:latin typeface="Urbanist Medium"/>
                <a:ea typeface="Urbanist Medium"/>
                <a:cs typeface="Urbanist Medium"/>
                <a:sym typeface="Urbanist Medium"/>
              </a:defRPr>
            </a:lvl1pPr>
            <a:lvl2pPr lvl="1">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9pPr>
          </a:lstStyle>
          <a:p/>
        </p:txBody>
      </p:sp>
      <p:sp>
        <p:nvSpPr>
          <p:cNvPr id="78" name="Google Shape;78;p8"/>
          <p:cNvSpPr/>
          <p:nvPr>
            <p:ph idx="7" type="pic"/>
          </p:nvPr>
        </p:nvSpPr>
        <p:spPr>
          <a:xfrm>
            <a:off x="7542450" y="228600"/>
            <a:ext cx="1370400" cy="1357500"/>
          </a:xfrm>
          <a:prstGeom prst="roundRect">
            <a:avLst>
              <a:gd fmla="val 16935" name="adj"/>
            </a:avLst>
          </a:prstGeom>
          <a:noFill/>
          <a:ln>
            <a:noFill/>
          </a:ln>
        </p:spPr>
      </p:sp>
      <p:sp>
        <p:nvSpPr>
          <p:cNvPr id="79" name="Google Shape;79;p8"/>
          <p:cNvSpPr txBox="1"/>
          <p:nvPr>
            <p:ph idx="8" type="subTitle"/>
          </p:nvPr>
        </p:nvSpPr>
        <p:spPr>
          <a:xfrm>
            <a:off x="7542500" y="1702321"/>
            <a:ext cx="1370400" cy="171900"/>
          </a:xfrm>
          <a:prstGeom prst="rect">
            <a:avLst/>
          </a:prstGeom>
          <a:noFill/>
          <a:ln>
            <a:noFill/>
          </a:ln>
        </p:spPr>
        <p:txBody>
          <a:bodyPr anchorCtr="0" anchor="b" bIns="0" lIns="0" spcFirstLastPara="1" rIns="91425" wrap="square" tIns="0">
            <a:noAutofit/>
          </a:bodyPr>
          <a:lstStyle>
            <a:lvl1pPr lvl="0">
              <a:spcBef>
                <a:spcPts val="0"/>
              </a:spcBef>
              <a:spcAft>
                <a:spcPts val="0"/>
              </a:spcAft>
              <a:buNone/>
              <a:defRPr sz="1200">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2pPr>
            <a:lvl3pPr lvl="2">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3pPr>
            <a:lvl4pPr lvl="3">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4pPr>
            <a:lvl5pPr lvl="4">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5pPr>
            <a:lvl6pPr lvl="5">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6pPr>
            <a:lvl7pPr lvl="6">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7pPr>
            <a:lvl8pPr lvl="7">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8pPr>
            <a:lvl9pPr lvl="8">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9pPr>
          </a:lstStyle>
          <a:p/>
        </p:txBody>
      </p:sp>
      <p:sp>
        <p:nvSpPr>
          <p:cNvPr id="80" name="Google Shape;80;p8"/>
          <p:cNvSpPr txBox="1"/>
          <p:nvPr>
            <p:ph idx="9" type="subTitle"/>
          </p:nvPr>
        </p:nvSpPr>
        <p:spPr>
          <a:xfrm>
            <a:off x="7542500" y="1880160"/>
            <a:ext cx="1370400" cy="171900"/>
          </a:xfrm>
          <a:prstGeom prst="rect">
            <a:avLst/>
          </a:prstGeom>
          <a:noFill/>
          <a:ln>
            <a:noFill/>
          </a:ln>
        </p:spPr>
        <p:txBody>
          <a:bodyPr anchorCtr="0" anchor="ctr" bIns="91425" lIns="0" spcFirstLastPara="1" rIns="91425" wrap="square" tIns="0">
            <a:noAutofit/>
          </a:bodyPr>
          <a:lstStyle>
            <a:lvl1pPr lvl="0">
              <a:spcBef>
                <a:spcPts val="0"/>
              </a:spcBef>
              <a:spcAft>
                <a:spcPts val="0"/>
              </a:spcAft>
              <a:buNone/>
              <a:defRPr sz="1000">
                <a:latin typeface="Urbanist Medium"/>
                <a:ea typeface="Urbanist Medium"/>
                <a:cs typeface="Urbanist Medium"/>
                <a:sym typeface="Urbanist Medium"/>
              </a:defRPr>
            </a:lvl1pPr>
            <a:lvl2pPr lvl="1">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9pPr>
          </a:lstStyle>
          <a:p/>
        </p:txBody>
      </p:sp>
      <p:sp>
        <p:nvSpPr>
          <p:cNvPr id="81" name="Google Shape;81;p8"/>
          <p:cNvSpPr/>
          <p:nvPr>
            <p:ph idx="13" type="pic"/>
          </p:nvPr>
        </p:nvSpPr>
        <p:spPr>
          <a:xfrm>
            <a:off x="4618950" y="2295725"/>
            <a:ext cx="1370400" cy="1357500"/>
          </a:xfrm>
          <a:prstGeom prst="roundRect">
            <a:avLst>
              <a:gd fmla="val 16935" name="adj"/>
            </a:avLst>
          </a:prstGeom>
          <a:noFill/>
          <a:ln>
            <a:noFill/>
          </a:ln>
        </p:spPr>
      </p:sp>
      <p:sp>
        <p:nvSpPr>
          <p:cNvPr id="82" name="Google Shape;82;p8"/>
          <p:cNvSpPr txBox="1"/>
          <p:nvPr>
            <p:ph idx="14" type="subTitle"/>
          </p:nvPr>
        </p:nvSpPr>
        <p:spPr>
          <a:xfrm>
            <a:off x="4619000" y="3769446"/>
            <a:ext cx="1370400" cy="171900"/>
          </a:xfrm>
          <a:prstGeom prst="rect">
            <a:avLst/>
          </a:prstGeom>
          <a:noFill/>
          <a:ln>
            <a:noFill/>
          </a:ln>
        </p:spPr>
        <p:txBody>
          <a:bodyPr anchorCtr="0" anchor="b" bIns="0" lIns="0" spcFirstLastPara="1" rIns="91425" wrap="square" tIns="0">
            <a:noAutofit/>
          </a:bodyPr>
          <a:lstStyle>
            <a:lvl1pPr lvl="0">
              <a:spcBef>
                <a:spcPts val="0"/>
              </a:spcBef>
              <a:spcAft>
                <a:spcPts val="0"/>
              </a:spcAft>
              <a:buNone/>
              <a:defRPr sz="1200">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2pPr>
            <a:lvl3pPr lvl="2">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3pPr>
            <a:lvl4pPr lvl="3">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4pPr>
            <a:lvl5pPr lvl="4">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5pPr>
            <a:lvl6pPr lvl="5">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6pPr>
            <a:lvl7pPr lvl="6">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7pPr>
            <a:lvl8pPr lvl="7">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8pPr>
            <a:lvl9pPr lvl="8">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9pPr>
          </a:lstStyle>
          <a:p/>
        </p:txBody>
      </p:sp>
      <p:sp>
        <p:nvSpPr>
          <p:cNvPr id="83" name="Google Shape;83;p8"/>
          <p:cNvSpPr txBox="1"/>
          <p:nvPr>
            <p:ph idx="15" type="subTitle"/>
          </p:nvPr>
        </p:nvSpPr>
        <p:spPr>
          <a:xfrm>
            <a:off x="4619000" y="3947285"/>
            <a:ext cx="1370400" cy="171900"/>
          </a:xfrm>
          <a:prstGeom prst="rect">
            <a:avLst/>
          </a:prstGeom>
          <a:noFill/>
          <a:ln>
            <a:noFill/>
          </a:ln>
        </p:spPr>
        <p:txBody>
          <a:bodyPr anchorCtr="0" anchor="ctr" bIns="91425" lIns="0" spcFirstLastPara="1" rIns="91425" wrap="square" tIns="0">
            <a:noAutofit/>
          </a:bodyPr>
          <a:lstStyle>
            <a:lvl1pPr lvl="0">
              <a:spcBef>
                <a:spcPts val="0"/>
              </a:spcBef>
              <a:spcAft>
                <a:spcPts val="0"/>
              </a:spcAft>
              <a:buNone/>
              <a:defRPr sz="1000">
                <a:latin typeface="Urbanist Medium"/>
                <a:ea typeface="Urbanist Medium"/>
                <a:cs typeface="Urbanist Medium"/>
                <a:sym typeface="Urbanist Medium"/>
              </a:defRPr>
            </a:lvl1pPr>
            <a:lvl2pPr lvl="1">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9pPr>
          </a:lstStyle>
          <a:p/>
        </p:txBody>
      </p:sp>
      <p:sp>
        <p:nvSpPr>
          <p:cNvPr id="84" name="Google Shape;84;p8"/>
          <p:cNvSpPr/>
          <p:nvPr>
            <p:ph idx="16" type="pic"/>
          </p:nvPr>
        </p:nvSpPr>
        <p:spPr>
          <a:xfrm>
            <a:off x="6080700" y="2295725"/>
            <a:ext cx="1370400" cy="1357500"/>
          </a:xfrm>
          <a:prstGeom prst="roundRect">
            <a:avLst>
              <a:gd fmla="val 16935" name="adj"/>
            </a:avLst>
          </a:prstGeom>
          <a:noFill/>
          <a:ln>
            <a:noFill/>
          </a:ln>
        </p:spPr>
      </p:sp>
      <p:sp>
        <p:nvSpPr>
          <p:cNvPr id="85" name="Google Shape;85;p8"/>
          <p:cNvSpPr txBox="1"/>
          <p:nvPr>
            <p:ph idx="17" type="subTitle"/>
          </p:nvPr>
        </p:nvSpPr>
        <p:spPr>
          <a:xfrm>
            <a:off x="6080750" y="3769447"/>
            <a:ext cx="1370400" cy="171900"/>
          </a:xfrm>
          <a:prstGeom prst="rect">
            <a:avLst/>
          </a:prstGeom>
          <a:noFill/>
          <a:ln>
            <a:noFill/>
          </a:ln>
        </p:spPr>
        <p:txBody>
          <a:bodyPr anchorCtr="0" anchor="b" bIns="0" lIns="0" spcFirstLastPara="1" rIns="91425" wrap="square" tIns="0">
            <a:noAutofit/>
          </a:bodyPr>
          <a:lstStyle>
            <a:lvl1pPr lvl="0">
              <a:spcBef>
                <a:spcPts val="0"/>
              </a:spcBef>
              <a:spcAft>
                <a:spcPts val="0"/>
              </a:spcAft>
              <a:buNone/>
              <a:defRPr sz="1200">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2pPr>
            <a:lvl3pPr lvl="2">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3pPr>
            <a:lvl4pPr lvl="3">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4pPr>
            <a:lvl5pPr lvl="4">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5pPr>
            <a:lvl6pPr lvl="5">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6pPr>
            <a:lvl7pPr lvl="6">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7pPr>
            <a:lvl8pPr lvl="7">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8pPr>
            <a:lvl9pPr lvl="8">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9pPr>
          </a:lstStyle>
          <a:p/>
        </p:txBody>
      </p:sp>
      <p:sp>
        <p:nvSpPr>
          <p:cNvPr id="86" name="Google Shape;86;p8"/>
          <p:cNvSpPr txBox="1"/>
          <p:nvPr>
            <p:ph idx="18" type="subTitle"/>
          </p:nvPr>
        </p:nvSpPr>
        <p:spPr>
          <a:xfrm>
            <a:off x="6080750" y="3947285"/>
            <a:ext cx="1370400" cy="171900"/>
          </a:xfrm>
          <a:prstGeom prst="rect">
            <a:avLst/>
          </a:prstGeom>
          <a:noFill/>
          <a:ln>
            <a:noFill/>
          </a:ln>
        </p:spPr>
        <p:txBody>
          <a:bodyPr anchorCtr="0" anchor="ctr" bIns="91425" lIns="0" spcFirstLastPara="1" rIns="91425" wrap="square" tIns="0">
            <a:noAutofit/>
          </a:bodyPr>
          <a:lstStyle>
            <a:lvl1pPr lvl="0">
              <a:spcBef>
                <a:spcPts val="0"/>
              </a:spcBef>
              <a:spcAft>
                <a:spcPts val="0"/>
              </a:spcAft>
              <a:buNone/>
              <a:defRPr sz="1000">
                <a:latin typeface="Urbanist Medium"/>
                <a:ea typeface="Urbanist Medium"/>
                <a:cs typeface="Urbanist Medium"/>
                <a:sym typeface="Urbanist Medium"/>
              </a:defRPr>
            </a:lvl1pPr>
            <a:lvl2pPr lvl="1">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9pPr>
          </a:lstStyle>
          <a:p/>
        </p:txBody>
      </p:sp>
      <p:sp>
        <p:nvSpPr>
          <p:cNvPr id="87" name="Google Shape;87;p8"/>
          <p:cNvSpPr/>
          <p:nvPr>
            <p:ph idx="19" type="pic"/>
          </p:nvPr>
        </p:nvSpPr>
        <p:spPr>
          <a:xfrm>
            <a:off x="7542450" y="2295725"/>
            <a:ext cx="1370400" cy="1357500"/>
          </a:xfrm>
          <a:prstGeom prst="roundRect">
            <a:avLst>
              <a:gd fmla="val 16935" name="adj"/>
            </a:avLst>
          </a:prstGeom>
          <a:noFill/>
          <a:ln>
            <a:noFill/>
          </a:ln>
        </p:spPr>
      </p:sp>
      <p:sp>
        <p:nvSpPr>
          <p:cNvPr id="88" name="Google Shape;88;p8"/>
          <p:cNvSpPr txBox="1"/>
          <p:nvPr>
            <p:ph idx="20" type="subTitle"/>
          </p:nvPr>
        </p:nvSpPr>
        <p:spPr>
          <a:xfrm>
            <a:off x="7542500" y="3769446"/>
            <a:ext cx="1370400" cy="171900"/>
          </a:xfrm>
          <a:prstGeom prst="rect">
            <a:avLst/>
          </a:prstGeom>
          <a:noFill/>
          <a:ln>
            <a:noFill/>
          </a:ln>
        </p:spPr>
        <p:txBody>
          <a:bodyPr anchorCtr="0" anchor="b" bIns="0" lIns="0" spcFirstLastPara="1" rIns="91425" wrap="square" tIns="0">
            <a:noAutofit/>
          </a:bodyPr>
          <a:lstStyle>
            <a:lvl1pPr lvl="0">
              <a:spcBef>
                <a:spcPts val="0"/>
              </a:spcBef>
              <a:spcAft>
                <a:spcPts val="0"/>
              </a:spcAft>
              <a:buNone/>
              <a:defRPr sz="1200">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2pPr>
            <a:lvl3pPr lvl="2">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3pPr>
            <a:lvl4pPr lvl="3">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4pPr>
            <a:lvl5pPr lvl="4">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5pPr>
            <a:lvl6pPr lvl="5">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6pPr>
            <a:lvl7pPr lvl="6">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7pPr>
            <a:lvl8pPr lvl="7">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8pPr>
            <a:lvl9pPr lvl="8">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9pPr>
          </a:lstStyle>
          <a:p/>
        </p:txBody>
      </p:sp>
      <p:sp>
        <p:nvSpPr>
          <p:cNvPr id="89" name="Google Shape;89;p8"/>
          <p:cNvSpPr txBox="1"/>
          <p:nvPr>
            <p:ph idx="21" type="subTitle"/>
          </p:nvPr>
        </p:nvSpPr>
        <p:spPr>
          <a:xfrm>
            <a:off x="7542500" y="3947285"/>
            <a:ext cx="1370400" cy="171900"/>
          </a:xfrm>
          <a:prstGeom prst="rect">
            <a:avLst/>
          </a:prstGeom>
          <a:noFill/>
          <a:ln>
            <a:noFill/>
          </a:ln>
        </p:spPr>
        <p:txBody>
          <a:bodyPr anchorCtr="0" anchor="ctr" bIns="91425" lIns="0" spcFirstLastPara="1" rIns="91425" wrap="square" tIns="0">
            <a:noAutofit/>
          </a:bodyPr>
          <a:lstStyle>
            <a:lvl1pPr lvl="0">
              <a:spcBef>
                <a:spcPts val="0"/>
              </a:spcBef>
              <a:spcAft>
                <a:spcPts val="0"/>
              </a:spcAft>
              <a:buNone/>
              <a:defRPr sz="1000">
                <a:latin typeface="Urbanist Medium"/>
                <a:ea typeface="Urbanist Medium"/>
                <a:cs typeface="Urbanist Medium"/>
                <a:sym typeface="Urbanist Medium"/>
              </a:defRPr>
            </a:lvl1pPr>
            <a:lvl2pPr lvl="1">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9pPr>
          </a:lstStyle>
          <a:p/>
        </p:txBody>
      </p:sp>
      <p:sp>
        <p:nvSpPr>
          <p:cNvPr id="90" name="Google Shape;90;p8"/>
          <p:cNvSpPr txBox="1"/>
          <p:nvPr>
            <p:ph idx="22"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91" name="Google Shape;91;p8"/>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92" name="Google Shape;92;p8"/>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ALT 2">
  <p:cSld name="BLANK_1_1_1_1_1_1">
    <p:spTree>
      <p:nvGrpSpPr>
        <p:cNvPr id="93" name="Shape 93"/>
        <p:cNvGrpSpPr/>
        <p:nvPr/>
      </p:nvGrpSpPr>
      <p:grpSpPr>
        <a:xfrm>
          <a:off x="0" y="0"/>
          <a:ext cx="0" cy="0"/>
          <a:chOff x="0" y="0"/>
          <a:chExt cx="0" cy="0"/>
        </a:xfrm>
      </p:grpSpPr>
      <p:pic>
        <p:nvPicPr>
          <p:cNvPr id="94" name="Google Shape;94;p9"/>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95" name="Google Shape;95;p9"/>
          <p:cNvSpPr/>
          <p:nvPr>
            <p:ph idx="2" type="pic"/>
          </p:nvPr>
        </p:nvSpPr>
        <p:spPr>
          <a:xfrm>
            <a:off x="9425" y="-3075"/>
            <a:ext cx="9144000" cy="4641000"/>
          </a:xfrm>
          <a:prstGeom prst="rect">
            <a:avLst/>
          </a:prstGeom>
          <a:noFill/>
          <a:ln>
            <a:noFill/>
          </a:ln>
        </p:spPr>
      </p:sp>
      <p:sp>
        <p:nvSpPr>
          <p:cNvPr id="96" name="Google Shape;96;p9"/>
          <p:cNvSpPr txBox="1"/>
          <p:nvPr>
            <p:ph type="title"/>
          </p:nvPr>
        </p:nvSpPr>
        <p:spPr>
          <a:xfrm>
            <a:off x="234125" y="3337800"/>
            <a:ext cx="8574600" cy="1114800"/>
          </a:xfrm>
          <a:prstGeom prst="rect">
            <a:avLst/>
          </a:prstGeom>
          <a:noFill/>
          <a:ln>
            <a:noFill/>
          </a:ln>
        </p:spPr>
        <p:txBody>
          <a:bodyPr anchorCtr="0" anchor="b" bIns="0" lIns="0" spcFirstLastPara="1" rIns="0" wrap="square" tIns="0">
            <a:noAutofit/>
          </a:bodyPr>
          <a:lstStyle>
            <a:lvl1pPr lvl="0">
              <a:spcBef>
                <a:spcPts val="0"/>
              </a:spcBef>
              <a:spcAft>
                <a:spcPts val="0"/>
              </a:spcAft>
              <a:buNone/>
              <a:defRPr sz="3400">
                <a:solidFill>
                  <a:schemeClr val="dk1"/>
                </a:solidFill>
                <a:latin typeface="Urbanist Medium"/>
                <a:ea typeface="Urbanist Medium"/>
                <a:cs typeface="Urbanist Medium"/>
                <a:sym typeface="Urbanist Medium"/>
              </a:defRPr>
            </a:lvl1pPr>
            <a:lvl2pPr lvl="1">
              <a:lnSpc>
                <a:spcPct val="115000"/>
              </a:lnSpc>
              <a:spcBef>
                <a:spcPts val="0"/>
              </a:spcBef>
              <a:spcAft>
                <a:spcPts val="0"/>
              </a:spcAft>
              <a:buNone/>
              <a:defRPr sz="3400">
                <a:solidFill>
                  <a:schemeClr val="dk1"/>
                </a:solidFill>
                <a:latin typeface="Urbanist Medium"/>
                <a:ea typeface="Urbanist Medium"/>
                <a:cs typeface="Urbanist Medium"/>
                <a:sym typeface="Urbanist Medium"/>
              </a:defRPr>
            </a:lvl2pPr>
            <a:lvl3pPr lvl="2">
              <a:lnSpc>
                <a:spcPct val="115000"/>
              </a:lnSpc>
              <a:spcBef>
                <a:spcPts val="0"/>
              </a:spcBef>
              <a:spcAft>
                <a:spcPts val="0"/>
              </a:spcAft>
              <a:buNone/>
              <a:defRPr sz="3400">
                <a:solidFill>
                  <a:schemeClr val="dk1"/>
                </a:solidFill>
                <a:latin typeface="Urbanist Medium"/>
                <a:ea typeface="Urbanist Medium"/>
                <a:cs typeface="Urbanist Medium"/>
                <a:sym typeface="Urbanist Medium"/>
              </a:defRPr>
            </a:lvl3pPr>
            <a:lvl4pPr lvl="3">
              <a:lnSpc>
                <a:spcPct val="115000"/>
              </a:lnSpc>
              <a:spcBef>
                <a:spcPts val="0"/>
              </a:spcBef>
              <a:spcAft>
                <a:spcPts val="0"/>
              </a:spcAft>
              <a:buNone/>
              <a:defRPr sz="3400">
                <a:solidFill>
                  <a:schemeClr val="dk1"/>
                </a:solidFill>
                <a:latin typeface="Urbanist Medium"/>
                <a:ea typeface="Urbanist Medium"/>
                <a:cs typeface="Urbanist Medium"/>
                <a:sym typeface="Urbanist Medium"/>
              </a:defRPr>
            </a:lvl4pPr>
            <a:lvl5pPr lvl="4">
              <a:lnSpc>
                <a:spcPct val="115000"/>
              </a:lnSpc>
              <a:spcBef>
                <a:spcPts val="0"/>
              </a:spcBef>
              <a:spcAft>
                <a:spcPts val="0"/>
              </a:spcAft>
              <a:buNone/>
              <a:defRPr sz="3400">
                <a:solidFill>
                  <a:schemeClr val="dk1"/>
                </a:solidFill>
                <a:latin typeface="Urbanist Medium"/>
                <a:ea typeface="Urbanist Medium"/>
                <a:cs typeface="Urbanist Medium"/>
                <a:sym typeface="Urbanist Medium"/>
              </a:defRPr>
            </a:lvl5pPr>
            <a:lvl6pPr lvl="5">
              <a:lnSpc>
                <a:spcPct val="115000"/>
              </a:lnSpc>
              <a:spcBef>
                <a:spcPts val="0"/>
              </a:spcBef>
              <a:spcAft>
                <a:spcPts val="0"/>
              </a:spcAft>
              <a:buNone/>
              <a:defRPr sz="3400">
                <a:solidFill>
                  <a:schemeClr val="dk1"/>
                </a:solidFill>
                <a:latin typeface="Urbanist Medium"/>
                <a:ea typeface="Urbanist Medium"/>
                <a:cs typeface="Urbanist Medium"/>
                <a:sym typeface="Urbanist Medium"/>
              </a:defRPr>
            </a:lvl6pPr>
            <a:lvl7pPr lvl="6">
              <a:lnSpc>
                <a:spcPct val="115000"/>
              </a:lnSpc>
              <a:spcBef>
                <a:spcPts val="0"/>
              </a:spcBef>
              <a:spcAft>
                <a:spcPts val="0"/>
              </a:spcAft>
              <a:buNone/>
              <a:defRPr sz="3400">
                <a:solidFill>
                  <a:schemeClr val="dk1"/>
                </a:solidFill>
                <a:latin typeface="Urbanist Medium"/>
                <a:ea typeface="Urbanist Medium"/>
                <a:cs typeface="Urbanist Medium"/>
                <a:sym typeface="Urbanist Medium"/>
              </a:defRPr>
            </a:lvl7pPr>
            <a:lvl8pPr lvl="7">
              <a:lnSpc>
                <a:spcPct val="115000"/>
              </a:lnSpc>
              <a:spcBef>
                <a:spcPts val="0"/>
              </a:spcBef>
              <a:spcAft>
                <a:spcPts val="0"/>
              </a:spcAft>
              <a:buNone/>
              <a:defRPr sz="3400">
                <a:solidFill>
                  <a:schemeClr val="dk1"/>
                </a:solidFill>
                <a:latin typeface="Urbanist Medium"/>
                <a:ea typeface="Urbanist Medium"/>
                <a:cs typeface="Urbanist Medium"/>
                <a:sym typeface="Urbanist Medium"/>
              </a:defRPr>
            </a:lvl8pPr>
            <a:lvl9pPr lvl="8">
              <a:lnSpc>
                <a:spcPct val="115000"/>
              </a:lnSpc>
              <a:spcBef>
                <a:spcPts val="0"/>
              </a:spcBef>
              <a:spcAft>
                <a:spcPts val="0"/>
              </a:spcAft>
              <a:buNone/>
              <a:defRPr sz="3400">
                <a:solidFill>
                  <a:schemeClr val="dk1"/>
                </a:solidFill>
                <a:latin typeface="Urbanist Medium"/>
                <a:ea typeface="Urbanist Medium"/>
                <a:cs typeface="Urbanist Medium"/>
                <a:sym typeface="Urbanist Medium"/>
              </a:defRPr>
            </a:lvl9pPr>
          </a:lstStyle>
          <a:p/>
        </p:txBody>
      </p:sp>
      <p:sp>
        <p:nvSpPr>
          <p:cNvPr id="97" name="Google Shape;97;p9"/>
          <p:cNvSpPr txBox="1"/>
          <p:nvPr>
            <p:ph idx="1" type="subTitle"/>
          </p:nvPr>
        </p:nvSpPr>
        <p:spPr>
          <a:xfrm>
            <a:off x="228600" y="228600"/>
            <a:ext cx="28701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dk1"/>
              </a:buClr>
              <a:buSzPts val="1200"/>
              <a:buFont typeface="Urbanist Medium"/>
              <a:buNone/>
              <a:defRPr sz="1200">
                <a:solidFill>
                  <a:schemeClr val="dk1"/>
                </a:solidFill>
                <a:latin typeface="Urbanist Medium"/>
                <a:ea typeface="Urbanist Medium"/>
                <a:cs typeface="Urbanist Medium"/>
                <a:sym typeface="Urbanist Medium"/>
              </a:defRPr>
            </a:lvl1pPr>
            <a:lvl2pPr lvl="1">
              <a:spcBef>
                <a:spcPts val="0"/>
              </a:spcBef>
              <a:spcAft>
                <a:spcPts val="0"/>
              </a:spcAft>
              <a:buClr>
                <a:schemeClr val="dk1"/>
              </a:buClr>
              <a:buSzPts val="1200"/>
              <a:buFont typeface="Urbanist Medium"/>
              <a:buNone/>
              <a:defRPr sz="1200">
                <a:solidFill>
                  <a:schemeClr val="dk1"/>
                </a:solidFill>
                <a:latin typeface="Urbanist Medium"/>
                <a:ea typeface="Urbanist Medium"/>
                <a:cs typeface="Urbanist Medium"/>
                <a:sym typeface="Urbanist Medium"/>
              </a:defRPr>
            </a:lvl2pPr>
            <a:lvl3pPr lvl="2">
              <a:spcBef>
                <a:spcPts val="0"/>
              </a:spcBef>
              <a:spcAft>
                <a:spcPts val="0"/>
              </a:spcAft>
              <a:buClr>
                <a:schemeClr val="dk1"/>
              </a:buClr>
              <a:buSzPts val="1200"/>
              <a:buFont typeface="Urbanist Medium"/>
              <a:buNone/>
              <a:defRPr sz="1200">
                <a:solidFill>
                  <a:schemeClr val="dk1"/>
                </a:solidFill>
                <a:latin typeface="Urbanist Medium"/>
                <a:ea typeface="Urbanist Medium"/>
                <a:cs typeface="Urbanist Medium"/>
                <a:sym typeface="Urbanist Medium"/>
              </a:defRPr>
            </a:lvl3pPr>
            <a:lvl4pPr lvl="3">
              <a:spcBef>
                <a:spcPts val="0"/>
              </a:spcBef>
              <a:spcAft>
                <a:spcPts val="0"/>
              </a:spcAft>
              <a:buClr>
                <a:schemeClr val="dk1"/>
              </a:buClr>
              <a:buSzPts val="1200"/>
              <a:buFont typeface="Urbanist Medium"/>
              <a:buNone/>
              <a:defRPr sz="1200">
                <a:solidFill>
                  <a:schemeClr val="dk1"/>
                </a:solidFill>
                <a:latin typeface="Urbanist Medium"/>
                <a:ea typeface="Urbanist Medium"/>
                <a:cs typeface="Urbanist Medium"/>
                <a:sym typeface="Urbanist Medium"/>
              </a:defRPr>
            </a:lvl4pPr>
            <a:lvl5pPr lvl="4">
              <a:spcBef>
                <a:spcPts val="0"/>
              </a:spcBef>
              <a:spcAft>
                <a:spcPts val="0"/>
              </a:spcAft>
              <a:buClr>
                <a:schemeClr val="dk1"/>
              </a:buClr>
              <a:buSzPts val="1200"/>
              <a:buFont typeface="Urbanist Medium"/>
              <a:buNone/>
              <a:defRPr sz="1200">
                <a:solidFill>
                  <a:schemeClr val="dk1"/>
                </a:solidFill>
                <a:latin typeface="Urbanist Medium"/>
                <a:ea typeface="Urbanist Medium"/>
                <a:cs typeface="Urbanist Medium"/>
                <a:sym typeface="Urbanist Medium"/>
              </a:defRPr>
            </a:lvl5pPr>
            <a:lvl6pPr lvl="5">
              <a:spcBef>
                <a:spcPts val="0"/>
              </a:spcBef>
              <a:spcAft>
                <a:spcPts val="0"/>
              </a:spcAft>
              <a:buClr>
                <a:schemeClr val="dk1"/>
              </a:buClr>
              <a:buSzPts val="1200"/>
              <a:buFont typeface="Urbanist Medium"/>
              <a:buNone/>
              <a:defRPr sz="1200">
                <a:solidFill>
                  <a:schemeClr val="dk1"/>
                </a:solidFill>
                <a:latin typeface="Urbanist Medium"/>
                <a:ea typeface="Urbanist Medium"/>
                <a:cs typeface="Urbanist Medium"/>
                <a:sym typeface="Urbanist Medium"/>
              </a:defRPr>
            </a:lvl6pPr>
            <a:lvl7pPr lvl="6">
              <a:spcBef>
                <a:spcPts val="0"/>
              </a:spcBef>
              <a:spcAft>
                <a:spcPts val="0"/>
              </a:spcAft>
              <a:buClr>
                <a:schemeClr val="dk1"/>
              </a:buClr>
              <a:buSzPts val="1200"/>
              <a:buFont typeface="Urbanist Medium"/>
              <a:buNone/>
              <a:defRPr sz="1200">
                <a:solidFill>
                  <a:schemeClr val="dk1"/>
                </a:solidFill>
                <a:latin typeface="Urbanist Medium"/>
                <a:ea typeface="Urbanist Medium"/>
                <a:cs typeface="Urbanist Medium"/>
                <a:sym typeface="Urbanist Medium"/>
              </a:defRPr>
            </a:lvl7pPr>
            <a:lvl8pPr lvl="7">
              <a:spcBef>
                <a:spcPts val="0"/>
              </a:spcBef>
              <a:spcAft>
                <a:spcPts val="0"/>
              </a:spcAft>
              <a:buClr>
                <a:schemeClr val="dk1"/>
              </a:buClr>
              <a:buSzPts val="1200"/>
              <a:buFont typeface="Urbanist Medium"/>
              <a:buNone/>
              <a:defRPr sz="1200">
                <a:solidFill>
                  <a:schemeClr val="dk1"/>
                </a:solidFill>
                <a:latin typeface="Urbanist Medium"/>
                <a:ea typeface="Urbanist Medium"/>
                <a:cs typeface="Urbanist Medium"/>
                <a:sym typeface="Urbanist Medium"/>
              </a:defRPr>
            </a:lvl8pPr>
            <a:lvl9pPr lvl="8">
              <a:spcBef>
                <a:spcPts val="0"/>
              </a:spcBef>
              <a:spcAft>
                <a:spcPts val="0"/>
              </a:spcAft>
              <a:buClr>
                <a:schemeClr val="dk1"/>
              </a:buClr>
              <a:buSzPts val="1200"/>
              <a:buFont typeface="Urbanist Medium"/>
              <a:buNone/>
              <a:defRPr sz="1200">
                <a:solidFill>
                  <a:schemeClr val="dk1"/>
                </a:solidFill>
                <a:latin typeface="Urbanist Medium"/>
                <a:ea typeface="Urbanist Medium"/>
                <a:cs typeface="Urbanist Medium"/>
                <a:sym typeface="Urbanist Medium"/>
              </a:defRPr>
            </a:lvl9pPr>
          </a:lstStyle>
          <a:p/>
        </p:txBody>
      </p:sp>
      <p:sp>
        <p:nvSpPr>
          <p:cNvPr id="98" name="Google Shape;98;p9"/>
          <p:cNvSpPr txBox="1"/>
          <p:nvPr>
            <p:ph idx="3"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99" name="Google Shape;99;p9"/>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100" name="Google Shape;100;p9"/>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p15:guide id="1" orient="horz" pos="2805">
          <p15:clr>
            <a:srgbClr val="E46962"/>
          </p15:clr>
        </p15:guide>
      </p15:sldGuideLst>
    </p:ext>
  </p:extLst>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rds w/ images">
  <p:cSld name="BLANK_1_1_1_1_1_1_1_1_1_1_3">
    <p:spTree>
      <p:nvGrpSpPr>
        <p:cNvPr id="101" name="Shape 101"/>
        <p:cNvGrpSpPr/>
        <p:nvPr/>
      </p:nvGrpSpPr>
      <p:grpSpPr>
        <a:xfrm>
          <a:off x="0" y="0"/>
          <a:ext cx="0" cy="0"/>
          <a:chOff x="0" y="0"/>
          <a:chExt cx="0" cy="0"/>
        </a:xfrm>
      </p:grpSpPr>
      <p:pic>
        <p:nvPicPr>
          <p:cNvPr id="102" name="Google Shape;102;p10"/>
          <p:cNvPicPr preferRelativeResize="0"/>
          <p:nvPr/>
        </p:nvPicPr>
        <p:blipFill rotWithShape="1">
          <a:blip r:embed="rId2">
            <a:alphaModFix/>
          </a:blip>
          <a:srcRect b="-9999" l="0" r="0" t="0"/>
          <a:stretch/>
        </p:blipFill>
        <p:spPr>
          <a:xfrm>
            <a:off x="0" y="0"/>
            <a:ext cx="9144003" cy="5143501"/>
          </a:xfrm>
          <a:prstGeom prst="rect">
            <a:avLst/>
          </a:prstGeom>
          <a:noFill/>
          <a:ln>
            <a:noFill/>
          </a:ln>
        </p:spPr>
      </p:pic>
      <p:grpSp>
        <p:nvGrpSpPr>
          <p:cNvPr id="103" name="Google Shape;103;p10"/>
          <p:cNvGrpSpPr/>
          <p:nvPr/>
        </p:nvGrpSpPr>
        <p:grpSpPr>
          <a:xfrm rot="5400000">
            <a:off x="8691475" y="228504"/>
            <a:ext cx="228589" cy="228623"/>
            <a:chOff x="1688332" y="4135245"/>
            <a:chExt cx="338700" cy="338700"/>
          </a:xfrm>
        </p:grpSpPr>
        <p:sp>
          <p:nvSpPr>
            <p:cNvPr id="104" name="Google Shape;104;p10"/>
            <p:cNvSpPr/>
            <p:nvPr/>
          </p:nvSpPr>
          <p:spPr>
            <a:xfrm rot="-5400000">
              <a:off x="1688332" y="4135245"/>
              <a:ext cx="338700" cy="338700"/>
            </a:xfrm>
            <a:prstGeom prst="ellipse">
              <a:avLst/>
            </a:prstGeom>
            <a:solidFill>
              <a:schemeClr val="accent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grpSp>
          <p:nvGrpSpPr>
            <p:cNvPr id="105" name="Google Shape;105;p10"/>
            <p:cNvGrpSpPr/>
            <p:nvPr/>
          </p:nvGrpSpPr>
          <p:grpSpPr>
            <a:xfrm rot="-5400000">
              <a:off x="1787014" y="4262191"/>
              <a:ext cx="169598" cy="84809"/>
              <a:chOff x="498725" y="2069800"/>
              <a:chExt cx="205200" cy="102600"/>
            </a:xfrm>
          </p:grpSpPr>
          <p:cxnSp>
            <p:nvCxnSpPr>
              <p:cNvPr id="106" name="Google Shape;106;p10"/>
              <p:cNvCxnSpPr/>
              <p:nvPr/>
            </p:nvCxnSpPr>
            <p:spPr>
              <a:xfrm>
                <a:off x="498725" y="2069800"/>
                <a:ext cx="102600" cy="102600"/>
              </a:xfrm>
              <a:prstGeom prst="straightConnector1">
                <a:avLst/>
              </a:prstGeom>
              <a:noFill/>
              <a:ln cap="flat" cmpd="sng" w="9525">
                <a:solidFill>
                  <a:schemeClr val="dk1"/>
                </a:solidFill>
                <a:prstDash val="solid"/>
                <a:round/>
                <a:headEnd len="med" w="med" type="none"/>
                <a:tailEnd len="med" w="med" type="none"/>
              </a:ln>
            </p:spPr>
          </p:cxnSp>
          <p:cxnSp>
            <p:nvCxnSpPr>
              <p:cNvPr id="107" name="Google Shape;107;p10"/>
              <p:cNvCxnSpPr/>
              <p:nvPr/>
            </p:nvCxnSpPr>
            <p:spPr>
              <a:xfrm flipH="1">
                <a:off x="601325" y="2069800"/>
                <a:ext cx="102600" cy="102600"/>
              </a:xfrm>
              <a:prstGeom prst="straightConnector1">
                <a:avLst/>
              </a:prstGeom>
              <a:noFill/>
              <a:ln cap="flat" cmpd="sng" w="9525">
                <a:solidFill>
                  <a:schemeClr val="dk1"/>
                </a:solidFill>
                <a:prstDash val="solid"/>
                <a:round/>
                <a:headEnd len="med" w="med" type="none"/>
                <a:tailEnd len="med" w="med" type="none"/>
              </a:ln>
            </p:spPr>
          </p:cxnSp>
        </p:grpSp>
      </p:grpSp>
      <p:sp>
        <p:nvSpPr>
          <p:cNvPr id="108" name="Google Shape;108;p10"/>
          <p:cNvSpPr/>
          <p:nvPr>
            <p:ph idx="2" type="pic"/>
          </p:nvPr>
        </p:nvSpPr>
        <p:spPr>
          <a:xfrm>
            <a:off x="426700" y="1896600"/>
            <a:ext cx="665400" cy="685500"/>
          </a:xfrm>
          <a:prstGeom prst="roundRect">
            <a:avLst>
              <a:gd fmla="val 17601" name="adj"/>
            </a:avLst>
          </a:prstGeom>
          <a:noFill/>
          <a:ln>
            <a:noFill/>
          </a:ln>
        </p:spPr>
      </p:sp>
      <p:sp>
        <p:nvSpPr>
          <p:cNvPr id="109" name="Google Shape;109;p10"/>
          <p:cNvSpPr txBox="1"/>
          <p:nvPr>
            <p:ph idx="1" type="subTitle"/>
          </p:nvPr>
        </p:nvSpPr>
        <p:spPr>
          <a:xfrm>
            <a:off x="426700" y="2814635"/>
            <a:ext cx="1761900" cy="228600"/>
          </a:xfrm>
          <a:prstGeom prst="rect">
            <a:avLst/>
          </a:prstGeom>
          <a:noFill/>
          <a:ln>
            <a:noFill/>
          </a:ln>
        </p:spPr>
        <p:txBody>
          <a:bodyPr anchorCtr="0" anchor="b" bIns="0" lIns="0" spcFirstLastPara="1" rIns="91425" wrap="square" tIns="0">
            <a:noAutofit/>
          </a:bodyPr>
          <a:lstStyle>
            <a:lvl1pPr lvl="0">
              <a:lnSpc>
                <a:spcPct val="85000"/>
              </a:lnSpc>
              <a:spcBef>
                <a:spcPts val="0"/>
              </a:spcBef>
              <a:spcAft>
                <a:spcPts val="0"/>
              </a:spcAft>
              <a:buNone/>
              <a:defRPr>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2pPr>
            <a:lvl3pPr lvl="2">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3pPr>
            <a:lvl4pPr lvl="3">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4pPr>
            <a:lvl5pPr lvl="4">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5pPr>
            <a:lvl6pPr lvl="5">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6pPr>
            <a:lvl7pPr lvl="6">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7pPr>
            <a:lvl8pPr lvl="7">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8pPr>
            <a:lvl9pPr lvl="8">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9pPr>
          </a:lstStyle>
          <a:p/>
        </p:txBody>
      </p:sp>
      <p:sp>
        <p:nvSpPr>
          <p:cNvPr id="110" name="Google Shape;110;p10"/>
          <p:cNvSpPr txBox="1"/>
          <p:nvPr>
            <p:ph idx="3" type="subTitle"/>
          </p:nvPr>
        </p:nvSpPr>
        <p:spPr>
          <a:xfrm>
            <a:off x="426700" y="3265335"/>
            <a:ext cx="1761900" cy="163800"/>
          </a:xfrm>
          <a:prstGeom prst="rect">
            <a:avLst/>
          </a:prstGeom>
          <a:noFill/>
          <a:ln>
            <a:noFill/>
          </a:ln>
        </p:spPr>
        <p:txBody>
          <a:bodyPr anchorCtr="0" anchor="ctr" bIns="0" lIns="0" spcFirstLastPara="1" rIns="91425" wrap="square" tIns="0">
            <a:noAutofit/>
          </a:bodyPr>
          <a:lstStyle>
            <a:lvl1pPr lvl="0">
              <a:lnSpc>
                <a:spcPct val="85000"/>
              </a:lnSpc>
              <a:spcBef>
                <a:spcPts val="0"/>
              </a:spcBef>
              <a:spcAft>
                <a:spcPts val="0"/>
              </a:spcAft>
              <a:buNone/>
              <a:defRPr sz="1200">
                <a:latin typeface="Urbanist Medium"/>
                <a:ea typeface="Urbanist Medium"/>
                <a:cs typeface="Urbanist Medium"/>
                <a:sym typeface="Urbanist Medium"/>
              </a:defRPr>
            </a:lvl1pPr>
            <a:lvl2pPr lvl="1">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9pPr>
          </a:lstStyle>
          <a:p/>
        </p:txBody>
      </p:sp>
      <p:sp>
        <p:nvSpPr>
          <p:cNvPr id="111" name="Google Shape;111;p10"/>
          <p:cNvSpPr/>
          <p:nvPr>
            <p:ph idx="4" type="pic"/>
          </p:nvPr>
        </p:nvSpPr>
        <p:spPr>
          <a:xfrm>
            <a:off x="2621800" y="1896600"/>
            <a:ext cx="665400" cy="685500"/>
          </a:xfrm>
          <a:prstGeom prst="roundRect">
            <a:avLst>
              <a:gd fmla="val 17601" name="adj"/>
            </a:avLst>
          </a:prstGeom>
          <a:noFill/>
          <a:ln>
            <a:noFill/>
          </a:ln>
        </p:spPr>
      </p:sp>
      <p:sp>
        <p:nvSpPr>
          <p:cNvPr id="112" name="Google Shape;112;p10"/>
          <p:cNvSpPr txBox="1"/>
          <p:nvPr>
            <p:ph idx="5" type="subTitle"/>
          </p:nvPr>
        </p:nvSpPr>
        <p:spPr>
          <a:xfrm>
            <a:off x="2621800" y="2814641"/>
            <a:ext cx="1761900" cy="228600"/>
          </a:xfrm>
          <a:prstGeom prst="rect">
            <a:avLst/>
          </a:prstGeom>
          <a:noFill/>
          <a:ln>
            <a:noFill/>
          </a:ln>
        </p:spPr>
        <p:txBody>
          <a:bodyPr anchorCtr="0" anchor="b" bIns="0" lIns="0" spcFirstLastPara="1" rIns="91425" wrap="square" tIns="0">
            <a:noAutofit/>
          </a:bodyPr>
          <a:lstStyle>
            <a:lvl1pPr lvl="0">
              <a:lnSpc>
                <a:spcPct val="85000"/>
              </a:lnSpc>
              <a:spcBef>
                <a:spcPts val="0"/>
              </a:spcBef>
              <a:spcAft>
                <a:spcPts val="0"/>
              </a:spcAft>
              <a:buNone/>
              <a:defRPr>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2pPr>
            <a:lvl3pPr lvl="2">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3pPr>
            <a:lvl4pPr lvl="3">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4pPr>
            <a:lvl5pPr lvl="4">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5pPr>
            <a:lvl6pPr lvl="5">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6pPr>
            <a:lvl7pPr lvl="6">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7pPr>
            <a:lvl8pPr lvl="7">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8pPr>
            <a:lvl9pPr lvl="8">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9pPr>
          </a:lstStyle>
          <a:p/>
        </p:txBody>
      </p:sp>
      <p:sp>
        <p:nvSpPr>
          <p:cNvPr id="113" name="Google Shape;113;p10"/>
          <p:cNvSpPr txBox="1"/>
          <p:nvPr>
            <p:ph idx="6" type="subTitle"/>
          </p:nvPr>
        </p:nvSpPr>
        <p:spPr>
          <a:xfrm>
            <a:off x="2621800" y="3265334"/>
            <a:ext cx="1761900" cy="163800"/>
          </a:xfrm>
          <a:prstGeom prst="rect">
            <a:avLst/>
          </a:prstGeom>
          <a:noFill/>
          <a:ln>
            <a:noFill/>
          </a:ln>
        </p:spPr>
        <p:txBody>
          <a:bodyPr anchorCtr="0" anchor="ctr" bIns="0" lIns="0" spcFirstLastPara="1" rIns="91425" wrap="square" tIns="0">
            <a:noAutofit/>
          </a:bodyPr>
          <a:lstStyle>
            <a:lvl1pPr lvl="0">
              <a:lnSpc>
                <a:spcPct val="85000"/>
              </a:lnSpc>
              <a:spcBef>
                <a:spcPts val="0"/>
              </a:spcBef>
              <a:spcAft>
                <a:spcPts val="0"/>
              </a:spcAft>
              <a:buNone/>
              <a:defRPr sz="1200">
                <a:latin typeface="Urbanist Medium"/>
                <a:ea typeface="Urbanist Medium"/>
                <a:cs typeface="Urbanist Medium"/>
                <a:sym typeface="Urbanist Medium"/>
              </a:defRPr>
            </a:lvl1pPr>
            <a:lvl2pPr lvl="1">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9pPr>
          </a:lstStyle>
          <a:p/>
        </p:txBody>
      </p:sp>
      <p:sp>
        <p:nvSpPr>
          <p:cNvPr id="114" name="Google Shape;114;p10"/>
          <p:cNvSpPr/>
          <p:nvPr>
            <p:ph idx="7" type="pic"/>
          </p:nvPr>
        </p:nvSpPr>
        <p:spPr>
          <a:xfrm>
            <a:off x="4816900" y="1896600"/>
            <a:ext cx="665400" cy="685500"/>
          </a:xfrm>
          <a:prstGeom prst="roundRect">
            <a:avLst>
              <a:gd fmla="val 17601" name="adj"/>
            </a:avLst>
          </a:prstGeom>
          <a:noFill/>
          <a:ln>
            <a:noFill/>
          </a:ln>
        </p:spPr>
      </p:sp>
      <p:sp>
        <p:nvSpPr>
          <p:cNvPr id="115" name="Google Shape;115;p10"/>
          <p:cNvSpPr txBox="1"/>
          <p:nvPr>
            <p:ph idx="8" type="subTitle"/>
          </p:nvPr>
        </p:nvSpPr>
        <p:spPr>
          <a:xfrm>
            <a:off x="4816900" y="2814641"/>
            <a:ext cx="1761900" cy="228600"/>
          </a:xfrm>
          <a:prstGeom prst="rect">
            <a:avLst/>
          </a:prstGeom>
          <a:noFill/>
          <a:ln>
            <a:noFill/>
          </a:ln>
        </p:spPr>
        <p:txBody>
          <a:bodyPr anchorCtr="0" anchor="b" bIns="0" lIns="0" spcFirstLastPara="1" rIns="91425" wrap="square" tIns="0">
            <a:noAutofit/>
          </a:bodyPr>
          <a:lstStyle>
            <a:lvl1pPr lvl="0">
              <a:lnSpc>
                <a:spcPct val="85000"/>
              </a:lnSpc>
              <a:spcBef>
                <a:spcPts val="0"/>
              </a:spcBef>
              <a:spcAft>
                <a:spcPts val="0"/>
              </a:spcAft>
              <a:buNone/>
              <a:defRPr>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2pPr>
            <a:lvl3pPr lvl="2">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3pPr>
            <a:lvl4pPr lvl="3">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4pPr>
            <a:lvl5pPr lvl="4">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5pPr>
            <a:lvl6pPr lvl="5">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6pPr>
            <a:lvl7pPr lvl="6">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7pPr>
            <a:lvl8pPr lvl="7">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8pPr>
            <a:lvl9pPr lvl="8">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9pPr>
          </a:lstStyle>
          <a:p/>
        </p:txBody>
      </p:sp>
      <p:sp>
        <p:nvSpPr>
          <p:cNvPr id="116" name="Google Shape;116;p10"/>
          <p:cNvSpPr txBox="1"/>
          <p:nvPr>
            <p:ph idx="9" type="subTitle"/>
          </p:nvPr>
        </p:nvSpPr>
        <p:spPr>
          <a:xfrm>
            <a:off x="4816900" y="3265335"/>
            <a:ext cx="1761900" cy="163800"/>
          </a:xfrm>
          <a:prstGeom prst="rect">
            <a:avLst/>
          </a:prstGeom>
          <a:noFill/>
          <a:ln>
            <a:noFill/>
          </a:ln>
        </p:spPr>
        <p:txBody>
          <a:bodyPr anchorCtr="0" anchor="ctr" bIns="0" lIns="0" spcFirstLastPara="1" rIns="91425" wrap="square" tIns="0">
            <a:noAutofit/>
          </a:bodyPr>
          <a:lstStyle>
            <a:lvl1pPr lvl="0">
              <a:lnSpc>
                <a:spcPct val="85000"/>
              </a:lnSpc>
              <a:spcBef>
                <a:spcPts val="0"/>
              </a:spcBef>
              <a:spcAft>
                <a:spcPts val="0"/>
              </a:spcAft>
              <a:buNone/>
              <a:defRPr sz="1200">
                <a:latin typeface="Urbanist Medium"/>
                <a:ea typeface="Urbanist Medium"/>
                <a:cs typeface="Urbanist Medium"/>
                <a:sym typeface="Urbanist Medium"/>
              </a:defRPr>
            </a:lvl1pPr>
            <a:lvl2pPr lvl="1">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9pPr>
          </a:lstStyle>
          <a:p/>
        </p:txBody>
      </p:sp>
      <p:sp>
        <p:nvSpPr>
          <p:cNvPr id="117" name="Google Shape;117;p10"/>
          <p:cNvSpPr/>
          <p:nvPr>
            <p:ph idx="13" type="pic"/>
          </p:nvPr>
        </p:nvSpPr>
        <p:spPr>
          <a:xfrm>
            <a:off x="7012000" y="1896600"/>
            <a:ext cx="665400" cy="685500"/>
          </a:xfrm>
          <a:prstGeom prst="roundRect">
            <a:avLst>
              <a:gd fmla="val 17601" name="adj"/>
            </a:avLst>
          </a:prstGeom>
          <a:noFill/>
          <a:ln>
            <a:noFill/>
          </a:ln>
        </p:spPr>
      </p:sp>
      <p:sp>
        <p:nvSpPr>
          <p:cNvPr id="118" name="Google Shape;118;p10"/>
          <p:cNvSpPr txBox="1"/>
          <p:nvPr>
            <p:ph idx="14" type="subTitle"/>
          </p:nvPr>
        </p:nvSpPr>
        <p:spPr>
          <a:xfrm>
            <a:off x="7012000" y="2814641"/>
            <a:ext cx="1761900" cy="228600"/>
          </a:xfrm>
          <a:prstGeom prst="rect">
            <a:avLst/>
          </a:prstGeom>
          <a:noFill/>
          <a:ln>
            <a:noFill/>
          </a:ln>
        </p:spPr>
        <p:txBody>
          <a:bodyPr anchorCtr="0" anchor="b" bIns="0" lIns="0" spcFirstLastPara="1" rIns="91425" wrap="square" tIns="0">
            <a:noAutofit/>
          </a:bodyPr>
          <a:lstStyle>
            <a:lvl1pPr lvl="0">
              <a:lnSpc>
                <a:spcPct val="85000"/>
              </a:lnSpc>
              <a:spcBef>
                <a:spcPts val="0"/>
              </a:spcBef>
              <a:spcAft>
                <a:spcPts val="0"/>
              </a:spcAft>
              <a:buNone/>
              <a:defRPr>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2pPr>
            <a:lvl3pPr lvl="2">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3pPr>
            <a:lvl4pPr lvl="3">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4pPr>
            <a:lvl5pPr lvl="4">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5pPr>
            <a:lvl6pPr lvl="5">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6pPr>
            <a:lvl7pPr lvl="6">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7pPr>
            <a:lvl8pPr lvl="7">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8pPr>
            <a:lvl9pPr lvl="8">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9pPr>
          </a:lstStyle>
          <a:p/>
        </p:txBody>
      </p:sp>
      <p:sp>
        <p:nvSpPr>
          <p:cNvPr id="119" name="Google Shape;119;p10"/>
          <p:cNvSpPr txBox="1"/>
          <p:nvPr>
            <p:ph idx="15" type="subTitle"/>
          </p:nvPr>
        </p:nvSpPr>
        <p:spPr>
          <a:xfrm>
            <a:off x="7012000" y="3265335"/>
            <a:ext cx="1761900" cy="163800"/>
          </a:xfrm>
          <a:prstGeom prst="rect">
            <a:avLst/>
          </a:prstGeom>
          <a:noFill/>
          <a:ln>
            <a:noFill/>
          </a:ln>
        </p:spPr>
        <p:txBody>
          <a:bodyPr anchorCtr="0" anchor="ctr" bIns="0" lIns="0" spcFirstLastPara="1" rIns="91425" wrap="square" tIns="0">
            <a:noAutofit/>
          </a:bodyPr>
          <a:lstStyle>
            <a:lvl1pPr lvl="0">
              <a:lnSpc>
                <a:spcPct val="85000"/>
              </a:lnSpc>
              <a:spcBef>
                <a:spcPts val="0"/>
              </a:spcBef>
              <a:spcAft>
                <a:spcPts val="0"/>
              </a:spcAft>
              <a:buNone/>
              <a:defRPr sz="1200">
                <a:latin typeface="Urbanist Medium"/>
                <a:ea typeface="Urbanist Medium"/>
                <a:cs typeface="Urbanist Medium"/>
                <a:sym typeface="Urbanist Medium"/>
              </a:defRPr>
            </a:lvl1pPr>
            <a:lvl2pPr lvl="1">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9pPr>
          </a:lstStyle>
          <a:p/>
        </p:txBody>
      </p:sp>
      <p:sp>
        <p:nvSpPr>
          <p:cNvPr id="120" name="Google Shape;120;p10"/>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121" name="Google Shape;121;p10"/>
          <p:cNvSpPr txBox="1"/>
          <p:nvPr>
            <p:ph idx="16"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122" name="Google Shape;122;p10"/>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123" name="Google Shape;123;p10"/>
          <p:cNvSpPr txBox="1"/>
          <p:nvPr>
            <p:ph idx="17"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p15:guide id="1" orient="horz" pos="2805">
          <p15:clr>
            <a:srgbClr val="E46962"/>
          </p15:clr>
        </p15:guide>
      </p15:sldGuideLst>
    </p:ext>
  </p:extLs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hort big title and body">
  <p:cSld name="BLANK_1_1_1_1_1_1_1_1_1_1_2">
    <p:spTree>
      <p:nvGrpSpPr>
        <p:cNvPr id="124" name="Shape 124"/>
        <p:cNvGrpSpPr/>
        <p:nvPr/>
      </p:nvGrpSpPr>
      <p:grpSpPr>
        <a:xfrm>
          <a:off x="0" y="0"/>
          <a:ext cx="0" cy="0"/>
          <a:chOff x="0" y="0"/>
          <a:chExt cx="0" cy="0"/>
        </a:xfrm>
      </p:grpSpPr>
      <p:pic>
        <p:nvPicPr>
          <p:cNvPr id="125" name="Google Shape;125;p11"/>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126" name="Google Shape;126;p11"/>
          <p:cNvSpPr txBox="1"/>
          <p:nvPr>
            <p:ph idx="1" type="subTitle"/>
          </p:nvPr>
        </p:nvSpPr>
        <p:spPr>
          <a:xfrm>
            <a:off x="4314775" y="3818375"/>
            <a:ext cx="4230600" cy="452700"/>
          </a:xfrm>
          <a:prstGeom prst="rect">
            <a:avLst/>
          </a:prstGeom>
          <a:noFill/>
          <a:ln>
            <a:noFill/>
          </a:ln>
        </p:spPr>
        <p:txBody>
          <a:bodyPr anchorCtr="0" anchor="b" bIns="0" lIns="0" spcFirstLastPara="1" rIns="0" wrap="square" tIns="0">
            <a:noAutofit/>
          </a:bodyPr>
          <a:lstStyle>
            <a:lvl1pPr lvl="0">
              <a:spcBef>
                <a:spcPts val="0"/>
              </a:spcBef>
              <a:spcAft>
                <a:spcPts val="0"/>
              </a:spcAft>
              <a:buClr>
                <a:schemeClr val="lt1"/>
              </a:buClr>
              <a:buSzPts val="1400"/>
              <a:buFont typeface="Urbanist Medium"/>
              <a:buNone/>
              <a:defRPr>
                <a:latin typeface="Urbanist Medium"/>
                <a:ea typeface="Urbanist Medium"/>
                <a:cs typeface="Urbanist Medium"/>
                <a:sym typeface="Urbanist Medium"/>
              </a:defRPr>
            </a:lvl1pPr>
            <a:lvl2pPr lvl="1">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9pPr>
          </a:lstStyle>
          <a:p/>
        </p:txBody>
      </p:sp>
      <p:sp>
        <p:nvSpPr>
          <p:cNvPr id="127" name="Google Shape;127;p11"/>
          <p:cNvSpPr txBox="1"/>
          <p:nvPr>
            <p:ph type="title"/>
          </p:nvPr>
        </p:nvSpPr>
        <p:spPr>
          <a:xfrm>
            <a:off x="228600" y="290448"/>
            <a:ext cx="3655800" cy="2407500"/>
          </a:xfrm>
          <a:prstGeom prst="rect">
            <a:avLst/>
          </a:prstGeom>
          <a:noFill/>
          <a:ln>
            <a:noFill/>
          </a:ln>
        </p:spPr>
        <p:txBody>
          <a:bodyPr anchorCtr="0" anchor="ctr" bIns="91425" lIns="0" spcFirstLastPara="1" rIns="91425" wrap="square" tIns="91425">
            <a:spAutoFit/>
          </a:bodyPr>
          <a:lstStyle>
            <a:lvl1pPr lvl="0">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1pPr>
            <a:lvl2pPr lvl="1">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2pPr>
            <a:lvl3pPr lvl="2">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3pPr>
            <a:lvl4pPr lvl="3">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4pPr>
            <a:lvl5pPr lvl="4">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5pPr>
            <a:lvl6pPr lvl="5">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6pPr>
            <a:lvl7pPr lvl="6">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7pPr>
            <a:lvl8pPr lvl="7">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8pPr>
            <a:lvl9pPr lvl="8">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9pPr>
          </a:lstStyle>
          <a:p/>
        </p:txBody>
      </p:sp>
      <p:cxnSp>
        <p:nvCxnSpPr>
          <p:cNvPr id="128" name="Google Shape;128;p11"/>
          <p:cNvCxnSpPr/>
          <p:nvPr/>
        </p:nvCxnSpPr>
        <p:spPr>
          <a:xfrm>
            <a:off x="4159025" y="226100"/>
            <a:ext cx="0" cy="4457700"/>
          </a:xfrm>
          <a:prstGeom prst="straightConnector1">
            <a:avLst/>
          </a:prstGeom>
          <a:noFill/>
          <a:ln cap="flat" cmpd="sng" w="9525">
            <a:solidFill>
              <a:schemeClr val="accent1"/>
            </a:solidFill>
            <a:prstDash val="solid"/>
            <a:round/>
            <a:headEnd len="med" w="med" type="none"/>
            <a:tailEnd len="med" w="med" type="none"/>
          </a:ln>
        </p:spPr>
      </p:cxnSp>
      <p:cxnSp>
        <p:nvCxnSpPr>
          <p:cNvPr id="129" name="Google Shape;129;p11"/>
          <p:cNvCxnSpPr/>
          <p:nvPr/>
        </p:nvCxnSpPr>
        <p:spPr>
          <a:xfrm>
            <a:off x="228600" y="226100"/>
            <a:ext cx="8687100" cy="0"/>
          </a:xfrm>
          <a:prstGeom prst="straightConnector1">
            <a:avLst/>
          </a:prstGeom>
          <a:noFill/>
          <a:ln cap="flat" cmpd="sng" w="9525">
            <a:solidFill>
              <a:schemeClr val="accent1"/>
            </a:solidFill>
            <a:prstDash val="solid"/>
            <a:round/>
            <a:headEnd len="med" w="med" type="none"/>
            <a:tailEnd len="med" w="med" type="none"/>
          </a:ln>
        </p:spPr>
      </p:cxnSp>
      <p:sp>
        <p:nvSpPr>
          <p:cNvPr id="130" name="Google Shape;130;p11"/>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131" name="Google Shape;131;p11"/>
          <p:cNvSpPr txBox="1"/>
          <p:nvPr>
            <p:ph idx="2"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132" name="Google Shape;132;p11"/>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133" name="Google Shape;133;p11"/>
          <p:cNvSpPr txBox="1"/>
          <p:nvPr>
            <p:ph idx="3"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p15:guide id="1" orient="horz" pos="2805">
          <p15:clr>
            <a:srgbClr val="E46962"/>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body and image ALT 2">
  <p:cSld name="BLANK_1_1_1_1_1_1_1_1_1_1_1_1_2">
    <p:spTree>
      <p:nvGrpSpPr>
        <p:cNvPr id="134" name="Shape 134"/>
        <p:cNvGrpSpPr/>
        <p:nvPr/>
      </p:nvGrpSpPr>
      <p:grpSpPr>
        <a:xfrm>
          <a:off x="0" y="0"/>
          <a:ext cx="0" cy="0"/>
          <a:chOff x="0" y="0"/>
          <a:chExt cx="0" cy="0"/>
        </a:xfrm>
      </p:grpSpPr>
      <p:pic>
        <p:nvPicPr>
          <p:cNvPr id="135" name="Google Shape;135;p12"/>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136" name="Google Shape;136;p12"/>
          <p:cNvSpPr txBox="1"/>
          <p:nvPr>
            <p:ph idx="1" type="body"/>
          </p:nvPr>
        </p:nvSpPr>
        <p:spPr>
          <a:xfrm>
            <a:off x="228600" y="1743625"/>
            <a:ext cx="4296600" cy="2709000"/>
          </a:xfrm>
          <a:prstGeom prst="rect">
            <a:avLst/>
          </a:prstGeom>
          <a:noFill/>
          <a:ln>
            <a:noFill/>
          </a:ln>
        </p:spPr>
        <p:txBody>
          <a:bodyPr anchorCtr="0" anchor="b" bIns="91425" lIns="0" spcFirstLastPara="1" rIns="91425" wrap="square" tIns="91425">
            <a:noAutofit/>
          </a:bodyPr>
          <a:lstStyle>
            <a:lvl1pPr indent="-317500" lvl="0" marL="457200">
              <a:spcBef>
                <a:spcPts val="0"/>
              </a:spcBef>
              <a:spcAft>
                <a:spcPts val="0"/>
              </a:spcAft>
              <a:buClr>
                <a:schemeClr val="lt1"/>
              </a:buClr>
              <a:buSzPts val="1400"/>
              <a:buFont typeface="Urbanist Medium"/>
              <a:buChar char="●"/>
              <a:defRPr sz="1400">
                <a:solidFill>
                  <a:schemeClr val="lt1"/>
                </a:solidFill>
                <a:latin typeface="Urbanist Medium"/>
                <a:ea typeface="Urbanist Medium"/>
                <a:cs typeface="Urbanist Medium"/>
                <a:sym typeface="Urbanist Medium"/>
              </a:defRPr>
            </a:lvl1pPr>
            <a:lvl2pPr indent="-317500" lvl="1" marL="914400">
              <a:spcBef>
                <a:spcPts val="0"/>
              </a:spcBef>
              <a:spcAft>
                <a:spcPts val="0"/>
              </a:spcAft>
              <a:buClr>
                <a:schemeClr val="lt1"/>
              </a:buClr>
              <a:buSzPts val="1400"/>
              <a:buFont typeface="Urbanist Medium"/>
              <a:buChar char="○"/>
              <a:defRPr sz="1400">
                <a:solidFill>
                  <a:schemeClr val="lt1"/>
                </a:solidFill>
                <a:latin typeface="Urbanist Medium"/>
                <a:ea typeface="Urbanist Medium"/>
                <a:cs typeface="Urbanist Medium"/>
                <a:sym typeface="Urbanist Medium"/>
              </a:defRPr>
            </a:lvl2pPr>
            <a:lvl3pPr indent="-317500" lvl="2" marL="1371600">
              <a:spcBef>
                <a:spcPts val="0"/>
              </a:spcBef>
              <a:spcAft>
                <a:spcPts val="0"/>
              </a:spcAft>
              <a:buClr>
                <a:schemeClr val="lt1"/>
              </a:buClr>
              <a:buSzPts val="1400"/>
              <a:buFont typeface="Urbanist Medium"/>
              <a:buChar char="■"/>
              <a:defRPr sz="1400">
                <a:solidFill>
                  <a:schemeClr val="lt1"/>
                </a:solidFill>
                <a:latin typeface="Urbanist Medium"/>
                <a:ea typeface="Urbanist Medium"/>
                <a:cs typeface="Urbanist Medium"/>
                <a:sym typeface="Urbanist Medium"/>
              </a:defRPr>
            </a:lvl3pPr>
            <a:lvl4pPr indent="-317500" lvl="3" marL="1828800">
              <a:spcBef>
                <a:spcPts val="0"/>
              </a:spcBef>
              <a:spcAft>
                <a:spcPts val="0"/>
              </a:spcAft>
              <a:buClr>
                <a:schemeClr val="lt1"/>
              </a:buClr>
              <a:buSzPts val="1400"/>
              <a:buFont typeface="Urbanist Medium"/>
              <a:buChar char="●"/>
              <a:defRPr sz="1400">
                <a:solidFill>
                  <a:schemeClr val="lt1"/>
                </a:solidFill>
                <a:latin typeface="Urbanist Medium"/>
                <a:ea typeface="Urbanist Medium"/>
                <a:cs typeface="Urbanist Medium"/>
                <a:sym typeface="Urbanist Medium"/>
              </a:defRPr>
            </a:lvl4pPr>
            <a:lvl5pPr indent="-317500" lvl="4" marL="2286000">
              <a:spcBef>
                <a:spcPts val="0"/>
              </a:spcBef>
              <a:spcAft>
                <a:spcPts val="0"/>
              </a:spcAft>
              <a:buClr>
                <a:schemeClr val="lt1"/>
              </a:buClr>
              <a:buSzPts val="1400"/>
              <a:buFont typeface="Urbanist Medium"/>
              <a:buChar char="○"/>
              <a:defRPr sz="1400">
                <a:solidFill>
                  <a:schemeClr val="lt1"/>
                </a:solidFill>
                <a:latin typeface="Urbanist Medium"/>
                <a:ea typeface="Urbanist Medium"/>
                <a:cs typeface="Urbanist Medium"/>
                <a:sym typeface="Urbanist Medium"/>
              </a:defRPr>
            </a:lvl5pPr>
            <a:lvl6pPr indent="-317500" lvl="5" marL="2743200">
              <a:spcBef>
                <a:spcPts val="0"/>
              </a:spcBef>
              <a:spcAft>
                <a:spcPts val="0"/>
              </a:spcAft>
              <a:buClr>
                <a:schemeClr val="lt1"/>
              </a:buClr>
              <a:buSzPts val="1400"/>
              <a:buFont typeface="Urbanist Medium"/>
              <a:buChar char="■"/>
              <a:defRPr sz="1400">
                <a:solidFill>
                  <a:schemeClr val="lt1"/>
                </a:solidFill>
                <a:latin typeface="Urbanist Medium"/>
                <a:ea typeface="Urbanist Medium"/>
                <a:cs typeface="Urbanist Medium"/>
                <a:sym typeface="Urbanist Medium"/>
              </a:defRPr>
            </a:lvl6pPr>
            <a:lvl7pPr indent="-317500" lvl="6" marL="3200400">
              <a:spcBef>
                <a:spcPts val="0"/>
              </a:spcBef>
              <a:spcAft>
                <a:spcPts val="0"/>
              </a:spcAft>
              <a:buClr>
                <a:schemeClr val="lt1"/>
              </a:buClr>
              <a:buSzPts val="1400"/>
              <a:buFont typeface="Urbanist Medium"/>
              <a:buChar char="●"/>
              <a:defRPr sz="1400">
                <a:solidFill>
                  <a:schemeClr val="lt1"/>
                </a:solidFill>
                <a:latin typeface="Urbanist Medium"/>
                <a:ea typeface="Urbanist Medium"/>
                <a:cs typeface="Urbanist Medium"/>
                <a:sym typeface="Urbanist Medium"/>
              </a:defRPr>
            </a:lvl7pPr>
            <a:lvl8pPr indent="-317500" lvl="7" marL="3657600">
              <a:spcBef>
                <a:spcPts val="0"/>
              </a:spcBef>
              <a:spcAft>
                <a:spcPts val="0"/>
              </a:spcAft>
              <a:buClr>
                <a:schemeClr val="lt1"/>
              </a:buClr>
              <a:buSzPts val="1400"/>
              <a:buFont typeface="Urbanist Medium"/>
              <a:buChar char="○"/>
              <a:defRPr sz="1400">
                <a:solidFill>
                  <a:schemeClr val="lt1"/>
                </a:solidFill>
                <a:latin typeface="Urbanist Medium"/>
                <a:ea typeface="Urbanist Medium"/>
                <a:cs typeface="Urbanist Medium"/>
                <a:sym typeface="Urbanist Medium"/>
              </a:defRPr>
            </a:lvl8pPr>
            <a:lvl9pPr indent="-317500" lvl="8" marL="4114800">
              <a:spcBef>
                <a:spcPts val="0"/>
              </a:spcBef>
              <a:spcAft>
                <a:spcPts val="0"/>
              </a:spcAft>
              <a:buClr>
                <a:schemeClr val="lt1"/>
              </a:buClr>
              <a:buSzPts val="1400"/>
              <a:buFont typeface="Urbanist Medium"/>
              <a:buChar char="■"/>
              <a:defRPr sz="1400">
                <a:solidFill>
                  <a:schemeClr val="lt1"/>
                </a:solidFill>
                <a:latin typeface="Urbanist Medium"/>
                <a:ea typeface="Urbanist Medium"/>
                <a:cs typeface="Urbanist Medium"/>
                <a:sym typeface="Urbanist Medium"/>
              </a:defRPr>
            </a:lvl9pPr>
          </a:lstStyle>
          <a:p/>
        </p:txBody>
      </p:sp>
      <p:sp>
        <p:nvSpPr>
          <p:cNvPr id="137" name="Google Shape;137;p12"/>
          <p:cNvSpPr/>
          <p:nvPr>
            <p:ph idx="2" type="pic"/>
          </p:nvPr>
        </p:nvSpPr>
        <p:spPr>
          <a:xfrm>
            <a:off x="5342000" y="457200"/>
            <a:ext cx="3573300" cy="3995400"/>
          </a:xfrm>
          <a:prstGeom prst="roundRect">
            <a:avLst>
              <a:gd fmla="val 6865" name="adj"/>
            </a:avLst>
          </a:prstGeom>
          <a:noFill/>
          <a:ln>
            <a:noFill/>
          </a:ln>
        </p:spPr>
      </p:sp>
      <p:sp>
        <p:nvSpPr>
          <p:cNvPr id="138" name="Google Shape;138;p12"/>
          <p:cNvSpPr txBox="1"/>
          <p:nvPr>
            <p:ph idx="3" type="subTitle"/>
          </p:nvPr>
        </p:nvSpPr>
        <p:spPr>
          <a:xfrm>
            <a:off x="228600" y="228600"/>
            <a:ext cx="29208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1pPr>
            <a:lvl2pPr lvl="1">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9pPr>
          </a:lstStyle>
          <a:p/>
        </p:txBody>
      </p:sp>
      <p:sp>
        <p:nvSpPr>
          <p:cNvPr id="139" name="Google Shape;139;p12"/>
          <p:cNvSpPr txBox="1"/>
          <p:nvPr>
            <p:ph type="title"/>
          </p:nvPr>
        </p:nvSpPr>
        <p:spPr>
          <a:xfrm>
            <a:off x="228600" y="613525"/>
            <a:ext cx="4296600" cy="1162800"/>
          </a:xfrm>
          <a:prstGeom prst="rect">
            <a:avLst/>
          </a:prstGeom>
          <a:noFill/>
          <a:ln>
            <a:noFill/>
          </a:ln>
        </p:spPr>
        <p:txBody>
          <a:bodyPr anchorCtr="0" anchor="ctr" bIns="91425" lIns="0" spcFirstLastPara="1" rIns="91425" wrap="square" tIns="0">
            <a:spAutoFit/>
          </a:bodyPr>
          <a:lstStyle>
            <a:lvl1pPr lvl="0">
              <a:lnSpc>
                <a:spcPct val="85000"/>
              </a:lnSpc>
              <a:spcBef>
                <a:spcPts val="0"/>
              </a:spcBef>
              <a:spcAft>
                <a:spcPts val="0"/>
              </a:spcAft>
              <a:buNone/>
              <a:defRPr sz="3400">
                <a:solidFill>
                  <a:schemeClr val="lt1"/>
                </a:solidFill>
                <a:latin typeface="Urbanist Medium"/>
                <a:ea typeface="Urbanist Medium"/>
                <a:cs typeface="Urbanist Medium"/>
                <a:sym typeface="Urbanist Medium"/>
              </a:defRPr>
            </a:lvl1pPr>
            <a:lvl2pPr lvl="1">
              <a:lnSpc>
                <a:spcPct val="85000"/>
              </a:lnSpc>
              <a:spcBef>
                <a:spcPts val="0"/>
              </a:spcBef>
              <a:spcAft>
                <a:spcPts val="0"/>
              </a:spcAft>
              <a:buNone/>
              <a:defRPr sz="3600">
                <a:solidFill>
                  <a:schemeClr val="lt1"/>
                </a:solidFill>
                <a:latin typeface="Urbanist Medium"/>
                <a:ea typeface="Urbanist Medium"/>
                <a:cs typeface="Urbanist Medium"/>
                <a:sym typeface="Urbanist Medium"/>
              </a:defRPr>
            </a:lvl2pPr>
            <a:lvl3pPr lvl="2">
              <a:lnSpc>
                <a:spcPct val="85000"/>
              </a:lnSpc>
              <a:spcBef>
                <a:spcPts val="0"/>
              </a:spcBef>
              <a:spcAft>
                <a:spcPts val="0"/>
              </a:spcAft>
              <a:buNone/>
              <a:defRPr sz="3600">
                <a:solidFill>
                  <a:schemeClr val="lt1"/>
                </a:solidFill>
                <a:latin typeface="Urbanist Medium"/>
                <a:ea typeface="Urbanist Medium"/>
                <a:cs typeface="Urbanist Medium"/>
                <a:sym typeface="Urbanist Medium"/>
              </a:defRPr>
            </a:lvl3pPr>
            <a:lvl4pPr lvl="3">
              <a:lnSpc>
                <a:spcPct val="85000"/>
              </a:lnSpc>
              <a:spcBef>
                <a:spcPts val="0"/>
              </a:spcBef>
              <a:spcAft>
                <a:spcPts val="0"/>
              </a:spcAft>
              <a:buNone/>
              <a:defRPr sz="3600">
                <a:solidFill>
                  <a:schemeClr val="lt1"/>
                </a:solidFill>
                <a:latin typeface="Urbanist Medium"/>
                <a:ea typeface="Urbanist Medium"/>
                <a:cs typeface="Urbanist Medium"/>
                <a:sym typeface="Urbanist Medium"/>
              </a:defRPr>
            </a:lvl4pPr>
            <a:lvl5pPr lvl="4">
              <a:lnSpc>
                <a:spcPct val="85000"/>
              </a:lnSpc>
              <a:spcBef>
                <a:spcPts val="0"/>
              </a:spcBef>
              <a:spcAft>
                <a:spcPts val="0"/>
              </a:spcAft>
              <a:buNone/>
              <a:defRPr sz="3600">
                <a:solidFill>
                  <a:schemeClr val="lt1"/>
                </a:solidFill>
                <a:latin typeface="Urbanist Medium"/>
                <a:ea typeface="Urbanist Medium"/>
                <a:cs typeface="Urbanist Medium"/>
                <a:sym typeface="Urbanist Medium"/>
              </a:defRPr>
            </a:lvl5pPr>
            <a:lvl6pPr lvl="5">
              <a:lnSpc>
                <a:spcPct val="85000"/>
              </a:lnSpc>
              <a:spcBef>
                <a:spcPts val="0"/>
              </a:spcBef>
              <a:spcAft>
                <a:spcPts val="0"/>
              </a:spcAft>
              <a:buNone/>
              <a:defRPr sz="3600">
                <a:solidFill>
                  <a:schemeClr val="lt1"/>
                </a:solidFill>
                <a:latin typeface="Urbanist Medium"/>
                <a:ea typeface="Urbanist Medium"/>
                <a:cs typeface="Urbanist Medium"/>
                <a:sym typeface="Urbanist Medium"/>
              </a:defRPr>
            </a:lvl6pPr>
            <a:lvl7pPr lvl="6">
              <a:lnSpc>
                <a:spcPct val="85000"/>
              </a:lnSpc>
              <a:spcBef>
                <a:spcPts val="0"/>
              </a:spcBef>
              <a:spcAft>
                <a:spcPts val="0"/>
              </a:spcAft>
              <a:buNone/>
              <a:defRPr sz="3600">
                <a:solidFill>
                  <a:schemeClr val="lt1"/>
                </a:solidFill>
                <a:latin typeface="Urbanist Medium"/>
                <a:ea typeface="Urbanist Medium"/>
                <a:cs typeface="Urbanist Medium"/>
                <a:sym typeface="Urbanist Medium"/>
              </a:defRPr>
            </a:lvl7pPr>
            <a:lvl8pPr lvl="7">
              <a:lnSpc>
                <a:spcPct val="85000"/>
              </a:lnSpc>
              <a:spcBef>
                <a:spcPts val="0"/>
              </a:spcBef>
              <a:spcAft>
                <a:spcPts val="0"/>
              </a:spcAft>
              <a:buNone/>
              <a:defRPr sz="3600">
                <a:solidFill>
                  <a:schemeClr val="lt1"/>
                </a:solidFill>
                <a:latin typeface="Urbanist Medium"/>
                <a:ea typeface="Urbanist Medium"/>
                <a:cs typeface="Urbanist Medium"/>
                <a:sym typeface="Urbanist Medium"/>
              </a:defRPr>
            </a:lvl8pPr>
            <a:lvl9pPr lvl="8">
              <a:lnSpc>
                <a:spcPct val="85000"/>
              </a:lnSpc>
              <a:spcBef>
                <a:spcPts val="0"/>
              </a:spcBef>
              <a:spcAft>
                <a:spcPts val="0"/>
              </a:spcAft>
              <a:buNone/>
              <a:defRPr sz="3600">
                <a:solidFill>
                  <a:schemeClr val="lt1"/>
                </a:solidFill>
                <a:latin typeface="Urbanist Medium"/>
                <a:ea typeface="Urbanist Medium"/>
                <a:cs typeface="Urbanist Medium"/>
                <a:sym typeface="Urbanist Medium"/>
              </a:defRPr>
            </a:lvl9pPr>
          </a:lstStyle>
          <a:p/>
        </p:txBody>
      </p:sp>
      <p:sp>
        <p:nvSpPr>
          <p:cNvPr id="140" name="Google Shape;140;p12"/>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141" name="Google Shape;141;p12"/>
          <p:cNvSpPr txBox="1"/>
          <p:nvPr>
            <p:ph idx="4"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142" name="Google Shape;142;p12"/>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143" name="Google Shape;143;p12"/>
          <p:cNvSpPr txBox="1"/>
          <p:nvPr>
            <p:ph idx="5"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p15:guide id="1" orient="horz" pos="2805">
          <p15:clr>
            <a:srgbClr val="E46962"/>
          </p15:clr>
        </p15:guide>
      </p15:sldGuideLst>
    </p:ext>
  </p:extLst>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big cards">
  <p:cSld name="CUSTOM_1">
    <p:spTree>
      <p:nvGrpSpPr>
        <p:cNvPr id="144" name="Shape 144"/>
        <p:cNvGrpSpPr/>
        <p:nvPr/>
      </p:nvGrpSpPr>
      <p:grpSpPr>
        <a:xfrm>
          <a:off x="0" y="0"/>
          <a:ext cx="0" cy="0"/>
          <a:chOff x="0" y="0"/>
          <a:chExt cx="0" cy="0"/>
        </a:xfrm>
      </p:grpSpPr>
      <p:pic>
        <p:nvPicPr>
          <p:cNvPr id="145" name="Google Shape;145;p13"/>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146" name="Google Shape;146;p13"/>
          <p:cNvSpPr txBox="1"/>
          <p:nvPr>
            <p:ph type="title"/>
          </p:nvPr>
        </p:nvSpPr>
        <p:spPr>
          <a:xfrm>
            <a:off x="3386700" y="572202"/>
            <a:ext cx="1862100" cy="293100"/>
          </a:xfrm>
          <a:prstGeom prst="rect">
            <a:avLst/>
          </a:prstGeom>
          <a:noFill/>
          <a:ln>
            <a:noFill/>
          </a:ln>
        </p:spPr>
        <p:txBody>
          <a:bodyPr anchorCtr="0" anchor="b" bIns="91425" lIns="0" spcFirstLastPara="1" rIns="91425" wrap="square" tIns="0">
            <a:noAutofit/>
          </a:bodyPr>
          <a:lstStyle>
            <a:lvl1pPr lvl="0">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2pPr>
            <a:lvl3pPr lvl="2">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3pPr>
            <a:lvl4pPr lvl="3">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4pPr>
            <a:lvl5pPr lvl="4">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5pPr>
            <a:lvl6pPr lvl="5">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6pPr>
            <a:lvl7pPr lvl="6">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7pPr>
            <a:lvl8pPr lvl="7">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8pPr>
            <a:lvl9pPr lvl="8">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9pPr>
          </a:lstStyle>
          <a:p/>
        </p:txBody>
      </p:sp>
      <p:sp>
        <p:nvSpPr>
          <p:cNvPr id="147" name="Google Shape;147;p13"/>
          <p:cNvSpPr txBox="1"/>
          <p:nvPr>
            <p:ph idx="1" type="subTitle"/>
          </p:nvPr>
        </p:nvSpPr>
        <p:spPr>
          <a:xfrm>
            <a:off x="3386700" y="1007869"/>
            <a:ext cx="1974600" cy="2046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9pPr>
          </a:lstStyle>
          <a:p/>
        </p:txBody>
      </p:sp>
      <p:sp>
        <p:nvSpPr>
          <p:cNvPr id="148" name="Google Shape;148;p13"/>
          <p:cNvSpPr txBox="1"/>
          <p:nvPr>
            <p:ph idx="2" type="subTitle"/>
          </p:nvPr>
        </p:nvSpPr>
        <p:spPr>
          <a:xfrm>
            <a:off x="3386700" y="1153190"/>
            <a:ext cx="2444700" cy="8181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0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9pPr>
          </a:lstStyle>
          <a:p/>
        </p:txBody>
      </p:sp>
      <p:sp>
        <p:nvSpPr>
          <p:cNvPr id="149" name="Google Shape;149;p13"/>
          <p:cNvSpPr txBox="1"/>
          <p:nvPr>
            <p:ph idx="3" type="title"/>
          </p:nvPr>
        </p:nvSpPr>
        <p:spPr>
          <a:xfrm>
            <a:off x="6307650" y="564931"/>
            <a:ext cx="1862100" cy="293100"/>
          </a:xfrm>
          <a:prstGeom prst="rect">
            <a:avLst/>
          </a:prstGeom>
          <a:noFill/>
          <a:ln>
            <a:noFill/>
          </a:ln>
        </p:spPr>
        <p:txBody>
          <a:bodyPr anchorCtr="0" anchor="b" bIns="91425" lIns="0" spcFirstLastPara="1" rIns="91425" wrap="square" tIns="0">
            <a:noAutofit/>
          </a:bodyPr>
          <a:lstStyle>
            <a:lvl1pPr lvl="0">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2pPr>
            <a:lvl3pPr lvl="2">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3pPr>
            <a:lvl4pPr lvl="3">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4pPr>
            <a:lvl5pPr lvl="4">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5pPr>
            <a:lvl6pPr lvl="5">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6pPr>
            <a:lvl7pPr lvl="6">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7pPr>
            <a:lvl8pPr lvl="7">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8pPr>
            <a:lvl9pPr lvl="8">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9pPr>
          </a:lstStyle>
          <a:p/>
        </p:txBody>
      </p:sp>
      <p:sp>
        <p:nvSpPr>
          <p:cNvPr id="150" name="Google Shape;150;p13"/>
          <p:cNvSpPr txBox="1"/>
          <p:nvPr>
            <p:ph idx="4" type="subTitle"/>
          </p:nvPr>
        </p:nvSpPr>
        <p:spPr>
          <a:xfrm>
            <a:off x="6307650" y="1007869"/>
            <a:ext cx="1974600" cy="2046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9pPr>
          </a:lstStyle>
          <a:p/>
        </p:txBody>
      </p:sp>
      <p:sp>
        <p:nvSpPr>
          <p:cNvPr id="151" name="Google Shape;151;p13"/>
          <p:cNvSpPr txBox="1"/>
          <p:nvPr>
            <p:ph idx="5" type="subTitle"/>
          </p:nvPr>
        </p:nvSpPr>
        <p:spPr>
          <a:xfrm>
            <a:off x="6307650" y="1153190"/>
            <a:ext cx="2444700" cy="8181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0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9pPr>
          </a:lstStyle>
          <a:p/>
        </p:txBody>
      </p:sp>
      <p:sp>
        <p:nvSpPr>
          <p:cNvPr id="152" name="Google Shape;152;p13"/>
          <p:cNvSpPr txBox="1"/>
          <p:nvPr>
            <p:ph idx="6" type="title"/>
          </p:nvPr>
        </p:nvSpPr>
        <p:spPr>
          <a:xfrm>
            <a:off x="233850" y="228600"/>
            <a:ext cx="21900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1pPr>
            <a:lvl2pPr lvl="1">
              <a:spcBef>
                <a:spcPts val="0"/>
              </a:spcBef>
              <a:spcAft>
                <a:spcPts val="0"/>
              </a:spcAft>
              <a:buClr>
                <a:schemeClr val="dk2"/>
              </a:buClr>
              <a:buSzPts val="1400"/>
              <a:buFont typeface="Urbanist"/>
              <a:buNone/>
              <a:defRPr>
                <a:solidFill>
                  <a:schemeClr val="dk2"/>
                </a:solidFill>
              </a:defRPr>
            </a:lvl2pPr>
            <a:lvl3pPr lvl="2">
              <a:spcBef>
                <a:spcPts val="0"/>
              </a:spcBef>
              <a:spcAft>
                <a:spcPts val="0"/>
              </a:spcAft>
              <a:buClr>
                <a:schemeClr val="dk2"/>
              </a:buClr>
              <a:buSzPts val="1400"/>
              <a:buFont typeface="Urbanist"/>
              <a:buNone/>
              <a:defRPr>
                <a:solidFill>
                  <a:schemeClr val="dk2"/>
                </a:solidFill>
              </a:defRPr>
            </a:lvl3pPr>
            <a:lvl4pPr lvl="3">
              <a:spcBef>
                <a:spcPts val="0"/>
              </a:spcBef>
              <a:spcAft>
                <a:spcPts val="0"/>
              </a:spcAft>
              <a:buClr>
                <a:schemeClr val="dk2"/>
              </a:buClr>
              <a:buSzPts val="1400"/>
              <a:buFont typeface="Urbanist"/>
              <a:buNone/>
              <a:defRPr>
                <a:solidFill>
                  <a:schemeClr val="dk2"/>
                </a:solidFill>
              </a:defRPr>
            </a:lvl4pPr>
            <a:lvl5pPr lvl="4">
              <a:spcBef>
                <a:spcPts val="0"/>
              </a:spcBef>
              <a:spcAft>
                <a:spcPts val="0"/>
              </a:spcAft>
              <a:buClr>
                <a:schemeClr val="dk2"/>
              </a:buClr>
              <a:buSzPts val="1400"/>
              <a:buFont typeface="Urbanist"/>
              <a:buNone/>
              <a:defRPr>
                <a:solidFill>
                  <a:schemeClr val="dk2"/>
                </a:solidFill>
              </a:defRPr>
            </a:lvl5pPr>
            <a:lvl6pPr lvl="5">
              <a:spcBef>
                <a:spcPts val="0"/>
              </a:spcBef>
              <a:spcAft>
                <a:spcPts val="0"/>
              </a:spcAft>
              <a:buClr>
                <a:schemeClr val="dk2"/>
              </a:buClr>
              <a:buSzPts val="1400"/>
              <a:buFont typeface="Urbanist"/>
              <a:buNone/>
              <a:defRPr>
                <a:solidFill>
                  <a:schemeClr val="dk2"/>
                </a:solidFill>
              </a:defRPr>
            </a:lvl6pPr>
            <a:lvl7pPr lvl="6">
              <a:spcBef>
                <a:spcPts val="0"/>
              </a:spcBef>
              <a:spcAft>
                <a:spcPts val="0"/>
              </a:spcAft>
              <a:buClr>
                <a:schemeClr val="dk2"/>
              </a:buClr>
              <a:buSzPts val="1400"/>
              <a:buFont typeface="Urbanist"/>
              <a:buNone/>
              <a:defRPr>
                <a:solidFill>
                  <a:schemeClr val="dk2"/>
                </a:solidFill>
              </a:defRPr>
            </a:lvl7pPr>
            <a:lvl8pPr lvl="7">
              <a:spcBef>
                <a:spcPts val="0"/>
              </a:spcBef>
              <a:spcAft>
                <a:spcPts val="0"/>
              </a:spcAft>
              <a:buClr>
                <a:schemeClr val="dk2"/>
              </a:buClr>
              <a:buSzPts val="1400"/>
              <a:buFont typeface="Urbanist"/>
              <a:buNone/>
              <a:defRPr>
                <a:solidFill>
                  <a:schemeClr val="dk2"/>
                </a:solidFill>
              </a:defRPr>
            </a:lvl8pPr>
            <a:lvl9pPr lvl="8">
              <a:spcBef>
                <a:spcPts val="0"/>
              </a:spcBef>
              <a:spcAft>
                <a:spcPts val="0"/>
              </a:spcAft>
              <a:buClr>
                <a:schemeClr val="dk2"/>
              </a:buClr>
              <a:buSzPts val="1400"/>
              <a:buFont typeface="Urbanist"/>
              <a:buNone/>
              <a:defRPr>
                <a:solidFill>
                  <a:schemeClr val="dk2"/>
                </a:solidFill>
              </a:defRPr>
            </a:lvl9pPr>
          </a:lstStyle>
          <a:p/>
        </p:txBody>
      </p:sp>
      <p:sp>
        <p:nvSpPr>
          <p:cNvPr id="153" name="Google Shape;153;p13"/>
          <p:cNvSpPr txBox="1"/>
          <p:nvPr>
            <p:ph idx="7" type="subTitle"/>
          </p:nvPr>
        </p:nvSpPr>
        <p:spPr>
          <a:xfrm>
            <a:off x="3482800" y="4057204"/>
            <a:ext cx="1076100" cy="168300"/>
          </a:xfrm>
          <a:prstGeom prst="rect">
            <a:avLst/>
          </a:prstGeom>
          <a:noFill/>
          <a:ln>
            <a:noFill/>
          </a:ln>
        </p:spPr>
        <p:txBody>
          <a:bodyPr anchorCtr="0" anchor="ctr" bIns="91425" lIns="0" spcFirstLastPara="1" rIns="91425" wrap="square" tIns="0">
            <a:noAutofit/>
          </a:bodyPr>
          <a:lstStyle>
            <a:lvl1pPr lvl="0" algn="ctr">
              <a:lnSpc>
                <a:spcPct val="85000"/>
              </a:lnSpc>
              <a:spcBef>
                <a:spcPts val="0"/>
              </a:spcBef>
              <a:spcAft>
                <a:spcPts val="0"/>
              </a:spcAft>
              <a:buNone/>
              <a:defRPr sz="800">
                <a:solidFill>
                  <a:schemeClr val="dk1"/>
                </a:solidFill>
                <a:latin typeface="Urbanist Medium"/>
                <a:ea typeface="Urbanist Medium"/>
                <a:cs typeface="Urbanist Medium"/>
                <a:sym typeface="Urbanist Medium"/>
              </a:defRPr>
            </a:lvl1pPr>
            <a:lvl2pPr lvl="1"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2pPr>
            <a:lvl3pPr lvl="2"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3pPr>
            <a:lvl4pPr lvl="3"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4pPr>
            <a:lvl5pPr lvl="4"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5pPr>
            <a:lvl6pPr lvl="5"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6pPr>
            <a:lvl7pPr lvl="6"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7pPr>
            <a:lvl8pPr lvl="7"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8pPr>
            <a:lvl9pPr lvl="8"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9pPr>
          </a:lstStyle>
          <a:p/>
        </p:txBody>
      </p:sp>
      <p:sp>
        <p:nvSpPr>
          <p:cNvPr id="154" name="Google Shape;154;p13"/>
          <p:cNvSpPr txBox="1"/>
          <p:nvPr>
            <p:ph idx="8" type="subTitle"/>
          </p:nvPr>
        </p:nvSpPr>
        <p:spPr>
          <a:xfrm>
            <a:off x="6405300" y="4057079"/>
            <a:ext cx="1076100" cy="168300"/>
          </a:xfrm>
          <a:prstGeom prst="rect">
            <a:avLst/>
          </a:prstGeom>
          <a:noFill/>
          <a:ln>
            <a:noFill/>
          </a:ln>
        </p:spPr>
        <p:txBody>
          <a:bodyPr anchorCtr="0" anchor="ctr" bIns="91425" lIns="0" spcFirstLastPara="1" rIns="91425" wrap="square" tIns="0">
            <a:noAutofit/>
          </a:bodyPr>
          <a:lstStyle>
            <a:lvl1pPr lvl="0" algn="ctr">
              <a:lnSpc>
                <a:spcPct val="85000"/>
              </a:lnSpc>
              <a:spcBef>
                <a:spcPts val="0"/>
              </a:spcBef>
              <a:spcAft>
                <a:spcPts val="0"/>
              </a:spcAft>
              <a:buNone/>
              <a:defRPr sz="800">
                <a:solidFill>
                  <a:schemeClr val="dk1"/>
                </a:solidFill>
                <a:latin typeface="Urbanist Medium"/>
                <a:ea typeface="Urbanist Medium"/>
                <a:cs typeface="Urbanist Medium"/>
                <a:sym typeface="Urbanist Medium"/>
              </a:defRPr>
            </a:lvl1pPr>
            <a:lvl2pPr lvl="1"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2pPr>
            <a:lvl3pPr lvl="2"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3pPr>
            <a:lvl4pPr lvl="3"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4pPr>
            <a:lvl5pPr lvl="4"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5pPr>
            <a:lvl6pPr lvl="5"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6pPr>
            <a:lvl7pPr lvl="6"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7pPr>
            <a:lvl8pPr lvl="7"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8pPr>
            <a:lvl9pPr lvl="8"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9pPr>
          </a:lstStyle>
          <a:p/>
        </p:txBody>
      </p:sp>
      <p:grpSp>
        <p:nvGrpSpPr>
          <p:cNvPr id="155" name="Google Shape;155;p13"/>
          <p:cNvGrpSpPr/>
          <p:nvPr/>
        </p:nvGrpSpPr>
        <p:grpSpPr>
          <a:xfrm rot="-5400000">
            <a:off x="4794488" y="4206993"/>
            <a:ext cx="141588" cy="73485"/>
            <a:chOff x="498725" y="2069800"/>
            <a:chExt cx="205200" cy="106500"/>
          </a:xfrm>
        </p:grpSpPr>
        <p:cxnSp>
          <p:nvCxnSpPr>
            <p:cNvPr id="156" name="Google Shape;156;p13"/>
            <p:cNvCxnSpPr/>
            <p:nvPr/>
          </p:nvCxnSpPr>
          <p:spPr>
            <a:xfrm flipH="1" rot="-5400000">
              <a:off x="498725" y="2069800"/>
              <a:ext cx="103500" cy="103500"/>
            </a:xfrm>
            <a:prstGeom prst="straightConnector1">
              <a:avLst/>
            </a:prstGeom>
            <a:noFill/>
            <a:ln cap="flat" cmpd="sng" w="9525">
              <a:solidFill>
                <a:schemeClr val="lt2"/>
              </a:solidFill>
              <a:prstDash val="solid"/>
              <a:round/>
              <a:headEnd len="med" w="med" type="none"/>
              <a:tailEnd len="med" w="med" type="none"/>
            </a:ln>
          </p:spPr>
        </p:cxnSp>
        <p:cxnSp>
          <p:nvCxnSpPr>
            <p:cNvPr id="157" name="Google Shape;157;p13"/>
            <p:cNvCxnSpPr/>
            <p:nvPr/>
          </p:nvCxnSpPr>
          <p:spPr>
            <a:xfrm rot="5400000">
              <a:off x="596825" y="2069200"/>
              <a:ext cx="106500" cy="107700"/>
            </a:xfrm>
            <a:prstGeom prst="straightConnector1">
              <a:avLst/>
            </a:prstGeom>
            <a:noFill/>
            <a:ln cap="flat" cmpd="sng" w="9525">
              <a:solidFill>
                <a:schemeClr val="lt2"/>
              </a:solidFill>
              <a:prstDash val="solid"/>
              <a:round/>
              <a:headEnd len="med" w="med" type="none"/>
              <a:tailEnd len="med" w="med" type="none"/>
            </a:ln>
          </p:spPr>
        </p:cxnSp>
      </p:grpSp>
      <p:sp>
        <p:nvSpPr>
          <p:cNvPr id="158" name="Google Shape;158;p13"/>
          <p:cNvSpPr txBox="1"/>
          <p:nvPr>
            <p:ph idx="9"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159" name="Google Shape;159;p13"/>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160" name="Google Shape;160;p13"/>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ig cards">
  <p:cSld name="CUSTOM_1_1">
    <p:spTree>
      <p:nvGrpSpPr>
        <p:cNvPr id="161" name="Shape 161"/>
        <p:cNvGrpSpPr/>
        <p:nvPr/>
      </p:nvGrpSpPr>
      <p:grpSpPr>
        <a:xfrm>
          <a:off x="0" y="0"/>
          <a:ext cx="0" cy="0"/>
          <a:chOff x="0" y="0"/>
          <a:chExt cx="0" cy="0"/>
        </a:xfrm>
      </p:grpSpPr>
      <p:pic>
        <p:nvPicPr>
          <p:cNvPr id="162" name="Google Shape;162;p14"/>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163" name="Google Shape;163;p14"/>
          <p:cNvSpPr txBox="1"/>
          <p:nvPr>
            <p:ph type="title"/>
          </p:nvPr>
        </p:nvSpPr>
        <p:spPr>
          <a:xfrm>
            <a:off x="233850" y="228600"/>
            <a:ext cx="21900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1pPr>
            <a:lvl2pPr lvl="1">
              <a:spcBef>
                <a:spcPts val="0"/>
              </a:spcBef>
              <a:spcAft>
                <a:spcPts val="0"/>
              </a:spcAft>
              <a:buClr>
                <a:schemeClr val="lt1"/>
              </a:buClr>
              <a:buSzPts val="1400"/>
              <a:buFont typeface="Urbanist"/>
              <a:buNone/>
              <a:defRPr/>
            </a:lvl2pPr>
            <a:lvl3pPr lvl="2">
              <a:spcBef>
                <a:spcPts val="0"/>
              </a:spcBef>
              <a:spcAft>
                <a:spcPts val="0"/>
              </a:spcAft>
              <a:buClr>
                <a:schemeClr val="lt1"/>
              </a:buClr>
              <a:buSzPts val="1400"/>
              <a:buFont typeface="Urbanist"/>
              <a:buNone/>
              <a:defRPr/>
            </a:lvl3pPr>
            <a:lvl4pPr lvl="3">
              <a:spcBef>
                <a:spcPts val="0"/>
              </a:spcBef>
              <a:spcAft>
                <a:spcPts val="0"/>
              </a:spcAft>
              <a:buClr>
                <a:schemeClr val="lt1"/>
              </a:buClr>
              <a:buSzPts val="1400"/>
              <a:buFont typeface="Urbanist"/>
              <a:buNone/>
              <a:defRPr/>
            </a:lvl4pPr>
            <a:lvl5pPr lvl="4">
              <a:spcBef>
                <a:spcPts val="0"/>
              </a:spcBef>
              <a:spcAft>
                <a:spcPts val="0"/>
              </a:spcAft>
              <a:buClr>
                <a:schemeClr val="lt1"/>
              </a:buClr>
              <a:buSzPts val="1400"/>
              <a:buFont typeface="Urbanist"/>
              <a:buNone/>
              <a:defRPr/>
            </a:lvl5pPr>
            <a:lvl6pPr lvl="5">
              <a:spcBef>
                <a:spcPts val="0"/>
              </a:spcBef>
              <a:spcAft>
                <a:spcPts val="0"/>
              </a:spcAft>
              <a:buClr>
                <a:schemeClr val="lt1"/>
              </a:buClr>
              <a:buSzPts val="1400"/>
              <a:buFont typeface="Urbanist"/>
              <a:buNone/>
              <a:defRPr/>
            </a:lvl6pPr>
            <a:lvl7pPr lvl="6">
              <a:spcBef>
                <a:spcPts val="0"/>
              </a:spcBef>
              <a:spcAft>
                <a:spcPts val="0"/>
              </a:spcAft>
              <a:buClr>
                <a:schemeClr val="lt1"/>
              </a:buClr>
              <a:buSzPts val="1400"/>
              <a:buFont typeface="Urbanist"/>
              <a:buNone/>
              <a:defRPr/>
            </a:lvl7pPr>
            <a:lvl8pPr lvl="7">
              <a:spcBef>
                <a:spcPts val="0"/>
              </a:spcBef>
              <a:spcAft>
                <a:spcPts val="0"/>
              </a:spcAft>
              <a:buClr>
                <a:schemeClr val="lt1"/>
              </a:buClr>
              <a:buSzPts val="1400"/>
              <a:buFont typeface="Urbanist"/>
              <a:buNone/>
              <a:defRPr/>
            </a:lvl8pPr>
            <a:lvl9pPr lvl="8">
              <a:spcBef>
                <a:spcPts val="0"/>
              </a:spcBef>
              <a:spcAft>
                <a:spcPts val="0"/>
              </a:spcAft>
              <a:buClr>
                <a:schemeClr val="lt1"/>
              </a:buClr>
              <a:buSzPts val="1400"/>
              <a:buFont typeface="Urbanist"/>
              <a:buNone/>
              <a:defRPr/>
            </a:lvl9pPr>
          </a:lstStyle>
          <a:p/>
        </p:txBody>
      </p:sp>
      <p:sp>
        <p:nvSpPr>
          <p:cNvPr id="164" name="Google Shape;164;p14"/>
          <p:cNvSpPr txBox="1"/>
          <p:nvPr>
            <p:ph idx="2" type="title"/>
          </p:nvPr>
        </p:nvSpPr>
        <p:spPr>
          <a:xfrm>
            <a:off x="3379125" y="491100"/>
            <a:ext cx="1461300" cy="293100"/>
          </a:xfrm>
          <a:prstGeom prst="rect">
            <a:avLst/>
          </a:prstGeom>
          <a:noFill/>
          <a:ln>
            <a:noFill/>
          </a:ln>
        </p:spPr>
        <p:txBody>
          <a:bodyPr anchorCtr="0" anchor="b" bIns="91425" lIns="0" spcFirstLastPara="1" rIns="91425" wrap="square" tIns="0">
            <a:noAutofit/>
          </a:bodyPr>
          <a:lstStyle>
            <a:lvl1pPr lvl="0">
              <a:spcBef>
                <a:spcPts val="0"/>
              </a:spcBef>
              <a:spcAft>
                <a:spcPts val="0"/>
              </a:spcAft>
              <a:buClr>
                <a:schemeClr val="accent3"/>
              </a:buClr>
              <a:buSzPts val="1800"/>
              <a:buFont typeface="Urbanist"/>
              <a:buNone/>
              <a:defRPr sz="1800">
                <a:solidFill>
                  <a:schemeClr val="accent3"/>
                </a:solidFill>
              </a:defRPr>
            </a:lvl1pPr>
            <a:lvl2pPr lvl="1">
              <a:spcBef>
                <a:spcPts val="0"/>
              </a:spcBef>
              <a:spcAft>
                <a:spcPts val="0"/>
              </a:spcAft>
              <a:buClr>
                <a:schemeClr val="accent3"/>
              </a:buClr>
              <a:buSzPts val="1800"/>
              <a:buFont typeface="Urbanist"/>
              <a:buNone/>
              <a:defRPr sz="1800">
                <a:solidFill>
                  <a:schemeClr val="accent3"/>
                </a:solidFill>
              </a:defRPr>
            </a:lvl2pPr>
            <a:lvl3pPr lvl="2">
              <a:spcBef>
                <a:spcPts val="0"/>
              </a:spcBef>
              <a:spcAft>
                <a:spcPts val="0"/>
              </a:spcAft>
              <a:buClr>
                <a:schemeClr val="accent3"/>
              </a:buClr>
              <a:buSzPts val="1800"/>
              <a:buFont typeface="Urbanist"/>
              <a:buNone/>
              <a:defRPr sz="1800">
                <a:solidFill>
                  <a:schemeClr val="accent3"/>
                </a:solidFill>
              </a:defRPr>
            </a:lvl3pPr>
            <a:lvl4pPr lvl="3">
              <a:spcBef>
                <a:spcPts val="0"/>
              </a:spcBef>
              <a:spcAft>
                <a:spcPts val="0"/>
              </a:spcAft>
              <a:buClr>
                <a:schemeClr val="accent3"/>
              </a:buClr>
              <a:buSzPts val="1800"/>
              <a:buFont typeface="Urbanist"/>
              <a:buNone/>
              <a:defRPr sz="1800">
                <a:solidFill>
                  <a:schemeClr val="accent3"/>
                </a:solidFill>
              </a:defRPr>
            </a:lvl4pPr>
            <a:lvl5pPr lvl="4">
              <a:spcBef>
                <a:spcPts val="0"/>
              </a:spcBef>
              <a:spcAft>
                <a:spcPts val="0"/>
              </a:spcAft>
              <a:buClr>
                <a:schemeClr val="accent3"/>
              </a:buClr>
              <a:buSzPts val="1800"/>
              <a:buFont typeface="Urbanist"/>
              <a:buNone/>
              <a:defRPr sz="1800">
                <a:solidFill>
                  <a:schemeClr val="accent3"/>
                </a:solidFill>
              </a:defRPr>
            </a:lvl5pPr>
            <a:lvl6pPr lvl="5">
              <a:spcBef>
                <a:spcPts val="0"/>
              </a:spcBef>
              <a:spcAft>
                <a:spcPts val="0"/>
              </a:spcAft>
              <a:buClr>
                <a:schemeClr val="accent3"/>
              </a:buClr>
              <a:buSzPts val="1800"/>
              <a:buFont typeface="Urbanist"/>
              <a:buNone/>
              <a:defRPr sz="1800">
                <a:solidFill>
                  <a:schemeClr val="accent3"/>
                </a:solidFill>
              </a:defRPr>
            </a:lvl6pPr>
            <a:lvl7pPr lvl="6">
              <a:spcBef>
                <a:spcPts val="0"/>
              </a:spcBef>
              <a:spcAft>
                <a:spcPts val="0"/>
              </a:spcAft>
              <a:buClr>
                <a:schemeClr val="accent3"/>
              </a:buClr>
              <a:buSzPts val="1800"/>
              <a:buFont typeface="Urbanist"/>
              <a:buNone/>
              <a:defRPr sz="1800">
                <a:solidFill>
                  <a:schemeClr val="accent3"/>
                </a:solidFill>
              </a:defRPr>
            </a:lvl7pPr>
            <a:lvl8pPr lvl="7">
              <a:spcBef>
                <a:spcPts val="0"/>
              </a:spcBef>
              <a:spcAft>
                <a:spcPts val="0"/>
              </a:spcAft>
              <a:buClr>
                <a:schemeClr val="accent3"/>
              </a:buClr>
              <a:buSzPts val="1800"/>
              <a:buFont typeface="Urbanist"/>
              <a:buNone/>
              <a:defRPr sz="1800">
                <a:solidFill>
                  <a:schemeClr val="accent3"/>
                </a:solidFill>
              </a:defRPr>
            </a:lvl8pPr>
            <a:lvl9pPr lvl="8">
              <a:spcBef>
                <a:spcPts val="0"/>
              </a:spcBef>
              <a:spcAft>
                <a:spcPts val="0"/>
              </a:spcAft>
              <a:buClr>
                <a:schemeClr val="accent3"/>
              </a:buClr>
              <a:buSzPts val="1800"/>
              <a:buFont typeface="Urbanist"/>
              <a:buNone/>
              <a:defRPr sz="1800">
                <a:solidFill>
                  <a:schemeClr val="accent3"/>
                </a:solidFill>
              </a:defRPr>
            </a:lvl9pPr>
          </a:lstStyle>
          <a:p/>
        </p:txBody>
      </p:sp>
      <p:sp>
        <p:nvSpPr>
          <p:cNvPr id="165" name="Google Shape;165;p14"/>
          <p:cNvSpPr txBox="1"/>
          <p:nvPr>
            <p:ph idx="1" type="subTitle"/>
          </p:nvPr>
        </p:nvSpPr>
        <p:spPr>
          <a:xfrm>
            <a:off x="3379125" y="691577"/>
            <a:ext cx="1549500" cy="2046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2pPr>
            <a:lvl3pPr lvl="2">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3pPr>
            <a:lvl4pPr lvl="3">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4pPr>
            <a:lvl5pPr lvl="4">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5pPr>
            <a:lvl6pPr lvl="5">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6pPr>
            <a:lvl7pPr lvl="6">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7pPr>
            <a:lvl8pPr lvl="7">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8pPr>
            <a:lvl9pPr lvl="8">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9pPr>
          </a:lstStyle>
          <a:p/>
        </p:txBody>
      </p:sp>
      <p:sp>
        <p:nvSpPr>
          <p:cNvPr id="166" name="Google Shape;166;p14"/>
          <p:cNvSpPr txBox="1"/>
          <p:nvPr>
            <p:ph idx="3" type="subTitle"/>
          </p:nvPr>
        </p:nvSpPr>
        <p:spPr>
          <a:xfrm>
            <a:off x="3379123" y="1072077"/>
            <a:ext cx="2444700" cy="8181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0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2pPr>
            <a:lvl3pPr lvl="2">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3pPr>
            <a:lvl4pPr lvl="3">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4pPr>
            <a:lvl5pPr lvl="4">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5pPr>
            <a:lvl6pPr lvl="5">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6pPr>
            <a:lvl7pPr lvl="6">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7pPr>
            <a:lvl8pPr lvl="7">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8pPr>
            <a:lvl9pPr lvl="8">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9pPr>
          </a:lstStyle>
          <a:p/>
        </p:txBody>
      </p:sp>
      <p:sp>
        <p:nvSpPr>
          <p:cNvPr id="167" name="Google Shape;167;p14"/>
          <p:cNvSpPr txBox="1"/>
          <p:nvPr>
            <p:ph idx="4" type="title"/>
          </p:nvPr>
        </p:nvSpPr>
        <p:spPr>
          <a:xfrm>
            <a:off x="6318039" y="491100"/>
            <a:ext cx="1461300" cy="293100"/>
          </a:xfrm>
          <a:prstGeom prst="rect">
            <a:avLst/>
          </a:prstGeom>
          <a:noFill/>
          <a:ln>
            <a:noFill/>
          </a:ln>
        </p:spPr>
        <p:txBody>
          <a:bodyPr anchorCtr="0" anchor="b" bIns="91425" lIns="0" spcFirstLastPara="1" rIns="91425" wrap="square" tIns="0">
            <a:noAutofit/>
          </a:bodyPr>
          <a:lstStyle>
            <a:lvl1pPr lvl="0">
              <a:spcBef>
                <a:spcPts val="0"/>
              </a:spcBef>
              <a:spcAft>
                <a:spcPts val="0"/>
              </a:spcAft>
              <a:buClr>
                <a:schemeClr val="accent3"/>
              </a:buClr>
              <a:buSzPts val="1800"/>
              <a:buFont typeface="Urbanist"/>
              <a:buNone/>
              <a:defRPr sz="1800">
                <a:solidFill>
                  <a:schemeClr val="accent3"/>
                </a:solidFill>
                <a:latin typeface="Urbanist"/>
                <a:ea typeface="Urbanist"/>
                <a:cs typeface="Urbanist"/>
                <a:sym typeface="Urbanist"/>
              </a:defRPr>
            </a:lvl1pPr>
            <a:lvl2pPr lvl="1">
              <a:spcBef>
                <a:spcPts val="0"/>
              </a:spcBef>
              <a:spcAft>
                <a:spcPts val="0"/>
              </a:spcAft>
              <a:buClr>
                <a:schemeClr val="accent3"/>
              </a:buClr>
              <a:buSzPts val="1800"/>
              <a:buFont typeface="Urbanist"/>
              <a:buNone/>
              <a:defRPr sz="1800">
                <a:solidFill>
                  <a:schemeClr val="accent3"/>
                </a:solidFill>
              </a:defRPr>
            </a:lvl2pPr>
            <a:lvl3pPr lvl="2">
              <a:spcBef>
                <a:spcPts val="0"/>
              </a:spcBef>
              <a:spcAft>
                <a:spcPts val="0"/>
              </a:spcAft>
              <a:buClr>
                <a:schemeClr val="accent3"/>
              </a:buClr>
              <a:buSzPts val="1800"/>
              <a:buFont typeface="Urbanist"/>
              <a:buNone/>
              <a:defRPr sz="1800">
                <a:solidFill>
                  <a:schemeClr val="accent3"/>
                </a:solidFill>
              </a:defRPr>
            </a:lvl3pPr>
            <a:lvl4pPr lvl="3">
              <a:spcBef>
                <a:spcPts val="0"/>
              </a:spcBef>
              <a:spcAft>
                <a:spcPts val="0"/>
              </a:spcAft>
              <a:buClr>
                <a:schemeClr val="accent3"/>
              </a:buClr>
              <a:buSzPts val="1800"/>
              <a:buFont typeface="Urbanist"/>
              <a:buNone/>
              <a:defRPr sz="1800">
                <a:solidFill>
                  <a:schemeClr val="accent3"/>
                </a:solidFill>
              </a:defRPr>
            </a:lvl4pPr>
            <a:lvl5pPr lvl="4">
              <a:spcBef>
                <a:spcPts val="0"/>
              </a:spcBef>
              <a:spcAft>
                <a:spcPts val="0"/>
              </a:spcAft>
              <a:buClr>
                <a:schemeClr val="accent3"/>
              </a:buClr>
              <a:buSzPts val="1800"/>
              <a:buFont typeface="Urbanist"/>
              <a:buNone/>
              <a:defRPr sz="1800">
                <a:solidFill>
                  <a:schemeClr val="accent3"/>
                </a:solidFill>
              </a:defRPr>
            </a:lvl5pPr>
            <a:lvl6pPr lvl="5">
              <a:spcBef>
                <a:spcPts val="0"/>
              </a:spcBef>
              <a:spcAft>
                <a:spcPts val="0"/>
              </a:spcAft>
              <a:buClr>
                <a:schemeClr val="accent3"/>
              </a:buClr>
              <a:buSzPts val="1800"/>
              <a:buFont typeface="Urbanist"/>
              <a:buNone/>
              <a:defRPr sz="1800">
                <a:solidFill>
                  <a:schemeClr val="accent3"/>
                </a:solidFill>
              </a:defRPr>
            </a:lvl6pPr>
            <a:lvl7pPr lvl="6">
              <a:spcBef>
                <a:spcPts val="0"/>
              </a:spcBef>
              <a:spcAft>
                <a:spcPts val="0"/>
              </a:spcAft>
              <a:buClr>
                <a:schemeClr val="accent3"/>
              </a:buClr>
              <a:buSzPts val="1800"/>
              <a:buFont typeface="Urbanist"/>
              <a:buNone/>
              <a:defRPr sz="1800">
                <a:solidFill>
                  <a:schemeClr val="accent3"/>
                </a:solidFill>
              </a:defRPr>
            </a:lvl7pPr>
            <a:lvl8pPr lvl="7">
              <a:spcBef>
                <a:spcPts val="0"/>
              </a:spcBef>
              <a:spcAft>
                <a:spcPts val="0"/>
              </a:spcAft>
              <a:buClr>
                <a:schemeClr val="accent3"/>
              </a:buClr>
              <a:buSzPts val="1800"/>
              <a:buFont typeface="Urbanist"/>
              <a:buNone/>
              <a:defRPr sz="1800">
                <a:solidFill>
                  <a:schemeClr val="accent3"/>
                </a:solidFill>
              </a:defRPr>
            </a:lvl8pPr>
            <a:lvl9pPr lvl="8">
              <a:spcBef>
                <a:spcPts val="0"/>
              </a:spcBef>
              <a:spcAft>
                <a:spcPts val="0"/>
              </a:spcAft>
              <a:buClr>
                <a:schemeClr val="accent3"/>
              </a:buClr>
              <a:buSzPts val="1800"/>
              <a:buFont typeface="Urbanist"/>
              <a:buNone/>
              <a:defRPr sz="1800">
                <a:solidFill>
                  <a:schemeClr val="accent3"/>
                </a:solidFill>
              </a:defRPr>
            </a:lvl9pPr>
          </a:lstStyle>
          <a:p/>
        </p:txBody>
      </p:sp>
      <p:sp>
        <p:nvSpPr>
          <p:cNvPr id="168" name="Google Shape;168;p14"/>
          <p:cNvSpPr txBox="1"/>
          <p:nvPr>
            <p:ph idx="5" type="subTitle"/>
          </p:nvPr>
        </p:nvSpPr>
        <p:spPr>
          <a:xfrm>
            <a:off x="6318039" y="691577"/>
            <a:ext cx="1549500" cy="2046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2pPr>
            <a:lvl3pPr lvl="2">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3pPr>
            <a:lvl4pPr lvl="3">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4pPr>
            <a:lvl5pPr lvl="4">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5pPr>
            <a:lvl6pPr lvl="5">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6pPr>
            <a:lvl7pPr lvl="6">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7pPr>
            <a:lvl8pPr lvl="7">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8pPr>
            <a:lvl9pPr lvl="8">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9pPr>
          </a:lstStyle>
          <a:p/>
        </p:txBody>
      </p:sp>
      <p:sp>
        <p:nvSpPr>
          <p:cNvPr id="169" name="Google Shape;169;p14"/>
          <p:cNvSpPr txBox="1"/>
          <p:nvPr>
            <p:ph idx="6" type="subTitle"/>
          </p:nvPr>
        </p:nvSpPr>
        <p:spPr>
          <a:xfrm>
            <a:off x="6318036" y="1072077"/>
            <a:ext cx="2444700" cy="8181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0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2pPr>
            <a:lvl3pPr lvl="2">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3pPr>
            <a:lvl4pPr lvl="3">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4pPr>
            <a:lvl5pPr lvl="4">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5pPr>
            <a:lvl6pPr lvl="5">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6pPr>
            <a:lvl7pPr lvl="6">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7pPr>
            <a:lvl8pPr lvl="7">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8pPr>
            <a:lvl9pPr lvl="8">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9pPr>
          </a:lstStyle>
          <a:p/>
        </p:txBody>
      </p:sp>
      <p:sp>
        <p:nvSpPr>
          <p:cNvPr id="170" name="Google Shape;170;p14"/>
          <p:cNvSpPr txBox="1"/>
          <p:nvPr>
            <p:ph idx="7" type="title"/>
          </p:nvPr>
        </p:nvSpPr>
        <p:spPr>
          <a:xfrm>
            <a:off x="6318039" y="2655740"/>
            <a:ext cx="1461300" cy="293100"/>
          </a:xfrm>
          <a:prstGeom prst="rect">
            <a:avLst/>
          </a:prstGeom>
          <a:noFill/>
          <a:ln>
            <a:noFill/>
          </a:ln>
        </p:spPr>
        <p:txBody>
          <a:bodyPr anchorCtr="0" anchor="b" bIns="91425" lIns="0" spcFirstLastPara="1" rIns="91425" wrap="square" tIns="0">
            <a:noAutofit/>
          </a:bodyPr>
          <a:lstStyle>
            <a:lvl1pPr lvl="0">
              <a:spcBef>
                <a:spcPts val="0"/>
              </a:spcBef>
              <a:spcAft>
                <a:spcPts val="0"/>
              </a:spcAft>
              <a:buClr>
                <a:schemeClr val="accent3"/>
              </a:buClr>
              <a:buSzPts val="1800"/>
              <a:buFont typeface="Urbanist"/>
              <a:buNone/>
              <a:defRPr sz="1800">
                <a:solidFill>
                  <a:schemeClr val="accent3"/>
                </a:solidFill>
                <a:latin typeface="Urbanist"/>
                <a:ea typeface="Urbanist"/>
                <a:cs typeface="Urbanist"/>
                <a:sym typeface="Urbanist"/>
              </a:defRPr>
            </a:lvl1pPr>
            <a:lvl2pPr lvl="1">
              <a:spcBef>
                <a:spcPts val="0"/>
              </a:spcBef>
              <a:spcAft>
                <a:spcPts val="0"/>
              </a:spcAft>
              <a:buClr>
                <a:schemeClr val="accent3"/>
              </a:buClr>
              <a:buSzPts val="1800"/>
              <a:buFont typeface="Urbanist"/>
              <a:buNone/>
              <a:defRPr sz="1800">
                <a:solidFill>
                  <a:schemeClr val="accent3"/>
                </a:solidFill>
              </a:defRPr>
            </a:lvl2pPr>
            <a:lvl3pPr lvl="2">
              <a:spcBef>
                <a:spcPts val="0"/>
              </a:spcBef>
              <a:spcAft>
                <a:spcPts val="0"/>
              </a:spcAft>
              <a:buClr>
                <a:schemeClr val="accent3"/>
              </a:buClr>
              <a:buSzPts val="1800"/>
              <a:buFont typeface="Urbanist"/>
              <a:buNone/>
              <a:defRPr sz="1800">
                <a:solidFill>
                  <a:schemeClr val="accent3"/>
                </a:solidFill>
              </a:defRPr>
            </a:lvl3pPr>
            <a:lvl4pPr lvl="3">
              <a:spcBef>
                <a:spcPts val="0"/>
              </a:spcBef>
              <a:spcAft>
                <a:spcPts val="0"/>
              </a:spcAft>
              <a:buClr>
                <a:schemeClr val="accent3"/>
              </a:buClr>
              <a:buSzPts val="1800"/>
              <a:buFont typeface="Urbanist"/>
              <a:buNone/>
              <a:defRPr sz="1800">
                <a:solidFill>
                  <a:schemeClr val="accent3"/>
                </a:solidFill>
              </a:defRPr>
            </a:lvl4pPr>
            <a:lvl5pPr lvl="4">
              <a:spcBef>
                <a:spcPts val="0"/>
              </a:spcBef>
              <a:spcAft>
                <a:spcPts val="0"/>
              </a:spcAft>
              <a:buClr>
                <a:schemeClr val="accent3"/>
              </a:buClr>
              <a:buSzPts val="1800"/>
              <a:buFont typeface="Urbanist"/>
              <a:buNone/>
              <a:defRPr sz="1800">
                <a:solidFill>
                  <a:schemeClr val="accent3"/>
                </a:solidFill>
              </a:defRPr>
            </a:lvl5pPr>
            <a:lvl6pPr lvl="5">
              <a:spcBef>
                <a:spcPts val="0"/>
              </a:spcBef>
              <a:spcAft>
                <a:spcPts val="0"/>
              </a:spcAft>
              <a:buClr>
                <a:schemeClr val="accent3"/>
              </a:buClr>
              <a:buSzPts val="1800"/>
              <a:buFont typeface="Urbanist"/>
              <a:buNone/>
              <a:defRPr sz="1800">
                <a:solidFill>
                  <a:schemeClr val="accent3"/>
                </a:solidFill>
              </a:defRPr>
            </a:lvl6pPr>
            <a:lvl7pPr lvl="6">
              <a:spcBef>
                <a:spcPts val="0"/>
              </a:spcBef>
              <a:spcAft>
                <a:spcPts val="0"/>
              </a:spcAft>
              <a:buClr>
                <a:schemeClr val="accent3"/>
              </a:buClr>
              <a:buSzPts val="1800"/>
              <a:buFont typeface="Urbanist"/>
              <a:buNone/>
              <a:defRPr sz="1800">
                <a:solidFill>
                  <a:schemeClr val="accent3"/>
                </a:solidFill>
              </a:defRPr>
            </a:lvl7pPr>
            <a:lvl8pPr lvl="7">
              <a:spcBef>
                <a:spcPts val="0"/>
              </a:spcBef>
              <a:spcAft>
                <a:spcPts val="0"/>
              </a:spcAft>
              <a:buClr>
                <a:schemeClr val="accent3"/>
              </a:buClr>
              <a:buSzPts val="1800"/>
              <a:buFont typeface="Urbanist"/>
              <a:buNone/>
              <a:defRPr sz="1800">
                <a:solidFill>
                  <a:schemeClr val="accent3"/>
                </a:solidFill>
              </a:defRPr>
            </a:lvl8pPr>
            <a:lvl9pPr lvl="8">
              <a:spcBef>
                <a:spcPts val="0"/>
              </a:spcBef>
              <a:spcAft>
                <a:spcPts val="0"/>
              </a:spcAft>
              <a:buClr>
                <a:schemeClr val="accent3"/>
              </a:buClr>
              <a:buSzPts val="1800"/>
              <a:buFont typeface="Urbanist"/>
              <a:buNone/>
              <a:defRPr sz="1800">
                <a:solidFill>
                  <a:schemeClr val="accent3"/>
                </a:solidFill>
              </a:defRPr>
            </a:lvl9pPr>
          </a:lstStyle>
          <a:p/>
        </p:txBody>
      </p:sp>
      <p:sp>
        <p:nvSpPr>
          <p:cNvPr id="171" name="Google Shape;171;p14"/>
          <p:cNvSpPr txBox="1"/>
          <p:nvPr>
            <p:ph idx="8" type="subTitle"/>
          </p:nvPr>
        </p:nvSpPr>
        <p:spPr>
          <a:xfrm>
            <a:off x="6318039" y="2856216"/>
            <a:ext cx="1549500" cy="2046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2pPr>
            <a:lvl3pPr lvl="2">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3pPr>
            <a:lvl4pPr lvl="3">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4pPr>
            <a:lvl5pPr lvl="4">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5pPr>
            <a:lvl6pPr lvl="5">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6pPr>
            <a:lvl7pPr lvl="6">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7pPr>
            <a:lvl8pPr lvl="7">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8pPr>
            <a:lvl9pPr lvl="8">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9pPr>
          </a:lstStyle>
          <a:p/>
        </p:txBody>
      </p:sp>
      <p:sp>
        <p:nvSpPr>
          <p:cNvPr id="172" name="Google Shape;172;p14"/>
          <p:cNvSpPr txBox="1"/>
          <p:nvPr>
            <p:ph idx="9" type="subTitle"/>
          </p:nvPr>
        </p:nvSpPr>
        <p:spPr>
          <a:xfrm>
            <a:off x="6318036" y="3236717"/>
            <a:ext cx="2444700" cy="8181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0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2pPr>
            <a:lvl3pPr lvl="2">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3pPr>
            <a:lvl4pPr lvl="3">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4pPr>
            <a:lvl5pPr lvl="4">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5pPr>
            <a:lvl6pPr lvl="5">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6pPr>
            <a:lvl7pPr lvl="6">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7pPr>
            <a:lvl8pPr lvl="7">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8pPr>
            <a:lvl9pPr lvl="8">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9pPr>
          </a:lstStyle>
          <a:p/>
        </p:txBody>
      </p:sp>
      <p:sp>
        <p:nvSpPr>
          <p:cNvPr id="173" name="Google Shape;173;p14"/>
          <p:cNvSpPr txBox="1"/>
          <p:nvPr>
            <p:ph idx="13" type="title"/>
          </p:nvPr>
        </p:nvSpPr>
        <p:spPr>
          <a:xfrm>
            <a:off x="3379125" y="2655740"/>
            <a:ext cx="1461300" cy="293100"/>
          </a:xfrm>
          <a:prstGeom prst="rect">
            <a:avLst/>
          </a:prstGeom>
          <a:noFill/>
          <a:ln>
            <a:noFill/>
          </a:ln>
        </p:spPr>
        <p:txBody>
          <a:bodyPr anchorCtr="0" anchor="b" bIns="91425" lIns="0" spcFirstLastPara="1" rIns="91425" wrap="square" tIns="0">
            <a:noAutofit/>
          </a:bodyPr>
          <a:lstStyle>
            <a:lvl1pPr lvl="0">
              <a:spcBef>
                <a:spcPts val="0"/>
              </a:spcBef>
              <a:spcAft>
                <a:spcPts val="0"/>
              </a:spcAft>
              <a:buClr>
                <a:schemeClr val="accent3"/>
              </a:buClr>
              <a:buSzPts val="1800"/>
              <a:buFont typeface="Urbanist"/>
              <a:buNone/>
              <a:defRPr sz="1800">
                <a:solidFill>
                  <a:schemeClr val="accent3"/>
                </a:solidFill>
                <a:latin typeface="Urbanist"/>
                <a:ea typeface="Urbanist"/>
                <a:cs typeface="Urbanist"/>
                <a:sym typeface="Urbanist"/>
              </a:defRPr>
            </a:lvl1pPr>
            <a:lvl2pPr lvl="1">
              <a:spcBef>
                <a:spcPts val="0"/>
              </a:spcBef>
              <a:spcAft>
                <a:spcPts val="0"/>
              </a:spcAft>
              <a:buClr>
                <a:schemeClr val="accent3"/>
              </a:buClr>
              <a:buSzPts val="1800"/>
              <a:buFont typeface="Urbanist"/>
              <a:buNone/>
              <a:defRPr sz="1800">
                <a:solidFill>
                  <a:schemeClr val="accent3"/>
                </a:solidFill>
              </a:defRPr>
            </a:lvl2pPr>
            <a:lvl3pPr lvl="2">
              <a:spcBef>
                <a:spcPts val="0"/>
              </a:spcBef>
              <a:spcAft>
                <a:spcPts val="0"/>
              </a:spcAft>
              <a:buClr>
                <a:schemeClr val="accent3"/>
              </a:buClr>
              <a:buSzPts val="1800"/>
              <a:buFont typeface="Urbanist"/>
              <a:buNone/>
              <a:defRPr sz="1800">
                <a:solidFill>
                  <a:schemeClr val="accent3"/>
                </a:solidFill>
              </a:defRPr>
            </a:lvl3pPr>
            <a:lvl4pPr lvl="3">
              <a:spcBef>
                <a:spcPts val="0"/>
              </a:spcBef>
              <a:spcAft>
                <a:spcPts val="0"/>
              </a:spcAft>
              <a:buClr>
                <a:schemeClr val="accent3"/>
              </a:buClr>
              <a:buSzPts val="1800"/>
              <a:buFont typeface="Urbanist"/>
              <a:buNone/>
              <a:defRPr sz="1800">
                <a:solidFill>
                  <a:schemeClr val="accent3"/>
                </a:solidFill>
              </a:defRPr>
            </a:lvl4pPr>
            <a:lvl5pPr lvl="4">
              <a:spcBef>
                <a:spcPts val="0"/>
              </a:spcBef>
              <a:spcAft>
                <a:spcPts val="0"/>
              </a:spcAft>
              <a:buClr>
                <a:schemeClr val="accent3"/>
              </a:buClr>
              <a:buSzPts val="1800"/>
              <a:buFont typeface="Urbanist"/>
              <a:buNone/>
              <a:defRPr sz="1800">
                <a:solidFill>
                  <a:schemeClr val="accent3"/>
                </a:solidFill>
              </a:defRPr>
            </a:lvl5pPr>
            <a:lvl6pPr lvl="5">
              <a:spcBef>
                <a:spcPts val="0"/>
              </a:spcBef>
              <a:spcAft>
                <a:spcPts val="0"/>
              </a:spcAft>
              <a:buClr>
                <a:schemeClr val="accent3"/>
              </a:buClr>
              <a:buSzPts val="1800"/>
              <a:buFont typeface="Urbanist"/>
              <a:buNone/>
              <a:defRPr sz="1800">
                <a:solidFill>
                  <a:schemeClr val="accent3"/>
                </a:solidFill>
              </a:defRPr>
            </a:lvl6pPr>
            <a:lvl7pPr lvl="6">
              <a:spcBef>
                <a:spcPts val="0"/>
              </a:spcBef>
              <a:spcAft>
                <a:spcPts val="0"/>
              </a:spcAft>
              <a:buClr>
                <a:schemeClr val="accent3"/>
              </a:buClr>
              <a:buSzPts val="1800"/>
              <a:buFont typeface="Urbanist"/>
              <a:buNone/>
              <a:defRPr sz="1800">
                <a:solidFill>
                  <a:schemeClr val="accent3"/>
                </a:solidFill>
              </a:defRPr>
            </a:lvl7pPr>
            <a:lvl8pPr lvl="7">
              <a:spcBef>
                <a:spcPts val="0"/>
              </a:spcBef>
              <a:spcAft>
                <a:spcPts val="0"/>
              </a:spcAft>
              <a:buClr>
                <a:schemeClr val="accent3"/>
              </a:buClr>
              <a:buSzPts val="1800"/>
              <a:buFont typeface="Urbanist"/>
              <a:buNone/>
              <a:defRPr sz="1800">
                <a:solidFill>
                  <a:schemeClr val="accent3"/>
                </a:solidFill>
              </a:defRPr>
            </a:lvl8pPr>
            <a:lvl9pPr lvl="8">
              <a:spcBef>
                <a:spcPts val="0"/>
              </a:spcBef>
              <a:spcAft>
                <a:spcPts val="0"/>
              </a:spcAft>
              <a:buClr>
                <a:schemeClr val="accent3"/>
              </a:buClr>
              <a:buSzPts val="1800"/>
              <a:buFont typeface="Urbanist"/>
              <a:buNone/>
              <a:defRPr sz="1800">
                <a:solidFill>
                  <a:schemeClr val="accent3"/>
                </a:solidFill>
              </a:defRPr>
            </a:lvl9pPr>
          </a:lstStyle>
          <a:p/>
        </p:txBody>
      </p:sp>
      <p:sp>
        <p:nvSpPr>
          <p:cNvPr id="174" name="Google Shape;174;p14"/>
          <p:cNvSpPr txBox="1"/>
          <p:nvPr>
            <p:ph idx="14" type="subTitle"/>
          </p:nvPr>
        </p:nvSpPr>
        <p:spPr>
          <a:xfrm>
            <a:off x="3379125" y="2856216"/>
            <a:ext cx="1549500" cy="2046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2pPr>
            <a:lvl3pPr lvl="2">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3pPr>
            <a:lvl4pPr lvl="3">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4pPr>
            <a:lvl5pPr lvl="4">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5pPr>
            <a:lvl6pPr lvl="5">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6pPr>
            <a:lvl7pPr lvl="6">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7pPr>
            <a:lvl8pPr lvl="7">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8pPr>
            <a:lvl9pPr lvl="8">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9pPr>
          </a:lstStyle>
          <a:p/>
        </p:txBody>
      </p:sp>
      <p:sp>
        <p:nvSpPr>
          <p:cNvPr id="175" name="Google Shape;175;p14"/>
          <p:cNvSpPr txBox="1"/>
          <p:nvPr>
            <p:ph idx="15" type="subTitle"/>
          </p:nvPr>
        </p:nvSpPr>
        <p:spPr>
          <a:xfrm>
            <a:off x="3379123" y="3236717"/>
            <a:ext cx="2444700" cy="8181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0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2pPr>
            <a:lvl3pPr lvl="2">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3pPr>
            <a:lvl4pPr lvl="3">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4pPr>
            <a:lvl5pPr lvl="4">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5pPr>
            <a:lvl6pPr lvl="5">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6pPr>
            <a:lvl7pPr lvl="6">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7pPr>
            <a:lvl8pPr lvl="7">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8pPr>
            <a:lvl9pPr lvl="8">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9pPr>
          </a:lstStyle>
          <a:p/>
        </p:txBody>
      </p:sp>
      <p:sp>
        <p:nvSpPr>
          <p:cNvPr id="176" name="Google Shape;176;p14"/>
          <p:cNvSpPr txBox="1"/>
          <p:nvPr>
            <p:ph idx="16"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177" name="Google Shape;177;p14"/>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178" name="Google Shape;178;p14"/>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meline">
  <p:cSld name="CUSTOM_7_1_1_1_1_1_1_1_1_1_1_1_1_1_1_1_1_1">
    <p:spTree>
      <p:nvGrpSpPr>
        <p:cNvPr id="179" name="Shape 179"/>
        <p:cNvGrpSpPr/>
        <p:nvPr/>
      </p:nvGrpSpPr>
      <p:grpSpPr>
        <a:xfrm>
          <a:off x="0" y="0"/>
          <a:ext cx="0" cy="0"/>
          <a:chOff x="0" y="0"/>
          <a:chExt cx="0" cy="0"/>
        </a:xfrm>
      </p:grpSpPr>
      <p:pic>
        <p:nvPicPr>
          <p:cNvPr id="180" name="Google Shape;180;p15"/>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181" name="Google Shape;181;p15"/>
          <p:cNvSpPr txBox="1"/>
          <p:nvPr>
            <p:ph idx="1" type="subTitle"/>
          </p:nvPr>
        </p:nvSpPr>
        <p:spPr>
          <a:xfrm>
            <a:off x="228600" y="228600"/>
            <a:ext cx="29208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9pPr>
          </a:lstStyle>
          <a:p/>
        </p:txBody>
      </p:sp>
      <p:sp>
        <p:nvSpPr>
          <p:cNvPr id="182" name="Google Shape;182;p15"/>
          <p:cNvSpPr txBox="1"/>
          <p:nvPr>
            <p:ph type="title"/>
          </p:nvPr>
        </p:nvSpPr>
        <p:spPr>
          <a:xfrm>
            <a:off x="355225" y="1775475"/>
            <a:ext cx="1862100" cy="293100"/>
          </a:xfrm>
          <a:prstGeom prst="rect">
            <a:avLst/>
          </a:prstGeom>
          <a:noFill/>
          <a:ln>
            <a:noFill/>
          </a:ln>
        </p:spPr>
        <p:txBody>
          <a:bodyPr anchorCtr="0" anchor="b" bIns="91425" lIns="0" spcFirstLastPara="1" rIns="91425" wrap="square" tIns="0">
            <a:noAutofit/>
          </a:bodyPr>
          <a:lstStyle>
            <a:lvl1pPr lvl="0">
              <a:spcBef>
                <a:spcPts val="0"/>
              </a:spcBef>
              <a:spcAft>
                <a:spcPts val="0"/>
              </a:spcAft>
              <a:buClr>
                <a:schemeClr val="accent3"/>
              </a:buClr>
              <a:buSzPts val="1400"/>
              <a:buFont typeface="Urbanist"/>
              <a:buNone/>
              <a:defRPr sz="1800">
                <a:solidFill>
                  <a:schemeClr val="accent3"/>
                </a:solidFill>
              </a:defRPr>
            </a:lvl1pPr>
            <a:lvl2pPr lvl="1">
              <a:spcBef>
                <a:spcPts val="0"/>
              </a:spcBef>
              <a:spcAft>
                <a:spcPts val="0"/>
              </a:spcAft>
              <a:buClr>
                <a:schemeClr val="accent3"/>
              </a:buClr>
              <a:buSzPts val="1400"/>
              <a:buFont typeface="Urbanist"/>
              <a:buNone/>
              <a:defRPr>
                <a:solidFill>
                  <a:schemeClr val="accent3"/>
                </a:solidFill>
              </a:defRPr>
            </a:lvl2pPr>
            <a:lvl3pPr lvl="2">
              <a:spcBef>
                <a:spcPts val="0"/>
              </a:spcBef>
              <a:spcAft>
                <a:spcPts val="0"/>
              </a:spcAft>
              <a:buClr>
                <a:schemeClr val="accent3"/>
              </a:buClr>
              <a:buSzPts val="1400"/>
              <a:buFont typeface="Urbanist"/>
              <a:buNone/>
              <a:defRPr>
                <a:solidFill>
                  <a:schemeClr val="accent3"/>
                </a:solidFill>
              </a:defRPr>
            </a:lvl3pPr>
            <a:lvl4pPr lvl="3">
              <a:spcBef>
                <a:spcPts val="0"/>
              </a:spcBef>
              <a:spcAft>
                <a:spcPts val="0"/>
              </a:spcAft>
              <a:buClr>
                <a:schemeClr val="accent3"/>
              </a:buClr>
              <a:buSzPts val="1400"/>
              <a:buFont typeface="Urbanist"/>
              <a:buNone/>
              <a:defRPr>
                <a:solidFill>
                  <a:schemeClr val="accent3"/>
                </a:solidFill>
              </a:defRPr>
            </a:lvl4pPr>
            <a:lvl5pPr lvl="4">
              <a:spcBef>
                <a:spcPts val="0"/>
              </a:spcBef>
              <a:spcAft>
                <a:spcPts val="0"/>
              </a:spcAft>
              <a:buClr>
                <a:schemeClr val="accent3"/>
              </a:buClr>
              <a:buSzPts val="1400"/>
              <a:buFont typeface="Urbanist"/>
              <a:buNone/>
              <a:defRPr>
                <a:solidFill>
                  <a:schemeClr val="accent3"/>
                </a:solidFill>
              </a:defRPr>
            </a:lvl5pPr>
            <a:lvl6pPr lvl="5">
              <a:spcBef>
                <a:spcPts val="0"/>
              </a:spcBef>
              <a:spcAft>
                <a:spcPts val="0"/>
              </a:spcAft>
              <a:buClr>
                <a:schemeClr val="accent3"/>
              </a:buClr>
              <a:buSzPts val="1400"/>
              <a:buFont typeface="Urbanist"/>
              <a:buNone/>
              <a:defRPr>
                <a:solidFill>
                  <a:schemeClr val="accent3"/>
                </a:solidFill>
              </a:defRPr>
            </a:lvl6pPr>
            <a:lvl7pPr lvl="6">
              <a:spcBef>
                <a:spcPts val="0"/>
              </a:spcBef>
              <a:spcAft>
                <a:spcPts val="0"/>
              </a:spcAft>
              <a:buClr>
                <a:schemeClr val="accent3"/>
              </a:buClr>
              <a:buSzPts val="1400"/>
              <a:buFont typeface="Urbanist"/>
              <a:buNone/>
              <a:defRPr>
                <a:solidFill>
                  <a:schemeClr val="accent3"/>
                </a:solidFill>
              </a:defRPr>
            </a:lvl7pPr>
            <a:lvl8pPr lvl="7">
              <a:spcBef>
                <a:spcPts val="0"/>
              </a:spcBef>
              <a:spcAft>
                <a:spcPts val="0"/>
              </a:spcAft>
              <a:buClr>
                <a:schemeClr val="accent3"/>
              </a:buClr>
              <a:buSzPts val="1400"/>
              <a:buFont typeface="Urbanist"/>
              <a:buNone/>
              <a:defRPr>
                <a:solidFill>
                  <a:schemeClr val="accent3"/>
                </a:solidFill>
              </a:defRPr>
            </a:lvl8pPr>
            <a:lvl9pPr lvl="8">
              <a:spcBef>
                <a:spcPts val="0"/>
              </a:spcBef>
              <a:spcAft>
                <a:spcPts val="0"/>
              </a:spcAft>
              <a:buClr>
                <a:schemeClr val="accent3"/>
              </a:buClr>
              <a:buSzPts val="1400"/>
              <a:buFont typeface="Urbanist"/>
              <a:buNone/>
              <a:defRPr>
                <a:solidFill>
                  <a:schemeClr val="accent3"/>
                </a:solidFill>
              </a:defRPr>
            </a:lvl9pPr>
          </a:lstStyle>
          <a:p/>
        </p:txBody>
      </p:sp>
      <p:sp>
        <p:nvSpPr>
          <p:cNvPr id="183" name="Google Shape;183;p15"/>
          <p:cNvSpPr txBox="1"/>
          <p:nvPr>
            <p:ph idx="2" type="subTitle"/>
          </p:nvPr>
        </p:nvSpPr>
        <p:spPr>
          <a:xfrm>
            <a:off x="355225" y="2161825"/>
            <a:ext cx="1974600" cy="2046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3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2pPr>
            <a:lvl3pPr lvl="2">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3pPr>
            <a:lvl4pPr lvl="3">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4pPr>
            <a:lvl5pPr lvl="4">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5pPr>
            <a:lvl6pPr lvl="5">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6pPr>
            <a:lvl7pPr lvl="6">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7pPr>
            <a:lvl8pPr lvl="7">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8pPr>
            <a:lvl9pPr lvl="8">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9pPr>
          </a:lstStyle>
          <a:p/>
        </p:txBody>
      </p:sp>
      <p:sp>
        <p:nvSpPr>
          <p:cNvPr id="184" name="Google Shape;184;p15"/>
          <p:cNvSpPr txBox="1"/>
          <p:nvPr>
            <p:ph idx="3" type="title"/>
          </p:nvPr>
        </p:nvSpPr>
        <p:spPr>
          <a:xfrm>
            <a:off x="2543875" y="1775475"/>
            <a:ext cx="1862100" cy="293100"/>
          </a:xfrm>
          <a:prstGeom prst="rect">
            <a:avLst/>
          </a:prstGeom>
          <a:noFill/>
          <a:ln>
            <a:noFill/>
          </a:ln>
        </p:spPr>
        <p:txBody>
          <a:bodyPr anchorCtr="0" anchor="b" bIns="91425" lIns="0" spcFirstLastPara="1" rIns="91425" wrap="square" tIns="0">
            <a:noAutofit/>
          </a:bodyPr>
          <a:lstStyle>
            <a:lvl1pPr lvl="0">
              <a:lnSpc>
                <a:spcPct val="90000"/>
              </a:lnSpc>
              <a:spcBef>
                <a:spcPts val="0"/>
              </a:spcBef>
              <a:spcAft>
                <a:spcPts val="0"/>
              </a:spcAft>
              <a:buClr>
                <a:schemeClr val="accent3"/>
              </a:buClr>
              <a:buSzPts val="1400"/>
              <a:buFont typeface="Urbanist"/>
              <a:buNone/>
              <a:defRPr sz="1800">
                <a:solidFill>
                  <a:schemeClr val="accent3"/>
                </a:solidFill>
              </a:defRPr>
            </a:lvl1pPr>
            <a:lvl2pPr lvl="1">
              <a:spcBef>
                <a:spcPts val="0"/>
              </a:spcBef>
              <a:spcAft>
                <a:spcPts val="0"/>
              </a:spcAft>
              <a:buClr>
                <a:schemeClr val="accent3"/>
              </a:buClr>
              <a:buSzPts val="1400"/>
              <a:buFont typeface="Urbanist"/>
              <a:buNone/>
              <a:defRPr>
                <a:solidFill>
                  <a:schemeClr val="accent3"/>
                </a:solidFill>
              </a:defRPr>
            </a:lvl2pPr>
            <a:lvl3pPr lvl="2">
              <a:spcBef>
                <a:spcPts val="0"/>
              </a:spcBef>
              <a:spcAft>
                <a:spcPts val="0"/>
              </a:spcAft>
              <a:buClr>
                <a:schemeClr val="accent3"/>
              </a:buClr>
              <a:buSzPts val="1400"/>
              <a:buFont typeface="Urbanist"/>
              <a:buNone/>
              <a:defRPr>
                <a:solidFill>
                  <a:schemeClr val="accent3"/>
                </a:solidFill>
              </a:defRPr>
            </a:lvl3pPr>
            <a:lvl4pPr lvl="3">
              <a:spcBef>
                <a:spcPts val="0"/>
              </a:spcBef>
              <a:spcAft>
                <a:spcPts val="0"/>
              </a:spcAft>
              <a:buClr>
                <a:schemeClr val="accent3"/>
              </a:buClr>
              <a:buSzPts val="1400"/>
              <a:buFont typeface="Urbanist"/>
              <a:buNone/>
              <a:defRPr>
                <a:solidFill>
                  <a:schemeClr val="accent3"/>
                </a:solidFill>
              </a:defRPr>
            </a:lvl4pPr>
            <a:lvl5pPr lvl="4">
              <a:spcBef>
                <a:spcPts val="0"/>
              </a:spcBef>
              <a:spcAft>
                <a:spcPts val="0"/>
              </a:spcAft>
              <a:buClr>
                <a:schemeClr val="accent3"/>
              </a:buClr>
              <a:buSzPts val="1400"/>
              <a:buFont typeface="Urbanist"/>
              <a:buNone/>
              <a:defRPr>
                <a:solidFill>
                  <a:schemeClr val="accent3"/>
                </a:solidFill>
              </a:defRPr>
            </a:lvl5pPr>
            <a:lvl6pPr lvl="5">
              <a:spcBef>
                <a:spcPts val="0"/>
              </a:spcBef>
              <a:spcAft>
                <a:spcPts val="0"/>
              </a:spcAft>
              <a:buClr>
                <a:schemeClr val="accent3"/>
              </a:buClr>
              <a:buSzPts val="1400"/>
              <a:buFont typeface="Urbanist"/>
              <a:buNone/>
              <a:defRPr>
                <a:solidFill>
                  <a:schemeClr val="accent3"/>
                </a:solidFill>
              </a:defRPr>
            </a:lvl6pPr>
            <a:lvl7pPr lvl="6">
              <a:spcBef>
                <a:spcPts val="0"/>
              </a:spcBef>
              <a:spcAft>
                <a:spcPts val="0"/>
              </a:spcAft>
              <a:buClr>
                <a:schemeClr val="accent3"/>
              </a:buClr>
              <a:buSzPts val="1400"/>
              <a:buFont typeface="Urbanist"/>
              <a:buNone/>
              <a:defRPr>
                <a:solidFill>
                  <a:schemeClr val="accent3"/>
                </a:solidFill>
              </a:defRPr>
            </a:lvl7pPr>
            <a:lvl8pPr lvl="7">
              <a:spcBef>
                <a:spcPts val="0"/>
              </a:spcBef>
              <a:spcAft>
                <a:spcPts val="0"/>
              </a:spcAft>
              <a:buClr>
                <a:schemeClr val="accent3"/>
              </a:buClr>
              <a:buSzPts val="1400"/>
              <a:buFont typeface="Urbanist"/>
              <a:buNone/>
              <a:defRPr>
                <a:solidFill>
                  <a:schemeClr val="accent3"/>
                </a:solidFill>
              </a:defRPr>
            </a:lvl8pPr>
            <a:lvl9pPr lvl="8">
              <a:spcBef>
                <a:spcPts val="0"/>
              </a:spcBef>
              <a:spcAft>
                <a:spcPts val="0"/>
              </a:spcAft>
              <a:buClr>
                <a:schemeClr val="accent3"/>
              </a:buClr>
              <a:buSzPts val="1400"/>
              <a:buFont typeface="Urbanist"/>
              <a:buNone/>
              <a:defRPr>
                <a:solidFill>
                  <a:schemeClr val="accent3"/>
                </a:solidFill>
              </a:defRPr>
            </a:lvl9pPr>
          </a:lstStyle>
          <a:p/>
        </p:txBody>
      </p:sp>
      <p:sp>
        <p:nvSpPr>
          <p:cNvPr id="185" name="Google Shape;185;p15"/>
          <p:cNvSpPr txBox="1"/>
          <p:nvPr>
            <p:ph idx="4" type="subTitle"/>
          </p:nvPr>
        </p:nvSpPr>
        <p:spPr>
          <a:xfrm>
            <a:off x="2543875" y="2161825"/>
            <a:ext cx="1974600" cy="2046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3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2pPr>
            <a:lvl3pPr lvl="2">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3pPr>
            <a:lvl4pPr lvl="3">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4pPr>
            <a:lvl5pPr lvl="4">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5pPr>
            <a:lvl6pPr lvl="5">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6pPr>
            <a:lvl7pPr lvl="6">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7pPr>
            <a:lvl8pPr lvl="7">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8pPr>
            <a:lvl9pPr lvl="8">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9pPr>
          </a:lstStyle>
          <a:p/>
        </p:txBody>
      </p:sp>
      <p:sp>
        <p:nvSpPr>
          <p:cNvPr id="186" name="Google Shape;186;p15"/>
          <p:cNvSpPr txBox="1"/>
          <p:nvPr>
            <p:ph idx="5" type="title"/>
          </p:nvPr>
        </p:nvSpPr>
        <p:spPr>
          <a:xfrm>
            <a:off x="4745500" y="1775475"/>
            <a:ext cx="1862100" cy="293100"/>
          </a:xfrm>
          <a:prstGeom prst="rect">
            <a:avLst/>
          </a:prstGeom>
          <a:noFill/>
          <a:ln>
            <a:noFill/>
          </a:ln>
        </p:spPr>
        <p:txBody>
          <a:bodyPr anchorCtr="0" anchor="b" bIns="91425" lIns="0" spcFirstLastPara="1" rIns="91425" wrap="square" tIns="0">
            <a:noAutofit/>
          </a:bodyPr>
          <a:lstStyle>
            <a:lvl1pPr lvl="0">
              <a:lnSpc>
                <a:spcPct val="90000"/>
              </a:lnSpc>
              <a:spcBef>
                <a:spcPts val="0"/>
              </a:spcBef>
              <a:spcAft>
                <a:spcPts val="0"/>
              </a:spcAft>
              <a:buClr>
                <a:schemeClr val="accent3"/>
              </a:buClr>
              <a:buSzPts val="1400"/>
              <a:buFont typeface="Urbanist"/>
              <a:buNone/>
              <a:defRPr sz="1800">
                <a:solidFill>
                  <a:schemeClr val="accent3"/>
                </a:solidFill>
              </a:defRPr>
            </a:lvl1pPr>
            <a:lvl2pPr lvl="1">
              <a:spcBef>
                <a:spcPts val="0"/>
              </a:spcBef>
              <a:spcAft>
                <a:spcPts val="0"/>
              </a:spcAft>
              <a:buClr>
                <a:schemeClr val="accent3"/>
              </a:buClr>
              <a:buSzPts val="1400"/>
              <a:buFont typeface="Urbanist"/>
              <a:buNone/>
              <a:defRPr>
                <a:solidFill>
                  <a:schemeClr val="accent3"/>
                </a:solidFill>
              </a:defRPr>
            </a:lvl2pPr>
            <a:lvl3pPr lvl="2">
              <a:spcBef>
                <a:spcPts val="0"/>
              </a:spcBef>
              <a:spcAft>
                <a:spcPts val="0"/>
              </a:spcAft>
              <a:buClr>
                <a:schemeClr val="accent3"/>
              </a:buClr>
              <a:buSzPts val="1400"/>
              <a:buFont typeface="Urbanist"/>
              <a:buNone/>
              <a:defRPr>
                <a:solidFill>
                  <a:schemeClr val="accent3"/>
                </a:solidFill>
              </a:defRPr>
            </a:lvl3pPr>
            <a:lvl4pPr lvl="3">
              <a:spcBef>
                <a:spcPts val="0"/>
              </a:spcBef>
              <a:spcAft>
                <a:spcPts val="0"/>
              </a:spcAft>
              <a:buClr>
                <a:schemeClr val="accent3"/>
              </a:buClr>
              <a:buSzPts val="1400"/>
              <a:buFont typeface="Urbanist"/>
              <a:buNone/>
              <a:defRPr>
                <a:solidFill>
                  <a:schemeClr val="accent3"/>
                </a:solidFill>
              </a:defRPr>
            </a:lvl4pPr>
            <a:lvl5pPr lvl="4">
              <a:spcBef>
                <a:spcPts val="0"/>
              </a:spcBef>
              <a:spcAft>
                <a:spcPts val="0"/>
              </a:spcAft>
              <a:buClr>
                <a:schemeClr val="accent3"/>
              </a:buClr>
              <a:buSzPts val="1400"/>
              <a:buFont typeface="Urbanist"/>
              <a:buNone/>
              <a:defRPr>
                <a:solidFill>
                  <a:schemeClr val="accent3"/>
                </a:solidFill>
              </a:defRPr>
            </a:lvl5pPr>
            <a:lvl6pPr lvl="5">
              <a:spcBef>
                <a:spcPts val="0"/>
              </a:spcBef>
              <a:spcAft>
                <a:spcPts val="0"/>
              </a:spcAft>
              <a:buClr>
                <a:schemeClr val="accent3"/>
              </a:buClr>
              <a:buSzPts val="1400"/>
              <a:buFont typeface="Urbanist"/>
              <a:buNone/>
              <a:defRPr>
                <a:solidFill>
                  <a:schemeClr val="accent3"/>
                </a:solidFill>
              </a:defRPr>
            </a:lvl6pPr>
            <a:lvl7pPr lvl="6">
              <a:spcBef>
                <a:spcPts val="0"/>
              </a:spcBef>
              <a:spcAft>
                <a:spcPts val="0"/>
              </a:spcAft>
              <a:buClr>
                <a:schemeClr val="accent3"/>
              </a:buClr>
              <a:buSzPts val="1400"/>
              <a:buFont typeface="Urbanist"/>
              <a:buNone/>
              <a:defRPr>
                <a:solidFill>
                  <a:schemeClr val="accent3"/>
                </a:solidFill>
              </a:defRPr>
            </a:lvl7pPr>
            <a:lvl8pPr lvl="7">
              <a:spcBef>
                <a:spcPts val="0"/>
              </a:spcBef>
              <a:spcAft>
                <a:spcPts val="0"/>
              </a:spcAft>
              <a:buClr>
                <a:schemeClr val="accent3"/>
              </a:buClr>
              <a:buSzPts val="1400"/>
              <a:buFont typeface="Urbanist"/>
              <a:buNone/>
              <a:defRPr>
                <a:solidFill>
                  <a:schemeClr val="accent3"/>
                </a:solidFill>
              </a:defRPr>
            </a:lvl8pPr>
            <a:lvl9pPr lvl="8">
              <a:spcBef>
                <a:spcPts val="0"/>
              </a:spcBef>
              <a:spcAft>
                <a:spcPts val="0"/>
              </a:spcAft>
              <a:buClr>
                <a:schemeClr val="accent3"/>
              </a:buClr>
              <a:buSzPts val="1400"/>
              <a:buFont typeface="Urbanist"/>
              <a:buNone/>
              <a:defRPr>
                <a:solidFill>
                  <a:schemeClr val="accent3"/>
                </a:solidFill>
              </a:defRPr>
            </a:lvl9pPr>
          </a:lstStyle>
          <a:p/>
        </p:txBody>
      </p:sp>
      <p:sp>
        <p:nvSpPr>
          <p:cNvPr id="187" name="Google Shape;187;p15"/>
          <p:cNvSpPr txBox="1"/>
          <p:nvPr>
            <p:ph idx="6" type="subTitle"/>
          </p:nvPr>
        </p:nvSpPr>
        <p:spPr>
          <a:xfrm>
            <a:off x="4745500" y="2161825"/>
            <a:ext cx="1974600" cy="2046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3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2pPr>
            <a:lvl3pPr lvl="2">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3pPr>
            <a:lvl4pPr lvl="3">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4pPr>
            <a:lvl5pPr lvl="4">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5pPr>
            <a:lvl6pPr lvl="5">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6pPr>
            <a:lvl7pPr lvl="6">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7pPr>
            <a:lvl8pPr lvl="7">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8pPr>
            <a:lvl9pPr lvl="8">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9pPr>
          </a:lstStyle>
          <a:p/>
        </p:txBody>
      </p:sp>
      <p:sp>
        <p:nvSpPr>
          <p:cNvPr id="188" name="Google Shape;188;p15"/>
          <p:cNvSpPr txBox="1"/>
          <p:nvPr>
            <p:ph idx="7" type="title"/>
          </p:nvPr>
        </p:nvSpPr>
        <p:spPr>
          <a:xfrm>
            <a:off x="6942300" y="1775475"/>
            <a:ext cx="1862100" cy="293100"/>
          </a:xfrm>
          <a:prstGeom prst="rect">
            <a:avLst/>
          </a:prstGeom>
          <a:noFill/>
          <a:ln>
            <a:noFill/>
          </a:ln>
        </p:spPr>
        <p:txBody>
          <a:bodyPr anchorCtr="0" anchor="b" bIns="91425" lIns="0" spcFirstLastPara="1" rIns="91425" wrap="square" tIns="0">
            <a:noAutofit/>
          </a:bodyPr>
          <a:lstStyle>
            <a:lvl1pPr lvl="0">
              <a:lnSpc>
                <a:spcPct val="90000"/>
              </a:lnSpc>
              <a:spcBef>
                <a:spcPts val="0"/>
              </a:spcBef>
              <a:spcAft>
                <a:spcPts val="0"/>
              </a:spcAft>
              <a:buClr>
                <a:schemeClr val="accent3"/>
              </a:buClr>
              <a:buSzPts val="1400"/>
              <a:buFont typeface="Urbanist"/>
              <a:buNone/>
              <a:defRPr sz="1800">
                <a:solidFill>
                  <a:schemeClr val="accent3"/>
                </a:solidFill>
              </a:defRPr>
            </a:lvl1pPr>
            <a:lvl2pPr lvl="1">
              <a:spcBef>
                <a:spcPts val="0"/>
              </a:spcBef>
              <a:spcAft>
                <a:spcPts val="0"/>
              </a:spcAft>
              <a:buClr>
                <a:schemeClr val="accent3"/>
              </a:buClr>
              <a:buSzPts val="1400"/>
              <a:buFont typeface="Urbanist"/>
              <a:buNone/>
              <a:defRPr>
                <a:solidFill>
                  <a:schemeClr val="accent3"/>
                </a:solidFill>
              </a:defRPr>
            </a:lvl2pPr>
            <a:lvl3pPr lvl="2">
              <a:spcBef>
                <a:spcPts val="0"/>
              </a:spcBef>
              <a:spcAft>
                <a:spcPts val="0"/>
              </a:spcAft>
              <a:buClr>
                <a:schemeClr val="accent3"/>
              </a:buClr>
              <a:buSzPts val="1400"/>
              <a:buFont typeface="Urbanist"/>
              <a:buNone/>
              <a:defRPr>
                <a:solidFill>
                  <a:schemeClr val="accent3"/>
                </a:solidFill>
              </a:defRPr>
            </a:lvl3pPr>
            <a:lvl4pPr lvl="3">
              <a:spcBef>
                <a:spcPts val="0"/>
              </a:spcBef>
              <a:spcAft>
                <a:spcPts val="0"/>
              </a:spcAft>
              <a:buClr>
                <a:schemeClr val="accent3"/>
              </a:buClr>
              <a:buSzPts val="1400"/>
              <a:buFont typeface="Urbanist"/>
              <a:buNone/>
              <a:defRPr>
                <a:solidFill>
                  <a:schemeClr val="accent3"/>
                </a:solidFill>
              </a:defRPr>
            </a:lvl4pPr>
            <a:lvl5pPr lvl="4">
              <a:spcBef>
                <a:spcPts val="0"/>
              </a:spcBef>
              <a:spcAft>
                <a:spcPts val="0"/>
              </a:spcAft>
              <a:buClr>
                <a:schemeClr val="accent3"/>
              </a:buClr>
              <a:buSzPts val="1400"/>
              <a:buFont typeface="Urbanist"/>
              <a:buNone/>
              <a:defRPr>
                <a:solidFill>
                  <a:schemeClr val="accent3"/>
                </a:solidFill>
              </a:defRPr>
            </a:lvl5pPr>
            <a:lvl6pPr lvl="5">
              <a:spcBef>
                <a:spcPts val="0"/>
              </a:spcBef>
              <a:spcAft>
                <a:spcPts val="0"/>
              </a:spcAft>
              <a:buClr>
                <a:schemeClr val="accent3"/>
              </a:buClr>
              <a:buSzPts val="1400"/>
              <a:buFont typeface="Urbanist"/>
              <a:buNone/>
              <a:defRPr>
                <a:solidFill>
                  <a:schemeClr val="accent3"/>
                </a:solidFill>
              </a:defRPr>
            </a:lvl6pPr>
            <a:lvl7pPr lvl="6">
              <a:spcBef>
                <a:spcPts val="0"/>
              </a:spcBef>
              <a:spcAft>
                <a:spcPts val="0"/>
              </a:spcAft>
              <a:buClr>
                <a:schemeClr val="accent3"/>
              </a:buClr>
              <a:buSzPts val="1400"/>
              <a:buFont typeface="Urbanist"/>
              <a:buNone/>
              <a:defRPr>
                <a:solidFill>
                  <a:schemeClr val="accent3"/>
                </a:solidFill>
              </a:defRPr>
            </a:lvl7pPr>
            <a:lvl8pPr lvl="7">
              <a:spcBef>
                <a:spcPts val="0"/>
              </a:spcBef>
              <a:spcAft>
                <a:spcPts val="0"/>
              </a:spcAft>
              <a:buClr>
                <a:schemeClr val="accent3"/>
              </a:buClr>
              <a:buSzPts val="1400"/>
              <a:buFont typeface="Urbanist"/>
              <a:buNone/>
              <a:defRPr>
                <a:solidFill>
                  <a:schemeClr val="accent3"/>
                </a:solidFill>
              </a:defRPr>
            </a:lvl8pPr>
            <a:lvl9pPr lvl="8">
              <a:spcBef>
                <a:spcPts val="0"/>
              </a:spcBef>
              <a:spcAft>
                <a:spcPts val="0"/>
              </a:spcAft>
              <a:buClr>
                <a:schemeClr val="accent3"/>
              </a:buClr>
              <a:buSzPts val="1400"/>
              <a:buFont typeface="Urbanist"/>
              <a:buNone/>
              <a:defRPr>
                <a:solidFill>
                  <a:schemeClr val="accent3"/>
                </a:solidFill>
              </a:defRPr>
            </a:lvl9pPr>
          </a:lstStyle>
          <a:p/>
        </p:txBody>
      </p:sp>
      <p:sp>
        <p:nvSpPr>
          <p:cNvPr id="189" name="Google Shape;189;p15"/>
          <p:cNvSpPr txBox="1"/>
          <p:nvPr>
            <p:ph idx="8" type="subTitle"/>
          </p:nvPr>
        </p:nvSpPr>
        <p:spPr>
          <a:xfrm>
            <a:off x="6942300" y="2161825"/>
            <a:ext cx="1974600" cy="2046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3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2pPr>
            <a:lvl3pPr lvl="2">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3pPr>
            <a:lvl4pPr lvl="3">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4pPr>
            <a:lvl5pPr lvl="4">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5pPr>
            <a:lvl6pPr lvl="5">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6pPr>
            <a:lvl7pPr lvl="6">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7pPr>
            <a:lvl8pPr lvl="7">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8pPr>
            <a:lvl9pPr lvl="8">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9pPr>
          </a:lstStyle>
          <a:p/>
        </p:txBody>
      </p:sp>
      <p:sp>
        <p:nvSpPr>
          <p:cNvPr id="190" name="Google Shape;190;p15"/>
          <p:cNvSpPr txBox="1"/>
          <p:nvPr>
            <p:ph idx="9" type="title"/>
          </p:nvPr>
        </p:nvSpPr>
        <p:spPr>
          <a:xfrm>
            <a:off x="228600" y="613525"/>
            <a:ext cx="3904500" cy="864900"/>
          </a:xfrm>
          <a:prstGeom prst="rect">
            <a:avLst/>
          </a:prstGeom>
          <a:noFill/>
          <a:ln>
            <a:noFill/>
          </a:ln>
        </p:spPr>
        <p:txBody>
          <a:bodyPr anchorCtr="0" anchor="ctr" bIns="91425" lIns="0" spcFirstLastPara="1" rIns="91425" wrap="square" tIns="0">
            <a:spAutoFit/>
          </a:bodyPr>
          <a:lstStyle>
            <a:lvl1pPr lvl="0">
              <a:lnSpc>
                <a:spcPct val="85000"/>
              </a:lnSpc>
              <a:spcBef>
                <a:spcPts val="0"/>
              </a:spcBef>
              <a:spcAft>
                <a:spcPts val="0"/>
              </a:spcAft>
              <a:buNone/>
              <a:defRPr sz="3400">
                <a:solidFill>
                  <a:schemeClr val="dk2"/>
                </a:solidFill>
              </a:defRPr>
            </a:lvl1pPr>
            <a:lvl2pPr lvl="1">
              <a:lnSpc>
                <a:spcPct val="85000"/>
              </a:lnSpc>
              <a:spcBef>
                <a:spcPts val="0"/>
              </a:spcBef>
              <a:spcAft>
                <a:spcPts val="0"/>
              </a:spcAft>
              <a:buNone/>
              <a:defRPr sz="3600">
                <a:solidFill>
                  <a:schemeClr val="dk2"/>
                </a:solidFill>
              </a:defRPr>
            </a:lvl2pPr>
            <a:lvl3pPr lvl="2">
              <a:lnSpc>
                <a:spcPct val="85000"/>
              </a:lnSpc>
              <a:spcBef>
                <a:spcPts val="0"/>
              </a:spcBef>
              <a:spcAft>
                <a:spcPts val="0"/>
              </a:spcAft>
              <a:buNone/>
              <a:defRPr sz="3600">
                <a:solidFill>
                  <a:schemeClr val="dk2"/>
                </a:solidFill>
              </a:defRPr>
            </a:lvl3pPr>
            <a:lvl4pPr lvl="3">
              <a:lnSpc>
                <a:spcPct val="85000"/>
              </a:lnSpc>
              <a:spcBef>
                <a:spcPts val="0"/>
              </a:spcBef>
              <a:spcAft>
                <a:spcPts val="0"/>
              </a:spcAft>
              <a:buNone/>
              <a:defRPr sz="3600">
                <a:solidFill>
                  <a:schemeClr val="dk2"/>
                </a:solidFill>
              </a:defRPr>
            </a:lvl4pPr>
            <a:lvl5pPr lvl="4">
              <a:lnSpc>
                <a:spcPct val="85000"/>
              </a:lnSpc>
              <a:spcBef>
                <a:spcPts val="0"/>
              </a:spcBef>
              <a:spcAft>
                <a:spcPts val="0"/>
              </a:spcAft>
              <a:buNone/>
              <a:defRPr sz="3600">
                <a:solidFill>
                  <a:schemeClr val="dk2"/>
                </a:solidFill>
              </a:defRPr>
            </a:lvl5pPr>
            <a:lvl6pPr lvl="5">
              <a:lnSpc>
                <a:spcPct val="85000"/>
              </a:lnSpc>
              <a:spcBef>
                <a:spcPts val="0"/>
              </a:spcBef>
              <a:spcAft>
                <a:spcPts val="0"/>
              </a:spcAft>
              <a:buNone/>
              <a:defRPr sz="3600">
                <a:solidFill>
                  <a:schemeClr val="dk2"/>
                </a:solidFill>
              </a:defRPr>
            </a:lvl6pPr>
            <a:lvl7pPr lvl="6">
              <a:lnSpc>
                <a:spcPct val="85000"/>
              </a:lnSpc>
              <a:spcBef>
                <a:spcPts val="0"/>
              </a:spcBef>
              <a:spcAft>
                <a:spcPts val="0"/>
              </a:spcAft>
              <a:buNone/>
              <a:defRPr sz="3600">
                <a:solidFill>
                  <a:schemeClr val="dk2"/>
                </a:solidFill>
              </a:defRPr>
            </a:lvl7pPr>
            <a:lvl8pPr lvl="7">
              <a:lnSpc>
                <a:spcPct val="85000"/>
              </a:lnSpc>
              <a:spcBef>
                <a:spcPts val="0"/>
              </a:spcBef>
              <a:spcAft>
                <a:spcPts val="0"/>
              </a:spcAft>
              <a:buNone/>
              <a:defRPr sz="3600">
                <a:solidFill>
                  <a:schemeClr val="dk2"/>
                </a:solidFill>
              </a:defRPr>
            </a:lvl8pPr>
            <a:lvl9pPr lvl="8">
              <a:lnSpc>
                <a:spcPct val="85000"/>
              </a:lnSpc>
              <a:spcBef>
                <a:spcPts val="0"/>
              </a:spcBef>
              <a:spcAft>
                <a:spcPts val="0"/>
              </a:spcAft>
              <a:buNone/>
              <a:defRPr sz="3600">
                <a:solidFill>
                  <a:schemeClr val="dk2"/>
                </a:solidFill>
              </a:defRPr>
            </a:lvl9pPr>
          </a:lstStyle>
          <a:p/>
        </p:txBody>
      </p:sp>
      <p:sp>
        <p:nvSpPr>
          <p:cNvPr id="191" name="Google Shape;191;p15"/>
          <p:cNvSpPr txBox="1"/>
          <p:nvPr>
            <p:ph idx="13"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192" name="Google Shape;192;p15"/>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193" name="Google Shape;193;p15"/>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p15:guide id="1" orient="horz" pos="2805">
          <p15:clr>
            <a:srgbClr val="E46962"/>
          </p15:clr>
        </p15:guide>
      </p15:sldGuideLst>
    </p:ext>
  </p:extLst>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ers">
  <p:cSld name="CUSTOM">
    <p:spTree>
      <p:nvGrpSpPr>
        <p:cNvPr id="194" name="Shape 194"/>
        <p:cNvGrpSpPr/>
        <p:nvPr/>
      </p:nvGrpSpPr>
      <p:grpSpPr>
        <a:xfrm>
          <a:off x="0" y="0"/>
          <a:ext cx="0" cy="0"/>
          <a:chOff x="0" y="0"/>
          <a:chExt cx="0" cy="0"/>
        </a:xfrm>
      </p:grpSpPr>
      <p:pic>
        <p:nvPicPr>
          <p:cNvPr id="195" name="Google Shape;195;p16"/>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196" name="Google Shape;196;p16"/>
          <p:cNvSpPr txBox="1"/>
          <p:nvPr>
            <p:ph idx="1" type="subTitle"/>
          </p:nvPr>
        </p:nvSpPr>
        <p:spPr>
          <a:xfrm>
            <a:off x="228600" y="228600"/>
            <a:ext cx="29208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1pPr>
            <a:lvl2pPr lvl="1">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9pPr>
          </a:lstStyle>
          <a:p/>
        </p:txBody>
      </p:sp>
      <p:cxnSp>
        <p:nvCxnSpPr>
          <p:cNvPr id="197" name="Google Shape;197;p16"/>
          <p:cNvCxnSpPr/>
          <p:nvPr/>
        </p:nvCxnSpPr>
        <p:spPr>
          <a:xfrm>
            <a:off x="228450" y="2061025"/>
            <a:ext cx="8687100" cy="0"/>
          </a:xfrm>
          <a:prstGeom prst="straightConnector1">
            <a:avLst/>
          </a:prstGeom>
          <a:noFill/>
          <a:ln cap="flat" cmpd="sng" w="9525">
            <a:solidFill>
              <a:schemeClr val="lt2"/>
            </a:solidFill>
            <a:prstDash val="solid"/>
            <a:round/>
            <a:headEnd len="med" w="med" type="none"/>
            <a:tailEnd len="med" w="med" type="none"/>
          </a:ln>
        </p:spPr>
      </p:cxnSp>
      <p:sp>
        <p:nvSpPr>
          <p:cNvPr id="198" name="Google Shape;198;p16"/>
          <p:cNvSpPr txBox="1"/>
          <p:nvPr>
            <p:ph type="title"/>
          </p:nvPr>
        </p:nvSpPr>
        <p:spPr>
          <a:xfrm>
            <a:off x="228600" y="369300"/>
            <a:ext cx="6480300" cy="587700"/>
          </a:xfrm>
          <a:prstGeom prst="rect">
            <a:avLst/>
          </a:prstGeom>
          <a:noFill/>
          <a:ln>
            <a:noFill/>
          </a:ln>
        </p:spPr>
        <p:txBody>
          <a:bodyPr anchorCtr="0" anchor="ctr" bIns="91425" lIns="0" spcFirstLastPara="1" rIns="91425" wrap="square" tIns="91425">
            <a:spAutoFit/>
          </a:bodyPr>
          <a:lstStyle>
            <a:lvl1pPr lvl="0">
              <a:lnSpc>
                <a:spcPct val="90000"/>
              </a:lnSpc>
              <a:spcBef>
                <a:spcPts val="0"/>
              </a:spcBef>
              <a:spcAft>
                <a:spcPts val="0"/>
              </a:spcAft>
              <a:buNone/>
              <a:defRPr sz="3400">
                <a:solidFill>
                  <a:schemeClr val="lt1"/>
                </a:solidFill>
                <a:latin typeface="Urbanist Medium"/>
                <a:ea typeface="Urbanist Medium"/>
                <a:cs typeface="Urbanist Medium"/>
                <a:sym typeface="Urbanist Medium"/>
              </a:defRPr>
            </a:lvl1pPr>
            <a:lvl2pPr lvl="1">
              <a:lnSpc>
                <a:spcPct val="115000"/>
              </a:lnSpc>
              <a:spcBef>
                <a:spcPts val="0"/>
              </a:spcBef>
              <a:spcAft>
                <a:spcPts val="0"/>
              </a:spcAft>
              <a:buNone/>
              <a:defRPr sz="3400">
                <a:solidFill>
                  <a:schemeClr val="lt1"/>
                </a:solidFill>
                <a:latin typeface="Urbanist Medium"/>
                <a:ea typeface="Urbanist Medium"/>
                <a:cs typeface="Urbanist Medium"/>
                <a:sym typeface="Urbanist Medium"/>
              </a:defRPr>
            </a:lvl2pPr>
            <a:lvl3pPr lvl="2">
              <a:lnSpc>
                <a:spcPct val="115000"/>
              </a:lnSpc>
              <a:spcBef>
                <a:spcPts val="0"/>
              </a:spcBef>
              <a:spcAft>
                <a:spcPts val="0"/>
              </a:spcAft>
              <a:buNone/>
              <a:defRPr sz="3400">
                <a:solidFill>
                  <a:schemeClr val="lt1"/>
                </a:solidFill>
                <a:latin typeface="Urbanist Medium"/>
                <a:ea typeface="Urbanist Medium"/>
                <a:cs typeface="Urbanist Medium"/>
                <a:sym typeface="Urbanist Medium"/>
              </a:defRPr>
            </a:lvl3pPr>
            <a:lvl4pPr lvl="3">
              <a:lnSpc>
                <a:spcPct val="115000"/>
              </a:lnSpc>
              <a:spcBef>
                <a:spcPts val="0"/>
              </a:spcBef>
              <a:spcAft>
                <a:spcPts val="0"/>
              </a:spcAft>
              <a:buNone/>
              <a:defRPr sz="3400">
                <a:solidFill>
                  <a:schemeClr val="lt1"/>
                </a:solidFill>
                <a:latin typeface="Urbanist Medium"/>
                <a:ea typeface="Urbanist Medium"/>
                <a:cs typeface="Urbanist Medium"/>
                <a:sym typeface="Urbanist Medium"/>
              </a:defRPr>
            </a:lvl4pPr>
            <a:lvl5pPr lvl="4">
              <a:lnSpc>
                <a:spcPct val="115000"/>
              </a:lnSpc>
              <a:spcBef>
                <a:spcPts val="0"/>
              </a:spcBef>
              <a:spcAft>
                <a:spcPts val="0"/>
              </a:spcAft>
              <a:buNone/>
              <a:defRPr sz="3400">
                <a:solidFill>
                  <a:schemeClr val="lt1"/>
                </a:solidFill>
                <a:latin typeface="Urbanist Medium"/>
                <a:ea typeface="Urbanist Medium"/>
                <a:cs typeface="Urbanist Medium"/>
                <a:sym typeface="Urbanist Medium"/>
              </a:defRPr>
            </a:lvl5pPr>
            <a:lvl6pPr lvl="5">
              <a:lnSpc>
                <a:spcPct val="115000"/>
              </a:lnSpc>
              <a:spcBef>
                <a:spcPts val="0"/>
              </a:spcBef>
              <a:spcAft>
                <a:spcPts val="0"/>
              </a:spcAft>
              <a:buNone/>
              <a:defRPr sz="3400">
                <a:solidFill>
                  <a:schemeClr val="lt1"/>
                </a:solidFill>
                <a:latin typeface="Urbanist Medium"/>
                <a:ea typeface="Urbanist Medium"/>
                <a:cs typeface="Urbanist Medium"/>
                <a:sym typeface="Urbanist Medium"/>
              </a:defRPr>
            </a:lvl6pPr>
            <a:lvl7pPr lvl="6">
              <a:lnSpc>
                <a:spcPct val="115000"/>
              </a:lnSpc>
              <a:spcBef>
                <a:spcPts val="0"/>
              </a:spcBef>
              <a:spcAft>
                <a:spcPts val="0"/>
              </a:spcAft>
              <a:buNone/>
              <a:defRPr sz="3400">
                <a:solidFill>
                  <a:schemeClr val="lt1"/>
                </a:solidFill>
                <a:latin typeface="Urbanist Medium"/>
                <a:ea typeface="Urbanist Medium"/>
                <a:cs typeface="Urbanist Medium"/>
                <a:sym typeface="Urbanist Medium"/>
              </a:defRPr>
            </a:lvl7pPr>
            <a:lvl8pPr lvl="7">
              <a:lnSpc>
                <a:spcPct val="115000"/>
              </a:lnSpc>
              <a:spcBef>
                <a:spcPts val="0"/>
              </a:spcBef>
              <a:spcAft>
                <a:spcPts val="0"/>
              </a:spcAft>
              <a:buNone/>
              <a:defRPr sz="3400">
                <a:solidFill>
                  <a:schemeClr val="lt1"/>
                </a:solidFill>
                <a:latin typeface="Urbanist Medium"/>
                <a:ea typeface="Urbanist Medium"/>
                <a:cs typeface="Urbanist Medium"/>
                <a:sym typeface="Urbanist Medium"/>
              </a:defRPr>
            </a:lvl8pPr>
            <a:lvl9pPr lvl="8">
              <a:lnSpc>
                <a:spcPct val="115000"/>
              </a:lnSpc>
              <a:spcBef>
                <a:spcPts val="0"/>
              </a:spcBef>
              <a:spcAft>
                <a:spcPts val="0"/>
              </a:spcAft>
              <a:buNone/>
              <a:defRPr sz="3400">
                <a:solidFill>
                  <a:schemeClr val="lt1"/>
                </a:solidFill>
                <a:latin typeface="Urbanist Medium"/>
                <a:ea typeface="Urbanist Medium"/>
                <a:cs typeface="Urbanist Medium"/>
                <a:sym typeface="Urbanist Medium"/>
              </a:defRPr>
            </a:lvl9pPr>
          </a:lstStyle>
          <a:p/>
        </p:txBody>
      </p:sp>
      <p:sp>
        <p:nvSpPr>
          <p:cNvPr id="199" name="Google Shape;199;p16"/>
          <p:cNvSpPr/>
          <p:nvPr>
            <p:ph idx="2" type="pic"/>
          </p:nvPr>
        </p:nvSpPr>
        <p:spPr>
          <a:xfrm>
            <a:off x="3795900" y="2682425"/>
            <a:ext cx="1458300" cy="1458300"/>
          </a:xfrm>
          <a:prstGeom prst="ellipse">
            <a:avLst/>
          </a:prstGeom>
          <a:noFill/>
          <a:ln cap="flat" cmpd="sng" w="9525">
            <a:solidFill>
              <a:schemeClr val="accent3"/>
            </a:solidFill>
            <a:prstDash val="solid"/>
            <a:round/>
            <a:headEnd len="sm" w="sm" type="none"/>
            <a:tailEnd len="sm" w="sm" type="none"/>
          </a:ln>
        </p:spPr>
      </p:sp>
      <p:sp>
        <p:nvSpPr>
          <p:cNvPr id="200" name="Google Shape;200;p16"/>
          <p:cNvSpPr txBox="1"/>
          <p:nvPr>
            <p:ph idx="3" type="body"/>
          </p:nvPr>
        </p:nvSpPr>
        <p:spPr>
          <a:xfrm>
            <a:off x="5871500" y="2468775"/>
            <a:ext cx="2864700" cy="676500"/>
          </a:xfrm>
          <a:prstGeom prst="rect">
            <a:avLst/>
          </a:prstGeom>
          <a:noFill/>
          <a:ln>
            <a:noFill/>
          </a:ln>
        </p:spPr>
        <p:txBody>
          <a:bodyPr anchorCtr="0" anchor="ctr" bIns="91425" lIns="0" spcFirstLastPara="1" rIns="91425" wrap="square" tIns="0">
            <a:noAutofit/>
          </a:bodyPr>
          <a:lstStyle>
            <a:lvl1pPr indent="-292100" lvl="0" marL="457200">
              <a:spcBef>
                <a:spcPts val="0"/>
              </a:spcBef>
              <a:spcAft>
                <a:spcPts val="0"/>
              </a:spcAft>
              <a:buClr>
                <a:schemeClr val="dk2"/>
              </a:buClr>
              <a:buSzPts val="1000"/>
              <a:buFont typeface="Urbanist"/>
              <a:buChar char="●"/>
              <a:defRPr sz="1000">
                <a:solidFill>
                  <a:schemeClr val="dk2"/>
                </a:solidFill>
              </a:defRPr>
            </a:lvl1pPr>
            <a:lvl2pPr indent="-292100" lvl="1" marL="914400">
              <a:spcBef>
                <a:spcPts val="0"/>
              </a:spcBef>
              <a:spcAft>
                <a:spcPts val="0"/>
              </a:spcAft>
              <a:buClr>
                <a:schemeClr val="dk2"/>
              </a:buClr>
              <a:buSzPts val="1000"/>
              <a:buFont typeface="Urbanist"/>
              <a:buChar char="○"/>
              <a:defRPr sz="1000">
                <a:solidFill>
                  <a:schemeClr val="dk2"/>
                </a:solidFill>
              </a:defRPr>
            </a:lvl2pPr>
            <a:lvl3pPr indent="-292100" lvl="2" marL="1371600">
              <a:spcBef>
                <a:spcPts val="0"/>
              </a:spcBef>
              <a:spcAft>
                <a:spcPts val="0"/>
              </a:spcAft>
              <a:buClr>
                <a:schemeClr val="dk2"/>
              </a:buClr>
              <a:buSzPts val="1000"/>
              <a:buFont typeface="Urbanist"/>
              <a:buChar char="■"/>
              <a:defRPr sz="1000">
                <a:solidFill>
                  <a:schemeClr val="dk2"/>
                </a:solidFill>
              </a:defRPr>
            </a:lvl3pPr>
            <a:lvl4pPr indent="-292100" lvl="3" marL="1828800">
              <a:spcBef>
                <a:spcPts val="0"/>
              </a:spcBef>
              <a:spcAft>
                <a:spcPts val="0"/>
              </a:spcAft>
              <a:buClr>
                <a:schemeClr val="dk2"/>
              </a:buClr>
              <a:buSzPts val="1000"/>
              <a:buFont typeface="Urbanist"/>
              <a:buChar char="●"/>
              <a:defRPr sz="1000">
                <a:solidFill>
                  <a:schemeClr val="dk2"/>
                </a:solidFill>
              </a:defRPr>
            </a:lvl4pPr>
            <a:lvl5pPr indent="-292100" lvl="4" marL="2286000">
              <a:spcBef>
                <a:spcPts val="0"/>
              </a:spcBef>
              <a:spcAft>
                <a:spcPts val="0"/>
              </a:spcAft>
              <a:buClr>
                <a:schemeClr val="dk2"/>
              </a:buClr>
              <a:buSzPts val="1000"/>
              <a:buFont typeface="Urbanist"/>
              <a:buChar char="○"/>
              <a:defRPr sz="1000">
                <a:solidFill>
                  <a:schemeClr val="dk2"/>
                </a:solidFill>
              </a:defRPr>
            </a:lvl5pPr>
            <a:lvl6pPr indent="-292100" lvl="5" marL="2743200">
              <a:spcBef>
                <a:spcPts val="0"/>
              </a:spcBef>
              <a:spcAft>
                <a:spcPts val="0"/>
              </a:spcAft>
              <a:buClr>
                <a:schemeClr val="dk2"/>
              </a:buClr>
              <a:buSzPts val="1000"/>
              <a:buFont typeface="Urbanist"/>
              <a:buChar char="■"/>
              <a:defRPr sz="1000">
                <a:solidFill>
                  <a:schemeClr val="dk2"/>
                </a:solidFill>
              </a:defRPr>
            </a:lvl6pPr>
            <a:lvl7pPr indent="-292100" lvl="6" marL="3200400">
              <a:spcBef>
                <a:spcPts val="0"/>
              </a:spcBef>
              <a:spcAft>
                <a:spcPts val="0"/>
              </a:spcAft>
              <a:buClr>
                <a:schemeClr val="dk2"/>
              </a:buClr>
              <a:buSzPts val="1000"/>
              <a:buFont typeface="Urbanist"/>
              <a:buChar char="●"/>
              <a:defRPr sz="1000">
                <a:solidFill>
                  <a:schemeClr val="dk2"/>
                </a:solidFill>
              </a:defRPr>
            </a:lvl7pPr>
            <a:lvl8pPr indent="-292100" lvl="7" marL="3657600">
              <a:spcBef>
                <a:spcPts val="0"/>
              </a:spcBef>
              <a:spcAft>
                <a:spcPts val="0"/>
              </a:spcAft>
              <a:buClr>
                <a:schemeClr val="dk2"/>
              </a:buClr>
              <a:buSzPts val="1000"/>
              <a:buFont typeface="Urbanist"/>
              <a:buChar char="○"/>
              <a:defRPr sz="1000">
                <a:solidFill>
                  <a:schemeClr val="dk2"/>
                </a:solidFill>
              </a:defRPr>
            </a:lvl8pPr>
            <a:lvl9pPr indent="-292100" lvl="8" marL="4114800">
              <a:spcBef>
                <a:spcPts val="0"/>
              </a:spcBef>
              <a:spcAft>
                <a:spcPts val="0"/>
              </a:spcAft>
              <a:buClr>
                <a:schemeClr val="dk2"/>
              </a:buClr>
              <a:buSzPts val="1000"/>
              <a:buFont typeface="Urbanist"/>
              <a:buChar char="■"/>
              <a:defRPr sz="1000">
                <a:solidFill>
                  <a:schemeClr val="dk2"/>
                </a:solidFill>
              </a:defRPr>
            </a:lvl9pPr>
          </a:lstStyle>
          <a:p/>
        </p:txBody>
      </p:sp>
      <p:sp>
        <p:nvSpPr>
          <p:cNvPr id="201" name="Google Shape;201;p16"/>
          <p:cNvSpPr txBox="1"/>
          <p:nvPr>
            <p:ph idx="4" type="body"/>
          </p:nvPr>
        </p:nvSpPr>
        <p:spPr>
          <a:xfrm>
            <a:off x="5871500" y="3553025"/>
            <a:ext cx="2864700" cy="696000"/>
          </a:xfrm>
          <a:prstGeom prst="rect">
            <a:avLst/>
          </a:prstGeom>
          <a:noFill/>
          <a:ln>
            <a:noFill/>
          </a:ln>
        </p:spPr>
        <p:txBody>
          <a:bodyPr anchorCtr="0" anchor="ctr" bIns="91425" lIns="0" spcFirstLastPara="1" rIns="91425" wrap="square" tIns="0">
            <a:noAutofit/>
          </a:bodyPr>
          <a:lstStyle>
            <a:lvl1pPr indent="-317500" lvl="0" marL="457200">
              <a:lnSpc>
                <a:spcPct val="100000"/>
              </a:lnSpc>
              <a:spcBef>
                <a:spcPts val="0"/>
              </a:spcBef>
              <a:spcAft>
                <a:spcPts val="0"/>
              </a:spcAft>
              <a:buClr>
                <a:schemeClr val="accent3"/>
              </a:buClr>
              <a:buSzPts val="1400"/>
              <a:buFont typeface="Urbanist Medium"/>
              <a:buChar char="●"/>
              <a:defRPr>
                <a:solidFill>
                  <a:schemeClr val="accent3"/>
                </a:solidFill>
                <a:latin typeface="Urbanist Medium"/>
                <a:ea typeface="Urbanist Medium"/>
                <a:cs typeface="Urbanist Medium"/>
                <a:sym typeface="Urbanist Medium"/>
              </a:defRPr>
            </a:lvl1pPr>
            <a:lvl2pPr indent="-317500" lvl="1" marL="914400">
              <a:lnSpc>
                <a:spcPct val="100000"/>
              </a:lnSpc>
              <a:spcBef>
                <a:spcPts val="0"/>
              </a:spcBef>
              <a:spcAft>
                <a:spcPts val="0"/>
              </a:spcAft>
              <a:buClr>
                <a:schemeClr val="accent3"/>
              </a:buClr>
              <a:buSzPts val="1400"/>
              <a:buFont typeface="Urbanist Medium"/>
              <a:buChar char="○"/>
              <a:defRPr>
                <a:solidFill>
                  <a:schemeClr val="accent3"/>
                </a:solidFill>
                <a:latin typeface="Urbanist Medium"/>
                <a:ea typeface="Urbanist Medium"/>
                <a:cs typeface="Urbanist Medium"/>
                <a:sym typeface="Urbanist Medium"/>
              </a:defRPr>
            </a:lvl2pPr>
            <a:lvl3pPr indent="-317500" lvl="2" marL="1371600">
              <a:lnSpc>
                <a:spcPct val="100000"/>
              </a:lnSpc>
              <a:spcBef>
                <a:spcPts val="0"/>
              </a:spcBef>
              <a:spcAft>
                <a:spcPts val="0"/>
              </a:spcAft>
              <a:buClr>
                <a:schemeClr val="accent3"/>
              </a:buClr>
              <a:buSzPts val="1400"/>
              <a:buFont typeface="Urbanist Medium"/>
              <a:buChar char="■"/>
              <a:defRPr>
                <a:solidFill>
                  <a:schemeClr val="accent3"/>
                </a:solidFill>
                <a:latin typeface="Urbanist Medium"/>
                <a:ea typeface="Urbanist Medium"/>
                <a:cs typeface="Urbanist Medium"/>
                <a:sym typeface="Urbanist Medium"/>
              </a:defRPr>
            </a:lvl3pPr>
            <a:lvl4pPr indent="-317500" lvl="3" marL="1828800">
              <a:lnSpc>
                <a:spcPct val="100000"/>
              </a:lnSpc>
              <a:spcBef>
                <a:spcPts val="0"/>
              </a:spcBef>
              <a:spcAft>
                <a:spcPts val="0"/>
              </a:spcAft>
              <a:buClr>
                <a:schemeClr val="accent3"/>
              </a:buClr>
              <a:buSzPts val="1400"/>
              <a:buFont typeface="Urbanist Medium"/>
              <a:buChar char="●"/>
              <a:defRPr>
                <a:solidFill>
                  <a:schemeClr val="accent3"/>
                </a:solidFill>
                <a:latin typeface="Urbanist Medium"/>
                <a:ea typeface="Urbanist Medium"/>
                <a:cs typeface="Urbanist Medium"/>
                <a:sym typeface="Urbanist Medium"/>
              </a:defRPr>
            </a:lvl4pPr>
            <a:lvl5pPr indent="-317500" lvl="4" marL="2286000">
              <a:lnSpc>
                <a:spcPct val="100000"/>
              </a:lnSpc>
              <a:spcBef>
                <a:spcPts val="0"/>
              </a:spcBef>
              <a:spcAft>
                <a:spcPts val="0"/>
              </a:spcAft>
              <a:buClr>
                <a:schemeClr val="accent3"/>
              </a:buClr>
              <a:buSzPts val="1400"/>
              <a:buFont typeface="Urbanist Medium"/>
              <a:buChar char="○"/>
              <a:defRPr>
                <a:solidFill>
                  <a:schemeClr val="accent3"/>
                </a:solidFill>
                <a:latin typeface="Urbanist Medium"/>
                <a:ea typeface="Urbanist Medium"/>
                <a:cs typeface="Urbanist Medium"/>
                <a:sym typeface="Urbanist Medium"/>
              </a:defRPr>
            </a:lvl5pPr>
            <a:lvl6pPr indent="-317500" lvl="5" marL="2743200">
              <a:lnSpc>
                <a:spcPct val="100000"/>
              </a:lnSpc>
              <a:spcBef>
                <a:spcPts val="0"/>
              </a:spcBef>
              <a:spcAft>
                <a:spcPts val="0"/>
              </a:spcAft>
              <a:buClr>
                <a:schemeClr val="accent3"/>
              </a:buClr>
              <a:buSzPts val="1400"/>
              <a:buFont typeface="Urbanist Medium"/>
              <a:buChar char="■"/>
              <a:defRPr>
                <a:solidFill>
                  <a:schemeClr val="accent3"/>
                </a:solidFill>
                <a:latin typeface="Urbanist Medium"/>
                <a:ea typeface="Urbanist Medium"/>
                <a:cs typeface="Urbanist Medium"/>
                <a:sym typeface="Urbanist Medium"/>
              </a:defRPr>
            </a:lvl6pPr>
            <a:lvl7pPr indent="-317500" lvl="6" marL="3200400">
              <a:lnSpc>
                <a:spcPct val="100000"/>
              </a:lnSpc>
              <a:spcBef>
                <a:spcPts val="0"/>
              </a:spcBef>
              <a:spcAft>
                <a:spcPts val="0"/>
              </a:spcAft>
              <a:buClr>
                <a:schemeClr val="accent3"/>
              </a:buClr>
              <a:buSzPts val="1400"/>
              <a:buFont typeface="Urbanist Medium"/>
              <a:buChar char="●"/>
              <a:defRPr>
                <a:solidFill>
                  <a:schemeClr val="accent3"/>
                </a:solidFill>
                <a:latin typeface="Urbanist Medium"/>
                <a:ea typeface="Urbanist Medium"/>
                <a:cs typeface="Urbanist Medium"/>
                <a:sym typeface="Urbanist Medium"/>
              </a:defRPr>
            </a:lvl7pPr>
            <a:lvl8pPr indent="-317500" lvl="7" marL="3657600">
              <a:lnSpc>
                <a:spcPct val="100000"/>
              </a:lnSpc>
              <a:spcBef>
                <a:spcPts val="0"/>
              </a:spcBef>
              <a:spcAft>
                <a:spcPts val="0"/>
              </a:spcAft>
              <a:buClr>
                <a:schemeClr val="accent3"/>
              </a:buClr>
              <a:buSzPts val="1400"/>
              <a:buFont typeface="Urbanist Medium"/>
              <a:buChar char="○"/>
              <a:defRPr>
                <a:solidFill>
                  <a:schemeClr val="accent3"/>
                </a:solidFill>
                <a:latin typeface="Urbanist Medium"/>
                <a:ea typeface="Urbanist Medium"/>
                <a:cs typeface="Urbanist Medium"/>
                <a:sym typeface="Urbanist Medium"/>
              </a:defRPr>
            </a:lvl8pPr>
            <a:lvl9pPr indent="-317500" lvl="8" marL="4114800">
              <a:lnSpc>
                <a:spcPct val="100000"/>
              </a:lnSpc>
              <a:spcBef>
                <a:spcPts val="0"/>
              </a:spcBef>
              <a:spcAft>
                <a:spcPts val="0"/>
              </a:spcAft>
              <a:buClr>
                <a:schemeClr val="accent3"/>
              </a:buClr>
              <a:buSzPts val="1400"/>
              <a:buFont typeface="Urbanist Medium"/>
              <a:buChar char="■"/>
              <a:defRPr>
                <a:solidFill>
                  <a:schemeClr val="accent3"/>
                </a:solidFill>
                <a:latin typeface="Urbanist Medium"/>
                <a:ea typeface="Urbanist Medium"/>
                <a:cs typeface="Urbanist Medium"/>
                <a:sym typeface="Urbanist Medium"/>
              </a:defRPr>
            </a:lvl9pPr>
          </a:lstStyle>
          <a:p/>
        </p:txBody>
      </p:sp>
      <p:sp>
        <p:nvSpPr>
          <p:cNvPr id="202" name="Google Shape;202;p16"/>
          <p:cNvSpPr txBox="1"/>
          <p:nvPr>
            <p:ph idx="5" type="subTitle"/>
          </p:nvPr>
        </p:nvSpPr>
        <p:spPr>
          <a:xfrm>
            <a:off x="238800" y="2720113"/>
            <a:ext cx="2824500" cy="14583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2pPr>
            <a:lvl3pPr lvl="2">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3pPr>
            <a:lvl4pPr lvl="3">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4pPr>
            <a:lvl5pPr lvl="4">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5pPr>
            <a:lvl6pPr lvl="5">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6pPr>
            <a:lvl7pPr lvl="6">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7pPr>
            <a:lvl8pPr lvl="7">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8pPr>
            <a:lvl9pPr lvl="8">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9pPr>
          </a:lstStyle>
          <a:p/>
        </p:txBody>
      </p:sp>
      <p:sp>
        <p:nvSpPr>
          <p:cNvPr id="203" name="Google Shape;203;p16"/>
          <p:cNvSpPr txBox="1"/>
          <p:nvPr>
            <p:ph idx="6"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204" name="Google Shape;204;p16"/>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205" name="Google Shape;205;p16"/>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phics">
  <p:cSld name="CUSTOM_2">
    <p:spTree>
      <p:nvGrpSpPr>
        <p:cNvPr id="206" name="Shape 206"/>
        <p:cNvGrpSpPr/>
        <p:nvPr/>
      </p:nvGrpSpPr>
      <p:grpSpPr>
        <a:xfrm>
          <a:off x="0" y="0"/>
          <a:ext cx="0" cy="0"/>
          <a:chOff x="0" y="0"/>
          <a:chExt cx="0" cy="0"/>
        </a:xfrm>
      </p:grpSpPr>
      <p:pic>
        <p:nvPicPr>
          <p:cNvPr id="207" name="Google Shape;207;p17"/>
          <p:cNvPicPr preferRelativeResize="0"/>
          <p:nvPr/>
        </p:nvPicPr>
        <p:blipFill rotWithShape="1">
          <a:blip r:embed="rId2">
            <a:alphaModFix/>
          </a:blip>
          <a:srcRect b="-9999" l="0" r="0" t="0"/>
          <a:stretch/>
        </p:blipFill>
        <p:spPr>
          <a:xfrm>
            <a:off x="0" y="0"/>
            <a:ext cx="9144003" cy="5143501"/>
          </a:xfrm>
          <a:prstGeom prst="rect">
            <a:avLst/>
          </a:prstGeom>
          <a:noFill/>
          <a:ln>
            <a:noFill/>
          </a:ln>
        </p:spPr>
      </p:pic>
      <p:cxnSp>
        <p:nvCxnSpPr>
          <p:cNvPr id="208" name="Google Shape;208;p17"/>
          <p:cNvCxnSpPr/>
          <p:nvPr/>
        </p:nvCxnSpPr>
        <p:spPr>
          <a:xfrm>
            <a:off x="238800" y="4683300"/>
            <a:ext cx="8676900" cy="0"/>
          </a:xfrm>
          <a:prstGeom prst="straightConnector1">
            <a:avLst/>
          </a:prstGeom>
          <a:noFill/>
          <a:ln cap="flat" cmpd="sng" w="9525">
            <a:solidFill>
              <a:schemeClr val="accent1"/>
            </a:solidFill>
            <a:prstDash val="solid"/>
            <a:round/>
            <a:headEnd len="med" w="med" type="none"/>
            <a:tailEnd len="med" w="med" type="none"/>
          </a:ln>
        </p:spPr>
      </p:cxnSp>
      <p:sp>
        <p:nvSpPr>
          <p:cNvPr id="209" name="Google Shape;209;p17"/>
          <p:cNvSpPr/>
          <p:nvPr/>
        </p:nvSpPr>
        <p:spPr>
          <a:xfrm>
            <a:off x="228600" y="1395962"/>
            <a:ext cx="2101200" cy="3054000"/>
          </a:xfrm>
          <a:prstGeom prst="roundRect">
            <a:avLst>
              <a:gd fmla="val 9631" name="adj"/>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210" name="Google Shape;210;p17"/>
          <p:cNvSpPr/>
          <p:nvPr/>
        </p:nvSpPr>
        <p:spPr>
          <a:xfrm>
            <a:off x="2423700" y="1395962"/>
            <a:ext cx="3198600" cy="3054000"/>
          </a:xfrm>
          <a:prstGeom prst="roundRect">
            <a:avLst>
              <a:gd fmla="val 6747" name="adj"/>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211" name="Google Shape;211;p17"/>
          <p:cNvSpPr/>
          <p:nvPr/>
        </p:nvSpPr>
        <p:spPr>
          <a:xfrm>
            <a:off x="5716850" y="1395962"/>
            <a:ext cx="3198600" cy="1758300"/>
          </a:xfrm>
          <a:prstGeom prst="roundRect">
            <a:avLst>
              <a:gd fmla="val 9631" name="adj"/>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212" name="Google Shape;212;p17"/>
          <p:cNvSpPr/>
          <p:nvPr/>
        </p:nvSpPr>
        <p:spPr>
          <a:xfrm>
            <a:off x="5716200" y="3231390"/>
            <a:ext cx="3198600" cy="1217400"/>
          </a:xfrm>
          <a:prstGeom prst="roundRect">
            <a:avLst>
              <a:gd fmla="val 13607" name="adj"/>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213" name="Google Shape;213;p17"/>
          <p:cNvSpPr/>
          <p:nvPr>
            <p:ph idx="2" type="pic"/>
          </p:nvPr>
        </p:nvSpPr>
        <p:spPr>
          <a:xfrm>
            <a:off x="381950" y="993050"/>
            <a:ext cx="850500" cy="850500"/>
          </a:xfrm>
          <a:prstGeom prst="ellipse">
            <a:avLst/>
          </a:prstGeom>
          <a:noFill/>
          <a:ln cap="flat" cmpd="sng" w="9525">
            <a:solidFill>
              <a:schemeClr val="accent3"/>
            </a:solidFill>
            <a:prstDash val="solid"/>
            <a:round/>
            <a:headEnd len="sm" w="sm" type="none"/>
            <a:tailEnd len="sm" w="sm" type="none"/>
          </a:ln>
        </p:spPr>
      </p:sp>
      <p:sp>
        <p:nvSpPr>
          <p:cNvPr id="214" name="Google Shape;214;p17"/>
          <p:cNvSpPr txBox="1"/>
          <p:nvPr>
            <p:ph idx="1" type="subTitle"/>
          </p:nvPr>
        </p:nvSpPr>
        <p:spPr>
          <a:xfrm>
            <a:off x="381950" y="2062875"/>
            <a:ext cx="1786500" cy="2364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dk1"/>
              </a:buClr>
              <a:buSzPts val="1200"/>
              <a:buFont typeface="Urbanist"/>
              <a:buNone/>
              <a:defRPr b="1" sz="1200">
                <a:solidFill>
                  <a:schemeClr val="dk1"/>
                </a:solidFill>
              </a:defRPr>
            </a:lvl1pPr>
            <a:lvl2pPr lvl="1">
              <a:spcBef>
                <a:spcPts val="0"/>
              </a:spcBef>
              <a:spcAft>
                <a:spcPts val="0"/>
              </a:spcAft>
              <a:buClr>
                <a:schemeClr val="dk1"/>
              </a:buClr>
              <a:buSzPts val="1400"/>
              <a:buFont typeface="Urbanist"/>
              <a:buNone/>
              <a:defRPr>
                <a:solidFill>
                  <a:schemeClr val="dk1"/>
                </a:solidFill>
                <a:latin typeface="Urbanist"/>
                <a:ea typeface="Urbanist"/>
                <a:cs typeface="Urbanist"/>
                <a:sym typeface="Urbanist"/>
              </a:defRPr>
            </a:lvl2pPr>
            <a:lvl3pPr lvl="2">
              <a:spcBef>
                <a:spcPts val="0"/>
              </a:spcBef>
              <a:spcAft>
                <a:spcPts val="0"/>
              </a:spcAft>
              <a:buClr>
                <a:schemeClr val="dk1"/>
              </a:buClr>
              <a:buSzPts val="1400"/>
              <a:buFont typeface="Urbanist"/>
              <a:buNone/>
              <a:defRPr>
                <a:solidFill>
                  <a:schemeClr val="dk1"/>
                </a:solidFill>
                <a:latin typeface="Urbanist"/>
                <a:ea typeface="Urbanist"/>
                <a:cs typeface="Urbanist"/>
                <a:sym typeface="Urbanist"/>
              </a:defRPr>
            </a:lvl3pPr>
            <a:lvl4pPr lvl="3">
              <a:spcBef>
                <a:spcPts val="0"/>
              </a:spcBef>
              <a:spcAft>
                <a:spcPts val="0"/>
              </a:spcAft>
              <a:buClr>
                <a:schemeClr val="dk1"/>
              </a:buClr>
              <a:buSzPts val="1400"/>
              <a:buFont typeface="Urbanist"/>
              <a:buNone/>
              <a:defRPr>
                <a:solidFill>
                  <a:schemeClr val="dk1"/>
                </a:solidFill>
                <a:latin typeface="Urbanist"/>
                <a:ea typeface="Urbanist"/>
                <a:cs typeface="Urbanist"/>
                <a:sym typeface="Urbanist"/>
              </a:defRPr>
            </a:lvl4pPr>
            <a:lvl5pPr lvl="4">
              <a:spcBef>
                <a:spcPts val="0"/>
              </a:spcBef>
              <a:spcAft>
                <a:spcPts val="0"/>
              </a:spcAft>
              <a:buClr>
                <a:schemeClr val="dk1"/>
              </a:buClr>
              <a:buSzPts val="1400"/>
              <a:buFont typeface="Urbanist"/>
              <a:buNone/>
              <a:defRPr>
                <a:solidFill>
                  <a:schemeClr val="dk1"/>
                </a:solidFill>
                <a:latin typeface="Urbanist"/>
                <a:ea typeface="Urbanist"/>
                <a:cs typeface="Urbanist"/>
                <a:sym typeface="Urbanist"/>
              </a:defRPr>
            </a:lvl5pPr>
            <a:lvl6pPr lvl="5">
              <a:spcBef>
                <a:spcPts val="0"/>
              </a:spcBef>
              <a:spcAft>
                <a:spcPts val="0"/>
              </a:spcAft>
              <a:buClr>
                <a:schemeClr val="dk1"/>
              </a:buClr>
              <a:buSzPts val="1400"/>
              <a:buFont typeface="Urbanist"/>
              <a:buNone/>
              <a:defRPr>
                <a:solidFill>
                  <a:schemeClr val="dk1"/>
                </a:solidFill>
                <a:latin typeface="Urbanist"/>
                <a:ea typeface="Urbanist"/>
                <a:cs typeface="Urbanist"/>
                <a:sym typeface="Urbanist"/>
              </a:defRPr>
            </a:lvl6pPr>
            <a:lvl7pPr lvl="6">
              <a:spcBef>
                <a:spcPts val="0"/>
              </a:spcBef>
              <a:spcAft>
                <a:spcPts val="0"/>
              </a:spcAft>
              <a:buClr>
                <a:schemeClr val="dk1"/>
              </a:buClr>
              <a:buSzPts val="1400"/>
              <a:buFont typeface="Urbanist"/>
              <a:buNone/>
              <a:defRPr>
                <a:solidFill>
                  <a:schemeClr val="dk1"/>
                </a:solidFill>
                <a:latin typeface="Urbanist"/>
                <a:ea typeface="Urbanist"/>
                <a:cs typeface="Urbanist"/>
                <a:sym typeface="Urbanist"/>
              </a:defRPr>
            </a:lvl7pPr>
            <a:lvl8pPr lvl="7">
              <a:spcBef>
                <a:spcPts val="0"/>
              </a:spcBef>
              <a:spcAft>
                <a:spcPts val="0"/>
              </a:spcAft>
              <a:buClr>
                <a:schemeClr val="dk1"/>
              </a:buClr>
              <a:buSzPts val="1400"/>
              <a:buFont typeface="Urbanist"/>
              <a:buNone/>
              <a:defRPr>
                <a:solidFill>
                  <a:schemeClr val="dk1"/>
                </a:solidFill>
                <a:latin typeface="Urbanist"/>
                <a:ea typeface="Urbanist"/>
                <a:cs typeface="Urbanist"/>
                <a:sym typeface="Urbanist"/>
              </a:defRPr>
            </a:lvl8pPr>
            <a:lvl9pPr lvl="8">
              <a:spcBef>
                <a:spcPts val="0"/>
              </a:spcBef>
              <a:spcAft>
                <a:spcPts val="0"/>
              </a:spcAft>
              <a:buClr>
                <a:schemeClr val="dk1"/>
              </a:buClr>
              <a:buSzPts val="1400"/>
              <a:buFont typeface="Urbanist"/>
              <a:buNone/>
              <a:defRPr>
                <a:solidFill>
                  <a:schemeClr val="dk1"/>
                </a:solidFill>
                <a:latin typeface="Urbanist"/>
                <a:ea typeface="Urbanist"/>
                <a:cs typeface="Urbanist"/>
                <a:sym typeface="Urbanist"/>
              </a:defRPr>
            </a:lvl9pPr>
          </a:lstStyle>
          <a:p/>
        </p:txBody>
      </p:sp>
      <p:sp>
        <p:nvSpPr>
          <p:cNvPr id="215" name="Google Shape;215;p17"/>
          <p:cNvSpPr txBox="1"/>
          <p:nvPr>
            <p:ph idx="3" type="subTitle"/>
          </p:nvPr>
        </p:nvSpPr>
        <p:spPr>
          <a:xfrm>
            <a:off x="2580250" y="1528150"/>
            <a:ext cx="29115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lt1"/>
              </a:buClr>
              <a:buSzPts val="1000"/>
              <a:buFont typeface="Urbanist"/>
              <a:buNone/>
              <a:defRPr b="1" sz="1000"/>
            </a:lvl1pPr>
            <a:lvl2pPr lvl="1">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9pPr>
          </a:lstStyle>
          <a:p/>
        </p:txBody>
      </p:sp>
      <p:sp>
        <p:nvSpPr>
          <p:cNvPr id="216" name="Google Shape;216;p17"/>
          <p:cNvSpPr txBox="1"/>
          <p:nvPr>
            <p:ph idx="4" type="body"/>
          </p:nvPr>
        </p:nvSpPr>
        <p:spPr>
          <a:xfrm>
            <a:off x="2580250" y="1791652"/>
            <a:ext cx="2911500" cy="610500"/>
          </a:xfrm>
          <a:prstGeom prst="rect">
            <a:avLst/>
          </a:prstGeom>
          <a:noFill/>
          <a:ln>
            <a:noFill/>
          </a:ln>
        </p:spPr>
        <p:txBody>
          <a:bodyPr anchorCtr="0" anchor="ctr" bIns="0" lIns="0" spcFirstLastPara="1" rIns="0" wrap="square" tIns="0">
            <a:noAutofit/>
          </a:bodyPr>
          <a:lstStyle>
            <a:lvl1pPr indent="-292100" lvl="0" marL="457200">
              <a:lnSpc>
                <a:spcPct val="100000"/>
              </a:lnSpc>
              <a:spcBef>
                <a:spcPts val="0"/>
              </a:spcBef>
              <a:spcAft>
                <a:spcPts val="0"/>
              </a:spcAft>
              <a:buSzPts val="1000"/>
              <a:buChar char="●"/>
              <a:defRPr sz="1000"/>
            </a:lvl1pPr>
            <a:lvl2pPr indent="-292100" lvl="1" marL="914400">
              <a:lnSpc>
                <a:spcPct val="100000"/>
              </a:lnSpc>
              <a:spcBef>
                <a:spcPts val="0"/>
              </a:spcBef>
              <a:spcAft>
                <a:spcPts val="0"/>
              </a:spcAft>
              <a:buSzPts val="1000"/>
              <a:buChar char="○"/>
              <a:defRPr sz="1000"/>
            </a:lvl2pPr>
            <a:lvl3pPr indent="-292100" lvl="2" marL="1371600">
              <a:lnSpc>
                <a:spcPct val="100000"/>
              </a:lnSpc>
              <a:spcBef>
                <a:spcPts val="0"/>
              </a:spcBef>
              <a:spcAft>
                <a:spcPts val="0"/>
              </a:spcAft>
              <a:buSzPts val="1000"/>
              <a:buChar char="■"/>
              <a:defRPr sz="1000"/>
            </a:lvl3pPr>
            <a:lvl4pPr indent="-292100" lvl="3" marL="1828800">
              <a:lnSpc>
                <a:spcPct val="100000"/>
              </a:lnSpc>
              <a:spcBef>
                <a:spcPts val="0"/>
              </a:spcBef>
              <a:spcAft>
                <a:spcPts val="0"/>
              </a:spcAft>
              <a:buSzPts val="1000"/>
              <a:buChar char="●"/>
              <a:defRPr sz="1000"/>
            </a:lvl4pPr>
            <a:lvl5pPr indent="-292100" lvl="4" marL="2286000">
              <a:lnSpc>
                <a:spcPct val="100000"/>
              </a:lnSpc>
              <a:spcBef>
                <a:spcPts val="0"/>
              </a:spcBef>
              <a:spcAft>
                <a:spcPts val="0"/>
              </a:spcAft>
              <a:buSzPts val="1000"/>
              <a:buChar char="○"/>
              <a:defRPr sz="1000"/>
            </a:lvl5pPr>
            <a:lvl6pPr indent="-292100" lvl="5" marL="2743200">
              <a:lnSpc>
                <a:spcPct val="100000"/>
              </a:lnSpc>
              <a:spcBef>
                <a:spcPts val="0"/>
              </a:spcBef>
              <a:spcAft>
                <a:spcPts val="0"/>
              </a:spcAft>
              <a:buSzPts val="1000"/>
              <a:buChar char="■"/>
              <a:defRPr sz="1000"/>
            </a:lvl6pPr>
            <a:lvl7pPr indent="-292100" lvl="6" marL="3200400">
              <a:lnSpc>
                <a:spcPct val="100000"/>
              </a:lnSpc>
              <a:spcBef>
                <a:spcPts val="0"/>
              </a:spcBef>
              <a:spcAft>
                <a:spcPts val="0"/>
              </a:spcAft>
              <a:buSzPts val="1000"/>
              <a:buChar char="●"/>
              <a:defRPr sz="1000"/>
            </a:lvl7pPr>
            <a:lvl8pPr indent="-292100" lvl="7" marL="3657600">
              <a:lnSpc>
                <a:spcPct val="100000"/>
              </a:lnSpc>
              <a:spcBef>
                <a:spcPts val="0"/>
              </a:spcBef>
              <a:spcAft>
                <a:spcPts val="0"/>
              </a:spcAft>
              <a:buSzPts val="1000"/>
              <a:buChar char="○"/>
              <a:defRPr sz="1000"/>
            </a:lvl8pPr>
            <a:lvl9pPr indent="-292100" lvl="8" marL="4114800">
              <a:lnSpc>
                <a:spcPct val="100000"/>
              </a:lnSpc>
              <a:spcBef>
                <a:spcPts val="0"/>
              </a:spcBef>
              <a:spcAft>
                <a:spcPts val="0"/>
              </a:spcAft>
              <a:buSzPts val="1000"/>
              <a:buChar char="■"/>
              <a:defRPr sz="1000"/>
            </a:lvl9pPr>
          </a:lstStyle>
          <a:p/>
        </p:txBody>
      </p:sp>
      <p:cxnSp>
        <p:nvCxnSpPr>
          <p:cNvPr id="217" name="Google Shape;217;p17"/>
          <p:cNvCxnSpPr/>
          <p:nvPr/>
        </p:nvCxnSpPr>
        <p:spPr>
          <a:xfrm>
            <a:off x="2423700" y="2531312"/>
            <a:ext cx="3194400" cy="0"/>
          </a:xfrm>
          <a:prstGeom prst="straightConnector1">
            <a:avLst/>
          </a:prstGeom>
          <a:noFill/>
          <a:ln cap="flat" cmpd="sng" w="9525">
            <a:solidFill>
              <a:schemeClr val="dk1"/>
            </a:solidFill>
            <a:prstDash val="solid"/>
            <a:round/>
            <a:headEnd len="med" w="med" type="none"/>
            <a:tailEnd len="med" w="med" type="none"/>
          </a:ln>
        </p:spPr>
      </p:cxnSp>
      <p:cxnSp>
        <p:nvCxnSpPr>
          <p:cNvPr id="218" name="Google Shape;218;p17"/>
          <p:cNvCxnSpPr/>
          <p:nvPr/>
        </p:nvCxnSpPr>
        <p:spPr>
          <a:xfrm>
            <a:off x="2423700" y="3583537"/>
            <a:ext cx="3194400" cy="0"/>
          </a:xfrm>
          <a:prstGeom prst="straightConnector1">
            <a:avLst/>
          </a:prstGeom>
          <a:noFill/>
          <a:ln cap="flat" cmpd="sng" w="9525">
            <a:solidFill>
              <a:schemeClr val="dk1"/>
            </a:solidFill>
            <a:prstDash val="solid"/>
            <a:round/>
            <a:headEnd len="med" w="med" type="none"/>
            <a:tailEnd len="med" w="med" type="none"/>
          </a:ln>
        </p:spPr>
      </p:cxnSp>
      <p:sp>
        <p:nvSpPr>
          <p:cNvPr id="219" name="Google Shape;219;p17"/>
          <p:cNvSpPr txBox="1"/>
          <p:nvPr>
            <p:ph idx="5" type="subTitle"/>
          </p:nvPr>
        </p:nvSpPr>
        <p:spPr>
          <a:xfrm>
            <a:off x="2580250" y="2660457"/>
            <a:ext cx="29115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lt1"/>
              </a:buClr>
              <a:buSzPts val="1000"/>
              <a:buFont typeface="Urbanist"/>
              <a:buNone/>
              <a:defRPr b="1" sz="1000"/>
            </a:lvl1pPr>
            <a:lvl2pPr lvl="1">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9pPr>
          </a:lstStyle>
          <a:p/>
        </p:txBody>
      </p:sp>
      <p:sp>
        <p:nvSpPr>
          <p:cNvPr id="220" name="Google Shape;220;p17"/>
          <p:cNvSpPr txBox="1"/>
          <p:nvPr>
            <p:ph idx="6" type="body"/>
          </p:nvPr>
        </p:nvSpPr>
        <p:spPr>
          <a:xfrm>
            <a:off x="2580250" y="2931046"/>
            <a:ext cx="2911500" cy="610500"/>
          </a:xfrm>
          <a:prstGeom prst="rect">
            <a:avLst/>
          </a:prstGeom>
          <a:noFill/>
          <a:ln>
            <a:noFill/>
          </a:ln>
        </p:spPr>
        <p:txBody>
          <a:bodyPr anchorCtr="0" anchor="ctr" bIns="0" lIns="0" spcFirstLastPara="1" rIns="0" wrap="square" tIns="0">
            <a:noAutofit/>
          </a:bodyPr>
          <a:lstStyle>
            <a:lvl1pPr indent="-292100" lvl="0" marL="457200">
              <a:spcBef>
                <a:spcPts val="0"/>
              </a:spcBef>
              <a:spcAft>
                <a:spcPts val="0"/>
              </a:spcAft>
              <a:buClr>
                <a:schemeClr val="lt1"/>
              </a:buClr>
              <a:buSzPts val="1000"/>
              <a:buFont typeface="Urbanist"/>
              <a:buChar char="●"/>
              <a:defRPr sz="1000"/>
            </a:lvl1pPr>
            <a:lvl2pPr indent="-292100" lvl="1" marL="914400">
              <a:spcBef>
                <a:spcPts val="0"/>
              </a:spcBef>
              <a:spcAft>
                <a:spcPts val="0"/>
              </a:spcAft>
              <a:buClr>
                <a:schemeClr val="lt1"/>
              </a:buClr>
              <a:buSzPts val="1000"/>
              <a:buFont typeface="Urbanist"/>
              <a:buChar char="○"/>
              <a:defRPr sz="1000"/>
            </a:lvl2pPr>
            <a:lvl3pPr indent="-292100" lvl="2" marL="1371600">
              <a:spcBef>
                <a:spcPts val="0"/>
              </a:spcBef>
              <a:spcAft>
                <a:spcPts val="0"/>
              </a:spcAft>
              <a:buClr>
                <a:schemeClr val="lt1"/>
              </a:buClr>
              <a:buSzPts val="1000"/>
              <a:buFont typeface="Urbanist"/>
              <a:buChar char="■"/>
              <a:defRPr sz="1000"/>
            </a:lvl3pPr>
            <a:lvl4pPr indent="-292100" lvl="3" marL="1828800">
              <a:spcBef>
                <a:spcPts val="0"/>
              </a:spcBef>
              <a:spcAft>
                <a:spcPts val="0"/>
              </a:spcAft>
              <a:buClr>
                <a:schemeClr val="lt1"/>
              </a:buClr>
              <a:buSzPts val="1000"/>
              <a:buFont typeface="Urbanist"/>
              <a:buChar char="●"/>
              <a:defRPr sz="1000"/>
            </a:lvl4pPr>
            <a:lvl5pPr indent="-292100" lvl="4" marL="2286000">
              <a:spcBef>
                <a:spcPts val="0"/>
              </a:spcBef>
              <a:spcAft>
                <a:spcPts val="0"/>
              </a:spcAft>
              <a:buClr>
                <a:schemeClr val="lt1"/>
              </a:buClr>
              <a:buSzPts val="1000"/>
              <a:buFont typeface="Urbanist"/>
              <a:buChar char="○"/>
              <a:defRPr sz="1000"/>
            </a:lvl5pPr>
            <a:lvl6pPr indent="-292100" lvl="5" marL="2743200">
              <a:spcBef>
                <a:spcPts val="0"/>
              </a:spcBef>
              <a:spcAft>
                <a:spcPts val="0"/>
              </a:spcAft>
              <a:buClr>
                <a:schemeClr val="lt1"/>
              </a:buClr>
              <a:buSzPts val="1000"/>
              <a:buFont typeface="Urbanist"/>
              <a:buChar char="■"/>
              <a:defRPr sz="1000"/>
            </a:lvl6pPr>
            <a:lvl7pPr indent="-292100" lvl="6" marL="3200400">
              <a:spcBef>
                <a:spcPts val="0"/>
              </a:spcBef>
              <a:spcAft>
                <a:spcPts val="0"/>
              </a:spcAft>
              <a:buClr>
                <a:schemeClr val="lt1"/>
              </a:buClr>
              <a:buSzPts val="1000"/>
              <a:buFont typeface="Urbanist"/>
              <a:buChar char="●"/>
              <a:defRPr sz="1000"/>
            </a:lvl7pPr>
            <a:lvl8pPr indent="-292100" lvl="7" marL="3657600">
              <a:spcBef>
                <a:spcPts val="0"/>
              </a:spcBef>
              <a:spcAft>
                <a:spcPts val="0"/>
              </a:spcAft>
              <a:buClr>
                <a:schemeClr val="lt1"/>
              </a:buClr>
              <a:buSzPts val="1000"/>
              <a:buFont typeface="Urbanist"/>
              <a:buChar char="○"/>
              <a:defRPr sz="1000"/>
            </a:lvl8pPr>
            <a:lvl9pPr indent="-292100" lvl="8" marL="4114800">
              <a:spcBef>
                <a:spcPts val="0"/>
              </a:spcBef>
              <a:spcAft>
                <a:spcPts val="0"/>
              </a:spcAft>
              <a:buClr>
                <a:schemeClr val="lt1"/>
              </a:buClr>
              <a:buSzPts val="1000"/>
              <a:buFont typeface="Urbanist"/>
              <a:buChar char="■"/>
              <a:defRPr sz="1000"/>
            </a:lvl9pPr>
          </a:lstStyle>
          <a:p/>
        </p:txBody>
      </p:sp>
      <p:sp>
        <p:nvSpPr>
          <p:cNvPr id="221" name="Google Shape;221;p17"/>
          <p:cNvSpPr/>
          <p:nvPr/>
        </p:nvSpPr>
        <p:spPr>
          <a:xfrm flipH="1">
            <a:off x="2600988" y="3992942"/>
            <a:ext cx="681000" cy="273600"/>
          </a:xfrm>
          <a:prstGeom prst="roundRect">
            <a:avLst>
              <a:gd fmla="val 50000" name="adj"/>
            </a:avLst>
          </a:prstGeom>
          <a:solidFill>
            <a:schemeClr val="accent3"/>
          </a:solidFill>
          <a:ln>
            <a:noFill/>
          </a:ln>
        </p:spPr>
        <p:txBody>
          <a:bodyPr anchorCtr="0" anchor="ctr" bIns="91425" lIns="91425" spcFirstLastPara="1" rIns="91425" wrap="square" tIns="91425">
            <a:noAutofit/>
          </a:bodyPr>
          <a:lstStyle/>
          <a:p>
            <a:pPr indent="0" lvl="0" marL="0" rtl="0" algn="ctr">
              <a:spcBef>
                <a:spcPts val="0"/>
              </a:spcBef>
              <a:spcAft>
                <a:spcPts val="0"/>
              </a:spcAft>
              <a:buClr>
                <a:schemeClr val="dk1"/>
              </a:buClr>
              <a:buSzPts val="1100"/>
              <a:buNone/>
            </a:pPr>
            <a:r>
              <a:t/>
            </a:r>
            <a:endParaRPr b="1" sz="800">
              <a:solidFill>
                <a:schemeClr val="dk1"/>
              </a:solidFill>
              <a:latin typeface="Urbanist"/>
              <a:ea typeface="Urbanist"/>
              <a:cs typeface="Urbanist"/>
              <a:sym typeface="Urbanist"/>
            </a:endParaRPr>
          </a:p>
        </p:txBody>
      </p:sp>
      <p:sp>
        <p:nvSpPr>
          <p:cNvPr id="222" name="Google Shape;222;p17"/>
          <p:cNvSpPr/>
          <p:nvPr/>
        </p:nvSpPr>
        <p:spPr>
          <a:xfrm flipH="1">
            <a:off x="3654625" y="3992942"/>
            <a:ext cx="681000" cy="273600"/>
          </a:xfrm>
          <a:prstGeom prst="roundRect">
            <a:avLst>
              <a:gd fmla="val 50000" name="adj"/>
            </a:avLst>
          </a:prstGeom>
          <a:solidFill>
            <a:schemeClr val="accent3"/>
          </a:solidFill>
          <a:ln>
            <a:noFill/>
          </a:ln>
        </p:spPr>
        <p:txBody>
          <a:bodyPr anchorCtr="0" anchor="ctr" bIns="91425" lIns="91425" spcFirstLastPara="1" rIns="91425" wrap="square" tIns="91425">
            <a:noAutofit/>
          </a:bodyPr>
          <a:lstStyle/>
          <a:p>
            <a:pPr indent="0" lvl="0" marL="0" rtl="0" algn="ctr">
              <a:spcBef>
                <a:spcPts val="0"/>
              </a:spcBef>
              <a:spcAft>
                <a:spcPts val="0"/>
              </a:spcAft>
              <a:buClr>
                <a:schemeClr val="dk1"/>
              </a:buClr>
              <a:buSzPts val="1100"/>
              <a:buNone/>
            </a:pPr>
            <a:r>
              <a:t/>
            </a:r>
            <a:endParaRPr b="1" sz="800">
              <a:solidFill>
                <a:schemeClr val="dk1"/>
              </a:solidFill>
              <a:latin typeface="Urbanist"/>
              <a:ea typeface="Urbanist"/>
              <a:cs typeface="Urbanist"/>
              <a:sym typeface="Urbanist"/>
            </a:endParaRPr>
          </a:p>
        </p:txBody>
      </p:sp>
      <p:sp>
        <p:nvSpPr>
          <p:cNvPr id="223" name="Google Shape;223;p17"/>
          <p:cNvSpPr/>
          <p:nvPr/>
        </p:nvSpPr>
        <p:spPr>
          <a:xfrm flipH="1">
            <a:off x="4602650" y="3992942"/>
            <a:ext cx="681000" cy="273600"/>
          </a:xfrm>
          <a:prstGeom prst="roundRect">
            <a:avLst>
              <a:gd fmla="val 50000" name="adj"/>
            </a:avLst>
          </a:prstGeom>
          <a:solidFill>
            <a:schemeClr val="accent3"/>
          </a:solidFill>
          <a:ln>
            <a:noFill/>
          </a:ln>
        </p:spPr>
        <p:txBody>
          <a:bodyPr anchorCtr="0" anchor="ctr" bIns="91425" lIns="91425" spcFirstLastPara="1" rIns="91425" wrap="square" tIns="91425">
            <a:noAutofit/>
          </a:bodyPr>
          <a:lstStyle/>
          <a:p>
            <a:pPr indent="0" lvl="0" marL="0" rtl="0" algn="ctr">
              <a:spcBef>
                <a:spcPts val="0"/>
              </a:spcBef>
              <a:spcAft>
                <a:spcPts val="0"/>
              </a:spcAft>
              <a:buClr>
                <a:schemeClr val="dk1"/>
              </a:buClr>
              <a:buSzPts val="1100"/>
              <a:buNone/>
            </a:pPr>
            <a:r>
              <a:t/>
            </a:r>
            <a:endParaRPr b="1" sz="800">
              <a:solidFill>
                <a:schemeClr val="dk1"/>
              </a:solidFill>
              <a:latin typeface="Urbanist"/>
              <a:ea typeface="Urbanist"/>
              <a:cs typeface="Urbanist"/>
              <a:sym typeface="Urbanist"/>
            </a:endParaRPr>
          </a:p>
        </p:txBody>
      </p:sp>
      <p:sp>
        <p:nvSpPr>
          <p:cNvPr id="224" name="Google Shape;224;p17"/>
          <p:cNvSpPr txBox="1"/>
          <p:nvPr>
            <p:ph idx="7" type="subTitle"/>
          </p:nvPr>
        </p:nvSpPr>
        <p:spPr>
          <a:xfrm>
            <a:off x="2567250" y="3671882"/>
            <a:ext cx="29115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lt1"/>
              </a:buClr>
              <a:buSzPts val="1000"/>
              <a:buFont typeface="Urbanist"/>
              <a:buNone/>
              <a:defRPr b="1" sz="1000"/>
            </a:lvl1pPr>
            <a:lvl2pPr lvl="1">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9pPr>
          </a:lstStyle>
          <a:p/>
        </p:txBody>
      </p:sp>
      <p:sp>
        <p:nvSpPr>
          <p:cNvPr id="225" name="Google Shape;225;p17"/>
          <p:cNvSpPr txBox="1"/>
          <p:nvPr>
            <p:ph idx="8" type="subTitle"/>
          </p:nvPr>
        </p:nvSpPr>
        <p:spPr>
          <a:xfrm>
            <a:off x="5877425" y="1528157"/>
            <a:ext cx="29115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lt1"/>
              </a:buClr>
              <a:buSzPts val="1000"/>
              <a:buFont typeface="Urbanist"/>
              <a:buNone/>
              <a:defRPr b="1" sz="1000"/>
            </a:lvl1pPr>
            <a:lvl2pPr lvl="1">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2pPr>
            <a:lvl3pPr lvl="2">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3pPr>
            <a:lvl4pPr lvl="3">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4pPr>
            <a:lvl5pPr lvl="4">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5pPr>
            <a:lvl6pPr lvl="5">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6pPr>
            <a:lvl7pPr lvl="6">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7pPr>
            <a:lvl8pPr lvl="7">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8pPr>
            <a:lvl9pPr lvl="8">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9pPr>
          </a:lstStyle>
          <a:p/>
        </p:txBody>
      </p:sp>
      <p:sp>
        <p:nvSpPr>
          <p:cNvPr id="226" name="Google Shape;226;p17"/>
          <p:cNvSpPr txBox="1"/>
          <p:nvPr>
            <p:ph idx="9" type="subTitle"/>
          </p:nvPr>
        </p:nvSpPr>
        <p:spPr>
          <a:xfrm>
            <a:off x="5877425" y="1781107"/>
            <a:ext cx="29115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accent3"/>
              </a:buClr>
              <a:buSzPts val="800"/>
              <a:buFont typeface="Urbanist"/>
              <a:buNone/>
              <a:defRPr b="1" sz="800">
                <a:solidFill>
                  <a:schemeClr val="accent3"/>
                </a:solidFill>
              </a:defRPr>
            </a:lvl1pPr>
            <a:lvl2pPr lvl="1">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2pPr>
            <a:lvl3pPr lvl="2">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3pPr>
            <a:lvl4pPr lvl="3">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4pPr>
            <a:lvl5pPr lvl="4">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5pPr>
            <a:lvl6pPr lvl="5">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6pPr>
            <a:lvl7pPr lvl="6">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7pPr>
            <a:lvl8pPr lvl="7">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8pPr>
            <a:lvl9pPr lvl="8">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9pPr>
          </a:lstStyle>
          <a:p/>
        </p:txBody>
      </p:sp>
      <p:sp>
        <p:nvSpPr>
          <p:cNvPr id="227" name="Google Shape;227;p17"/>
          <p:cNvSpPr txBox="1"/>
          <p:nvPr>
            <p:ph idx="13" type="subTitle"/>
          </p:nvPr>
        </p:nvSpPr>
        <p:spPr>
          <a:xfrm>
            <a:off x="5877425" y="2219182"/>
            <a:ext cx="29115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accent3"/>
              </a:buClr>
              <a:buSzPts val="800"/>
              <a:buFont typeface="Urbanist"/>
              <a:buNone/>
              <a:defRPr b="1" sz="800">
                <a:solidFill>
                  <a:schemeClr val="accent3"/>
                </a:solidFill>
              </a:defRPr>
            </a:lvl1pPr>
            <a:lvl2pPr lvl="1">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2pPr>
            <a:lvl3pPr lvl="2">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3pPr>
            <a:lvl4pPr lvl="3">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4pPr>
            <a:lvl5pPr lvl="4">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5pPr>
            <a:lvl6pPr lvl="5">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6pPr>
            <a:lvl7pPr lvl="6">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7pPr>
            <a:lvl8pPr lvl="7">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8pPr>
            <a:lvl9pPr lvl="8">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9pPr>
          </a:lstStyle>
          <a:p/>
        </p:txBody>
      </p:sp>
      <p:sp>
        <p:nvSpPr>
          <p:cNvPr id="228" name="Google Shape;228;p17"/>
          <p:cNvSpPr txBox="1"/>
          <p:nvPr>
            <p:ph idx="14" type="subTitle"/>
          </p:nvPr>
        </p:nvSpPr>
        <p:spPr>
          <a:xfrm>
            <a:off x="5877425" y="2657257"/>
            <a:ext cx="29115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accent3"/>
              </a:buClr>
              <a:buSzPts val="800"/>
              <a:buFont typeface="Urbanist"/>
              <a:buNone/>
              <a:defRPr b="1" sz="800">
                <a:solidFill>
                  <a:schemeClr val="accent3"/>
                </a:solidFill>
              </a:defRPr>
            </a:lvl1pPr>
            <a:lvl2pPr lvl="1">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2pPr>
            <a:lvl3pPr lvl="2">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3pPr>
            <a:lvl4pPr lvl="3">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4pPr>
            <a:lvl5pPr lvl="4">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5pPr>
            <a:lvl6pPr lvl="5">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6pPr>
            <a:lvl7pPr lvl="6">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7pPr>
            <a:lvl8pPr lvl="7">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8pPr>
            <a:lvl9pPr lvl="8">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9pPr>
          </a:lstStyle>
          <a:p/>
        </p:txBody>
      </p:sp>
      <p:sp>
        <p:nvSpPr>
          <p:cNvPr id="229" name="Google Shape;229;p17"/>
          <p:cNvSpPr txBox="1"/>
          <p:nvPr>
            <p:ph idx="15" type="subTitle"/>
          </p:nvPr>
        </p:nvSpPr>
        <p:spPr>
          <a:xfrm>
            <a:off x="5877425" y="3354932"/>
            <a:ext cx="29115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lt1"/>
              </a:buClr>
              <a:buSzPts val="1000"/>
              <a:buFont typeface="Urbanist"/>
              <a:buNone/>
              <a:defRPr b="1" sz="1000"/>
            </a:lvl1pPr>
            <a:lvl2pPr lvl="1">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2pPr>
            <a:lvl3pPr lvl="2">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3pPr>
            <a:lvl4pPr lvl="3">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4pPr>
            <a:lvl5pPr lvl="4">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5pPr>
            <a:lvl6pPr lvl="5">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6pPr>
            <a:lvl7pPr lvl="6">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7pPr>
            <a:lvl8pPr lvl="7">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8pPr>
            <a:lvl9pPr lvl="8">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9pPr>
          </a:lstStyle>
          <a:p/>
        </p:txBody>
      </p:sp>
      <p:sp>
        <p:nvSpPr>
          <p:cNvPr id="230" name="Google Shape;230;p17"/>
          <p:cNvSpPr txBox="1"/>
          <p:nvPr>
            <p:ph idx="16" type="subTitle"/>
          </p:nvPr>
        </p:nvSpPr>
        <p:spPr>
          <a:xfrm>
            <a:off x="228600" y="228600"/>
            <a:ext cx="29208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9pPr>
          </a:lstStyle>
          <a:p/>
        </p:txBody>
      </p:sp>
      <p:sp>
        <p:nvSpPr>
          <p:cNvPr id="231" name="Google Shape;231;p17"/>
          <p:cNvSpPr txBox="1"/>
          <p:nvPr>
            <p:ph idx="17"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232" name="Google Shape;232;p17"/>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233" name="Google Shape;233;p17"/>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ilestones">
  <p:cSld name="CUSTOM_4">
    <p:spTree>
      <p:nvGrpSpPr>
        <p:cNvPr id="234" name="Shape 234"/>
        <p:cNvGrpSpPr/>
        <p:nvPr/>
      </p:nvGrpSpPr>
      <p:grpSpPr>
        <a:xfrm>
          <a:off x="0" y="0"/>
          <a:ext cx="0" cy="0"/>
          <a:chOff x="0" y="0"/>
          <a:chExt cx="0" cy="0"/>
        </a:xfrm>
      </p:grpSpPr>
      <p:pic>
        <p:nvPicPr>
          <p:cNvPr id="235" name="Google Shape;235;p18"/>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236" name="Google Shape;236;p18"/>
          <p:cNvSpPr txBox="1"/>
          <p:nvPr>
            <p:ph idx="1" type="subTitle"/>
          </p:nvPr>
        </p:nvSpPr>
        <p:spPr>
          <a:xfrm>
            <a:off x="3829950" y="2667925"/>
            <a:ext cx="1339800" cy="1443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1200"/>
              <a:buFont typeface="Urbanist SemiBold"/>
              <a:buNone/>
              <a:defRPr sz="1200">
                <a:latin typeface="Urbanist SemiBold"/>
                <a:ea typeface="Urbanist SemiBold"/>
                <a:cs typeface="Urbanist SemiBold"/>
                <a:sym typeface="Urbanist SemiBold"/>
              </a:defRPr>
            </a:lvl1pPr>
            <a:lvl2pPr lvl="1">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9pPr>
          </a:lstStyle>
          <a:p/>
        </p:txBody>
      </p:sp>
      <p:sp>
        <p:nvSpPr>
          <p:cNvPr id="237" name="Google Shape;237;p18"/>
          <p:cNvSpPr txBox="1"/>
          <p:nvPr>
            <p:ph idx="2" type="subTitle"/>
          </p:nvPr>
        </p:nvSpPr>
        <p:spPr>
          <a:xfrm>
            <a:off x="2077400" y="4218350"/>
            <a:ext cx="1377600" cy="144300"/>
          </a:xfrm>
          <a:prstGeom prst="rect">
            <a:avLst/>
          </a:prstGeom>
          <a:noFill/>
          <a:ln>
            <a:noFill/>
          </a:ln>
        </p:spPr>
        <p:txBody>
          <a:bodyPr anchorCtr="0" anchor="ctr" bIns="91425" lIns="91425" spcFirstLastPara="1" rIns="91425" wrap="square" tIns="91425">
            <a:noAutofit/>
          </a:bodyPr>
          <a:lstStyle>
            <a:lvl1pPr lvl="0" algn="ctr">
              <a:spcBef>
                <a:spcPts val="0"/>
              </a:spcBef>
              <a:spcAft>
                <a:spcPts val="0"/>
              </a:spcAft>
              <a:buClr>
                <a:schemeClr val="accent3"/>
              </a:buClr>
              <a:buSzPts val="1000"/>
              <a:buFont typeface="Urbanist"/>
              <a:buNone/>
              <a:defRPr sz="1000">
                <a:solidFill>
                  <a:schemeClr val="accent3"/>
                </a:solidFill>
              </a:defRPr>
            </a:lvl1pPr>
            <a:lvl2pPr lvl="1"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2pPr>
            <a:lvl3pPr lvl="2"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3pPr>
            <a:lvl4pPr lvl="3"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4pPr>
            <a:lvl5pPr lvl="4"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5pPr>
            <a:lvl6pPr lvl="5"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6pPr>
            <a:lvl7pPr lvl="6"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7pPr>
            <a:lvl8pPr lvl="7"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8pPr>
            <a:lvl9pPr lvl="8"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9pPr>
          </a:lstStyle>
          <a:p/>
        </p:txBody>
      </p:sp>
      <p:sp>
        <p:nvSpPr>
          <p:cNvPr id="238" name="Google Shape;238;p18"/>
          <p:cNvSpPr txBox="1"/>
          <p:nvPr>
            <p:ph type="title"/>
          </p:nvPr>
        </p:nvSpPr>
        <p:spPr>
          <a:xfrm>
            <a:off x="228600" y="613525"/>
            <a:ext cx="6841500" cy="753000"/>
          </a:xfrm>
          <a:prstGeom prst="rect">
            <a:avLst/>
          </a:prstGeom>
          <a:noFill/>
          <a:ln>
            <a:noFill/>
          </a:ln>
        </p:spPr>
        <p:txBody>
          <a:bodyPr anchorCtr="0" anchor="ctr" bIns="91425" lIns="0" spcFirstLastPara="1" rIns="91425" wrap="square" tIns="0">
            <a:spAutoFit/>
          </a:bodyPr>
          <a:lstStyle>
            <a:lvl1pPr lvl="0">
              <a:lnSpc>
                <a:spcPct val="85000"/>
              </a:lnSpc>
              <a:spcBef>
                <a:spcPts val="0"/>
              </a:spcBef>
              <a:spcAft>
                <a:spcPts val="0"/>
              </a:spcAft>
              <a:buNone/>
              <a:defRPr sz="3400">
                <a:solidFill>
                  <a:schemeClr val="dk2"/>
                </a:solidFill>
              </a:defRPr>
            </a:lvl1pPr>
            <a:lvl2pPr lvl="1">
              <a:lnSpc>
                <a:spcPct val="85000"/>
              </a:lnSpc>
              <a:spcBef>
                <a:spcPts val="0"/>
              </a:spcBef>
              <a:spcAft>
                <a:spcPts val="0"/>
              </a:spcAft>
              <a:buNone/>
              <a:defRPr sz="3600">
                <a:solidFill>
                  <a:schemeClr val="dk2"/>
                </a:solidFill>
              </a:defRPr>
            </a:lvl2pPr>
            <a:lvl3pPr lvl="2">
              <a:lnSpc>
                <a:spcPct val="85000"/>
              </a:lnSpc>
              <a:spcBef>
                <a:spcPts val="0"/>
              </a:spcBef>
              <a:spcAft>
                <a:spcPts val="0"/>
              </a:spcAft>
              <a:buNone/>
              <a:defRPr sz="3600">
                <a:solidFill>
                  <a:schemeClr val="dk2"/>
                </a:solidFill>
              </a:defRPr>
            </a:lvl3pPr>
            <a:lvl4pPr lvl="3">
              <a:lnSpc>
                <a:spcPct val="85000"/>
              </a:lnSpc>
              <a:spcBef>
                <a:spcPts val="0"/>
              </a:spcBef>
              <a:spcAft>
                <a:spcPts val="0"/>
              </a:spcAft>
              <a:buNone/>
              <a:defRPr sz="3600">
                <a:solidFill>
                  <a:schemeClr val="dk2"/>
                </a:solidFill>
              </a:defRPr>
            </a:lvl4pPr>
            <a:lvl5pPr lvl="4">
              <a:lnSpc>
                <a:spcPct val="85000"/>
              </a:lnSpc>
              <a:spcBef>
                <a:spcPts val="0"/>
              </a:spcBef>
              <a:spcAft>
                <a:spcPts val="0"/>
              </a:spcAft>
              <a:buNone/>
              <a:defRPr sz="3600">
                <a:solidFill>
                  <a:schemeClr val="dk2"/>
                </a:solidFill>
              </a:defRPr>
            </a:lvl5pPr>
            <a:lvl6pPr lvl="5">
              <a:lnSpc>
                <a:spcPct val="85000"/>
              </a:lnSpc>
              <a:spcBef>
                <a:spcPts val="0"/>
              </a:spcBef>
              <a:spcAft>
                <a:spcPts val="0"/>
              </a:spcAft>
              <a:buNone/>
              <a:defRPr sz="3600">
                <a:solidFill>
                  <a:schemeClr val="dk2"/>
                </a:solidFill>
              </a:defRPr>
            </a:lvl6pPr>
            <a:lvl7pPr lvl="6">
              <a:lnSpc>
                <a:spcPct val="85000"/>
              </a:lnSpc>
              <a:spcBef>
                <a:spcPts val="0"/>
              </a:spcBef>
              <a:spcAft>
                <a:spcPts val="0"/>
              </a:spcAft>
              <a:buNone/>
              <a:defRPr sz="3600">
                <a:solidFill>
                  <a:schemeClr val="dk2"/>
                </a:solidFill>
              </a:defRPr>
            </a:lvl7pPr>
            <a:lvl8pPr lvl="7">
              <a:lnSpc>
                <a:spcPct val="85000"/>
              </a:lnSpc>
              <a:spcBef>
                <a:spcPts val="0"/>
              </a:spcBef>
              <a:spcAft>
                <a:spcPts val="0"/>
              </a:spcAft>
              <a:buNone/>
              <a:defRPr sz="3600">
                <a:solidFill>
                  <a:schemeClr val="dk2"/>
                </a:solidFill>
              </a:defRPr>
            </a:lvl8pPr>
            <a:lvl9pPr lvl="8">
              <a:lnSpc>
                <a:spcPct val="85000"/>
              </a:lnSpc>
              <a:spcBef>
                <a:spcPts val="0"/>
              </a:spcBef>
              <a:spcAft>
                <a:spcPts val="0"/>
              </a:spcAft>
              <a:buNone/>
              <a:defRPr sz="3600">
                <a:solidFill>
                  <a:schemeClr val="dk2"/>
                </a:solidFill>
              </a:defRPr>
            </a:lvl9pPr>
          </a:lstStyle>
          <a:p/>
        </p:txBody>
      </p:sp>
      <p:sp>
        <p:nvSpPr>
          <p:cNvPr id="239" name="Google Shape;239;p18"/>
          <p:cNvSpPr txBox="1"/>
          <p:nvPr>
            <p:ph idx="3" type="subTitle"/>
          </p:nvPr>
        </p:nvSpPr>
        <p:spPr>
          <a:xfrm>
            <a:off x="277500" y="4218350"/>
            <a:ext cx="1377600" cy="144300"/>
          </a:xfrm>
          <a:prstGeom prst="rect">
            <a:avLst/>
          </a:prstGeom>
          <a:noFill/>
          <a:ln>
            <a:noFill/>
          </a:ln>
        </p:spPr>
        <p:txBody>
          <a:bodyPr anchorCtr="0" anchor="ctr" bIns="91425" lIns="91425" spcFirstLastPara="1" rIns="91425" wrap="square" tIns="91425">
            <a:noAutofit/>
          </a:bodyPr>
          <a:lstStyle>
            <a:lvl1pPr lvl="0" algn="ctr">
              <a:spcBef>
                <a:spcPts val="0"/>
              </a:spcBef>
              <a:spcAft>
                <a:spcPts val="0"/>
              </a:spcAft>
              <a:buClr>
                <a:schemeClr val="lt1"/>
              </a:buClr>
              <a:buSzPts val="1000"/>
              <a:buFont typeface="Urbanist"/>
              <a:buNone/>
              <a:defRPr sz="1000">
                <a:solidFill>
                  <a:schemeClr val="lt1"/>
                </a:solidFill>
              </a:defRPr>
            </a:lvl1pPr>
            <a:lvl2pPr lvl="1"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2pPr>
            <a:lvl3pPr lvl="2"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3pPr>
            <a:lvl4pPr lvl="3"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4pPr>
            <a:lvl5pPr lvl="4"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5pPr>
            <a:lvl6pPr lvl="5"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6pPr>
            <a:lvl7pPr lvl="6"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7pPr>
            <a:lvl8pPr lvl="7"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8pPr>
            <a:lvl9pPr lvl="8"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9pPr>
          </a:lstStyle>
          <a:p/>
        </p:txBody>
      </p:sp>
      <p:sp>
        <p:nvSpPr>
          <p:cNvPr id="240" name="Google Shape;240;p18"/>
          <p:cNvSpPr txBox="1"/>
          <p:nvPr>
            <p:ph idx="4" type="subTitle"/>
          </p:nvPr>
        </p:nvSpPr>
        <p:spPr>
          <a:xfrm>
            <a:off x="3877300" y="4218350"/>
            <a:ext cx="1377600" cy="144300"/>
          </a:xfrm>
          <a:prstGeom prst="rect">
            <a:avLst/>
          </a:prstGeom>
          <a:noFill/>
          <a:ln>
            <a:noFill/>
          </a:ln>
        </p:spPr>
        <p:txBody>
          <a:bodyPr anchorCtr="0" anchor="ctr" bIns="91425" lIns="91425" spcFirstLastPara="1" rIns="91425" wrap="square" tIns="91425">
            <a:noAutofit/>
          </a:bodyPr>
          <a:lstStyle>
            <a:lvl1pPr lvl="0" algn="ctr">
              <a:spcBef>
                <a:spcPts val="0"/>
              </a:spcBef>
              <a:spcAft>
                <a:spcPts val="0"/>
              </a:spcAft>
              <a:buClr>
                <a:schemeClr val="accent3"/>
              </a:buClr>
              <a:buSzPts val="1000"/>
              <a:buFont typeface="Urbanist"/>
              <a:buNone/>
              <a:defRPr sz="1000">
                <a:solidFill>
                  <a:schemeClr val="accent3"/>
                </a:solidFill>
              </a:defRPr>
            </a:lvl1pPr>
            <a:lvl2pPr lvl="1"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2pPr>
            <a:lvl3pPr lvl="2"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3pPr>
            <a:lvl4pPr lvl="3"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4pPr>
            <a:lvl5pPr lvl="4"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5pPr>
            <a:lvl6pPr lvl="5"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6pPr>
            <a:lvl7pPr lvl="6"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7pPr>
            <a:lvl8pPr lvl="7"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8pPr>
            <a:lvl9pPr lvl="8"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9pPr>
          </a:lstStyle>
          <a:p/>
        </p:txBody>
      </p:sp>
      <p:sp>
        <p:nvSpPr>
          <p:cNvPr id="241" name="Google Shape;241;p18"/>
          <p:cNvSpPr txBox="1"/>
          <p:nvPr>
            <p:ph idx="5" type="subTitle"/>
          </p:nvPr>
        </p:nvSpPr>
        <p:spPr>
          <a:xfrm>
            <a:off x="5677200" y="4218350"/>
            <a:ext cx="1377600" cy="144300"/>
          </a:xfrm>
          <a:prstGeom prst="rect">
            <a:avLst/>
          </a:prstGeom>
          <a:noFill/>
          <a:ln>
            <a:noFill/>
          </a:ln>
        </p:spPr>
        <p:txBody>
          <a:bodyPr anchorCtr="0" anchor="ctr" bIns="91425" lIns="91425" spcFirstLastPara="1" rIns="91425" wrap="square" tIns="91425">
            <a:noAutofit/>
          </a:bodyPr>
          <a:lstStyle>
            <a:lvl1pPr lvl="0" algn="ctr">
              <a:spcBef>
                <a:spcPts val="0"/>
              </a:spcBef>
              <a:spcAft>
                <a:spcPts val="0"/>
              </a:spcAft>
              <a:buClr>
                <a:schemeClr val="accent3"/>
              </a:buClr>
              <a:buSzPts val="1000"/>
              <a:buFont typeface="Urbanist"/>
              <a:buNone/>
              <a:defRPr sz="1000">
                <a:solidFill>
                  <a:schemeClr val="accent3"/>
                </a:solidFill>
              </a:defRPr>
            </a:lvl1pPr>
            <a:lvl2pPr lvl="1"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2pPr>
            <a:lvl3pPr lvl="2"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3pPr>
            <a:lvl4pPr lvl="3"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4pPr>
            <a:lvl5pPr lvl="4"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5pPr>
            <a:lvl6pPr lvl="5"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6pPr>
            <a:lvl7pPr lvl="6"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7pPr>
            <a:lvl8pPr lvl="7"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8pPr>
            <a:lvl9pPr lvl="8"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9pPr>
          </a:lstStyle>
          <a:p/>
        </p:txBody>
      </p:sp>
      <p:sp>
        <p:nvSpPr>
          <p:cNvPr id="242" name="Google Shape;242;p18"/>
          <p:cNvSpPr txBox="1"/>
          <p:nvPr>
            <p:ph idx="6" type="subTitle"/>
          </p:nvPr>
        </p:nvSpPr>
        <p:spPr>
          <a:xfrm>
            <a:off x="7477100" y="4218350"/>
            <a:ext cx="1377600" cy="144300"/>
          </a:xfrm>
          <a:prstGeom prst="rect">
            <a:avLst/>
          </a:prstGeom>
          <a:noFill/>
          <a:ln>
            <a:noFill/>
          </a:ln>
        </p:spPr>
        <p:txBody>
          <a:bodyPr anchorCtr="0" anchor="ctr" bIns="91425" lIns="91425" spcFirstLastPara="1" rIns="91425" wrap="square" tIns="91425">
            <a:noAutofit/>
          </a:bodyPr>
          <a:lstStyle>
            <a:lvl1pPr lvl="0" algn="ctr">
              <a:spcBef>
                <a:spcPts val="0"/>
              </a:spcBef>
              <a:spcAft>
                <a:spcPts val="0"/>
              </a:spcAft>
              <a:buClr>
                <a:schemeClr val="accent3"/>
              </a:buClr>
              <a:buSzPts val="1000"/>
              <a:buFont typeface="Urbanist"/>
              <a:buNone/>
              <a:defRPr sz="1000">
                <a:solidFill>
                  <a:schemeClr val="accent3"/>
                </a:solidFill>
              </a:defRPr>
            </a:lvl1pPr>
            <a:lvl2pPr lvl="1"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2pPr>
            <a:lvl3pPr lvl="2"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3pPr>
            <a:lvl4pPr lvl="3"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4pPr>
            <a:lvl5pPr lvl="4"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5pPr>
            <a:lvl6pPr lvl="5"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6pPr>
            <a:lvl7pPr lvl="6"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7pPr>
            <a:lvl8pPr lvl="7"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8pPr>
            <a:lvl9pPr lvl="8"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9pPr>
          </a:lstStyle>
          <a:p/>
        </p:txBody>
      </p:sp>
      <p:sp>
        <p:nvSpPr>
          <p:cNvPr id="243" name="Google Shape;243;p18"/>
          <p:cNvSpPr txBox="1"/>
          <p:nvPr>
            <p:ph idx="7" type="subTitle"/>
          </p:nvPr>
        </p:nvSpPr>
        <p:spPr>
          <a:xfrm>
            <a:off x="238800" y="2667925"/>
            <a:ext cx="1339800" cy="1443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accent3"/>
              </a:buClr>
              <a:buSzPts val="1200"/>
              <a:buFont typeface="Urbanist"/>
              <a:buNone/>
              <a:defRPr b="1" sz="1200">
                <a:solidFill>
                  <a:schemeClr val="accent3"/>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44" name="Google Shape;244;p18"/>
          <p:cNvSpPr txBox="1"/>
          <p:nvPr>
            <p:ph idx="8" type="subTitle"/>
          </p:nvPr>
        </p:nvSpPr>
        <p:spPr>
          <a:xfrm>
            <a:off x="2034375" y="2667925"/>
            <a:ext cx="1339800" cy="1443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1200"/>
              <a:buFont typeface="Urbanist SemiBold"/>
              <a:buNone/>
              <a:defRPr sz="1200">
                <a:latin typeface="Urbanist SemiBold"/>
                <a:ea typeface="Urbanist SemiBold"/>
                <a:cs typeface="Urbanist SemiBold"/>
                <a:sym typeface="Urbanist SemiBold"/>
              </a:defRPr>
            </a:lvl1pPr>
            <a:lvl2pPr lvl="1">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9pPr>
          </a:lstStyle>
          <a:p/>
        </p:txBody>
      </p:sp>
      <p:sp>
        <p:nvSpPr>
          <p:cNvPr id="245" name="Google Shape;245;p18"/>
          <p:cNvSpPr txBox="1"/>
          <p:nvPr>
            <p:ph idx="9" type="subTitle"/>
          </p:nvPr>
        </p:nvSpPr>
        <p:spPr>
          <a:xfrm>
            <a:off x="5645375" y="2667925"/>
            <a:ext cx="1339800" cy="1443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1200"/>
              <a:buFont typeface="Urbanist SemiBold"/>
              <a:buNone/>
              <a:defRPr sz="1200">
                <a:latin typeface="Urbanist SemiBold"/>
                <a:ea typeface="Urbanist SemiBold"/>
                <a:cs typeface="Urbanist SemiBold"/>
                <a:sym typeface="Urbanist SemiBold"/>
              </a:defRPr>
            </a:lvl1pPr>
            <a:lvl2pPr lvl="1">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9pPr>
          </a:lstStyle>
          <a:p/>
        </p:txBody>
      </p:sp>
      <p:sp>
        <p:nvSpPr>
          <p:cNvPr id="246" name="Google Shape;246;p18"/>
          <p:cNvSpPr txBox="1"/>
          <p:nvPr>
            <p:ph idx="13" type="subTitle"/>
          </p:nvPr>
        </p:nvSpPr>
        <p:spPr>
          <a:xfrm>
            <a:off x="7460789" y="2667925"/>
            <a:ext cx="1339800" cy="1443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1200"/>
              <a:buFont typeface="Urbanist SemiBold"/>
              <a:buNone/>
              <a:defRPr sz="1200">
                <a:latin typeface="Urbanist SemiBold"/>
                <a:ea typeface="Urbanist SemiBold"/>
                <a:cs typeface="Urbanist SemiBold"/>
                <a:sym typeface="Urbanist SemiBold"/>
              </a:defRPr>
            </a:lvl1pPr>
            <a:lvl2pPr lvl="1">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9pPr>
          </a:lstStyle>
          <a:p/>
        </p:txBody>
      </p:sp>
      <p:sp>
        <p:nvSpPr>
          <p:cNvPr id="247" name="Google Shape;247;p18"/>
          <p:cNvSpPr txBox="1"/>
          <p:nvPr>
            <p:ph idx="14" type="subTitle"/>
          </p:nvPr>
        </p:nvSpPr>
        <p:spPr>
          <a:xfrm>
            <a:off x="372900" y="2029450"/>
            <a:ext cx="314100" cy="3387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1"/>
              </a:buClr>
              <a:buSzPts val="1600"/>
              <a:buFont typeface="Urbanist"/>
              <a:buNone/>
              <a:defRPr b="1">
                <a:solidFill>
                  <a:schemeClr val="dk1"/>
                </a:solidFill>
              </a:defRPr>
            </a:lvl1pPr>
            <a:lvl2pPr lvl="1" algn="ctr">
              <a:spcBef>
                <a:spcPts val="0"/>
              </a:spcBef>
              <a:spcAft>
                <a:spcPts val="0"/>
              </a:spcAft>
              <a:buSzPts val="1600"/>
              <a:buNone/>
              <a:defRPr sz="1600"/>
            </a:lvl2pPr>
            <a:lvl3pPr lvl="2" algn="ctr">
              <a:spcBef>
                <a:spcPts val="0"/>
              </a:spcBef>
              <a:spcAft>
                <a:spcPts val="0"/>
              </a:spcAft>
              <a:buSzPts val="1600"/>
              <a:buNone/>
              <a:defRPr sz="1600"/>
            </a:lvl3pPr>
            <a:lvl4pPr lvl="3" algn="ctr">
              <a:spcBef>
                <a:spcPts val="0"/>
              </a:spcBef>
              <a:spcAft>
                <a:spcPts val="0"/>
              </a:spcAft>
              <a:buSzPts val="1600"/>
              <a:buNone/>
              <a:defRPr sz="1600"/>
            </a:lvl4pPr>
            <a:lvl5pPr lvl="4" algn="ctr">
              <a:spcBef>
                <a:spcPts val="0"/>
              </a:spcBef>
              <a:spcAft>
                <a:spcPts val="0"/>
              </a:spcAft>
              <a:buSzPts val="1600"/>
              <a:buNone/>
              <a:defRPr sz="1600"/>
            </a:lvl5pPr>
            <a:lvl6pPr lvl="5" algn="ctr">
              <a:spcBef>
                <a:spcPts val="0"/>
              </a:spcBef>
              <a:spcAft>
                <a:spcPts val="0"/>
              </a:spcAft>
              <a:buSzPts val="1600"/>
              <a:buNone/>
              <a:defRPr sz="1600"/>
            </a:lvl6pPr>
            <a:lvl7pPr lvl="6" algn="ctr">
              <a:spcBef>
                <a:spcPts val="0"/>
              </a:spcBef>
              <a:spcAft>
                <a:spcPts val="0"/>
              </a:spcAft>
              <a:buSzPts val="1600"/>
              <a:buNone/>
              <a:defRPr sz="1600"/>
            </a:lvl7pPr>
            <a:lvl8pPr lvl="7" algn="ctr">
              <a:spcBef>
                <a:spcPts val="0"/>
              </a:spcBef>
              <a:spcAft>
                <a:spcPts val="0"/>
              </a:spcAft>
              <a:buSzPts val="1600"/>
              <a:buNone/>
              <a:defRPr sz="1600"/>
            </a:lvl8pPr>
            <a:lvl9pPr lvl="8" algn="ctr">
              <a:spcBef>
                <a:spcPts val="0"/>
              </a:spcBef>
              <a:spcAft>
                <a:spcPts val="0"/>
              </a:spcAft>
              <a:buSzPts val="1600"/>
              <a:buNone/>
              <a:defRPr sz="1600"/>
            </a:lvl9pPr>
          </a:lstStyle>
          <a:p/>
        </p:txBody>
      </p:sp>
      <p:sp>
        <p:nvSpPr>
          <p:cNvPr id="248" name="Google Shape;248;p18"/>
          <p:cNvSpPr txBox="1"/>
          <p:nvPr>
            <p:ph idx="15" type="subTitle"/>
          </p:nvPr>
        </p:nvSpPr>
        <p:spPr>
          <a:xfrm>
            <a:off x="2178663" y="2027390"/>
            <a:ext cx="314100" cy="3387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accent3"/>
              </a:buClr>
              <a:buSzPts val="1600"/>
              <a:buFont typeface="Urbanist"/>
              <a:buNone/>
              <a:defRPr b="1">
                <a:solidFill>
                  <a:schemeClr val="accent3"/>
                </a:solidFill>
              </a:defRPr>
            </a:lvl1pPr>
            <a:lvl2pPr lvl="1" algn="ctr">
              <a:spcBef>
                <a:spcPts val="0"/>
              </a:spcBef>
              <a:spcAft>
                <a:spcPts val="0"/>
              </a:spcAft>
              <a:buClr>
                <a:schemeClr val="accent3"/>
              </a:buClr>
              <a:buSzPts val="1600"/>
              <a:buNone/>
              <a:defRPr b="1" sz="1600">
                <a:solidFill>
                  <a:schemeClr val="accent3"/>
                </a:solidFill>
              </a:defRPr>
            </a:lvl2pPr>
            <a:lvl3pPr lvl="2" algn="ctr">
              <a:spcBef>
                <a:spcPts val="0"/>
              </a:spcBef>
              <a:spcAft>
                <a:spcPts val="0"/>
              </a:spcAft>
              <a:buClr>
                <a:schemeClr val="accent3"/>
              </a:buClr>
              <a:buSzPts val="1600"/>
              <a:buNone/>
              <a:defRPr b="1" sz="1600">
                <a:solidFill>
                  <a:schemeClr val="accent3"/>
                </a:solidFill>
              </a:defRPr>
            </a:lvl3pPr>
            <a:lvl4pPr lvl="3" algn="ctr">
              <a:spcBef>
                <a:spcPts val="0"/>
              </a:spcBef>
              <a:spcAft>
                <a:spcPts val="0"/>
              </a:spcAft>
              <a:buClr>
                <a:schemeClr val="accent3"/>
              </a:buClr>
              <a:buSzPts val="1600"/>
              <a:buNone/>
              <a:defRPr b="1" sz="1600">
                <a:solidFill>
                  <a:schemeClr val="accent3"/>
                </a:solidFill>
              </a:defRPr>
            </a:lvl4pPr>
            <a:lvl5pPr lvl="4" algn="ctr">
              <a:spcBef>
                <a:spcPts val="0"/>
              </a:spcBef>
              <a:spcAft>
                <a:spcPts val="0"/>
              </a:spcAft>
              <a:buClr>
                <a:schemeClr val="accent3"/>
              </a:buClr>
              <a:buSzPts val="1600"/>
              <a:buNone/>
              <a:defRPr b="1" sz="1600">
                <a:solidFill>
                  <a:schemeClr val="accent3"/>
                </a:solidFill>
              </a:defRPr>
            </a:lvl5pPr>
            <a:lvl6pPr lvl="5" algn="ctr">
              <a:spcBef>
                <a:spcPts val="0"/>
              </a:spcBef>
              <a:spcAft>
                <a:spcPts val="0"/>
              </a:spcAft>
              <a:buClr>
                <a:schemeClr val="accent3"/>
              </a:buClr>
              <a:buSzPts val="1600"/>
              <a:buNone/>
              <a:defRPr b="1" sz="1600">
                <a:solidFill>
                  <a:schemeClr val="accent3"/>
                </a:solidFill>
              </a:defRPr>
            </a:lvl6pPr>
            <a:lvl7pPr lvl="6" algn="ctr">
              <a:spcBef>
                <a:spcPts val="0"/>
              </a:spcBef>
              <a:spcAft>
                <a:spcPts val="0"/>
              </a:spcAft>
              <a:buClr>
                <a:schemeClr val="accent3"/>
              </a:buClr>
              <a:buSzPts val="1600"/>
              <a:buNone/>
              <a:defRPr b="1" sz="1600">
                <a:solidFill>
                  <a:schemeClr val="accent3"/>
                </a:solidFill>
              </a:defRPr>
            </a:lvl7pPr>
            <a:lvl8pPr lvl="7" algn="ctr">
              <a:spcBef>
                <a:spcPts val="0"/>
              </a:spcBef>
              <a:spcAft>
                <a:spcPts val="0"/>
              </a:spcAft>
              <a:buClr>
                <a:schemeClr val="accent3"/>
              </a:buClr>
              <a:buSzPts val="1600"/>
              <a:buNone/>
              <a:defRPr b="1" sz="1600">
                <a:solidFill>
                  <a:schemeClr val="accent3"/>
                </a:solidFill>
              </a:defRPr>
            </a:lvl8pPr>
            <a:lvl9pPr lvl="8" algn="ctr">
              <a:spcBef>
                <a:spcPts val="0"/>
              </a:spcBef>
              <a:spcAft>
                <a:spcPts val="0"/>
              </a:spcAft>
              <a:buClr>
                <a:schemeClr val="accent3"/>
              </a:buClr>
              <a:buSzPts val="1600"/>
              <a:buNone/>
              <a:defRPr b="1" sz="1600">
                <a:solidFill>
                  <a:schemeClr val="accent3"/>
                </a:solidFill>
              </a:defRPr>
            </a:lvl9pPr>
          </a:lstStyle>
          <a:p/>
        </p:txBody>
      </p:sp>
      <p:sp>
        <p:nvSpPr>
          <p:cNvPr id="249" name="Google Shape;249;p18"/>
          <p:cNvSpPr txBox="1"/>
          <p:nvPr>
            <p:ph idx="16" type="subTitle"/>
          </p:nvPr>
        </p:nvSpPr>
        <p:spPr>
          <a:xfrm>
            <a:off x="3974250" y="2027390"/>
            <a:ext cx="314100" cy="3387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accent3"/>
              </a:buClr>
              <a:buSzPts val="1600"/>
              <a:buFont typeface="Urbanist"/>
              <a:buNone/>
              <a:defRPr b="1">
                <a:solidFill>
                  <a:schemeClr val="accent3"/>
                </a:solidFill>
              </a:defRPr>
            </a:lvl1pPr>
            <a:lvl2pPr lvl="1" algn="ctr">
              <a:spcBef>
                <a:spcPts val="0"/>
              </a:spcBef>
              <a:spcAft>
                <a:spcPts val="0"/>
              </a:spcAft>
              <a:buClr>
                <a:schemeClr val="accent3"/>
              </a:buClr>
              <a:buSzPts val="1600"/>
              <a:buNone/>
              <a:defRPr b="1" sz="1600">
                <a:solidFill>
                  <a:schemeClr val="accent3"/>
                </a:solidFill>
              </a:defRPr>
            </a:lvl2pPr>
            <a:lvl3pPr lvl="2" algn="ctr">
              <a:spcBef>
                <a:spcPts val="0"/>
              </a:spcBef>
              <a:spcAft>
                <a:spcPts val="0"/>
              </a:spcAft>
              <a:buClr>
                <a:schemeClr val="accent3"/>
              </a:buClr>
              <a:buSzPts val="1600"/>
              <a:buNone/>
              <a:defRPr b="1" sz="1600">
                <a:solidFill>
                  <a:schemeClr val="accent3"/>
                </a:solidFill>
              </a:defRPr>
            </a:lvl3pPr>
            <a:lvl4pPr lvl="3" algn="ctr">
              <a:spcBef>
                <a:spcPts val="0"/>
              </a:spcBef>
              <a:spcAft>
                <a:spcPts val="0"/>
              </a:spcAft>
              <a:buClr>
                <a:schemeClr val="accent3"/>
              </a:buClr>
              <a:buSzPts val="1600"/>
              <a:buNone/>
              <a:defRPr b="1" sz="1600">
                <a:solidFill>
                  <a:schemeClr val="accent3"/>
                </a:solidFill>
              </a:defRPr>
            </a:lvl4pPr>
            <a:lvl5pPr lvl="4" algn="ctr">
              <a:spcBef>
                <a:spcPts val="0"/>
              </a:spcBef>
              <a:spcAft>
                <a:spcPts val="0"/>
              </a:spcAft>
              <a:buClr>
                <a:schemeClr val="accent3"/>
              </a:buClr>
              <a:buSzPts val="1600"/>
              <a:buNone/>
              <a:defRPr b="1" sz="1600">
                <a:solidFill>
                  <a:schemeClr val="accent3"/>
                </a:solidFill>
              </a:defRPr>
            </a:lvl5pPr>
            <a:lvl6pPr lvl="5" algn="ctr">
              <a:spcBef>
                <a:spcPts val="0"/>
              </a:spcBef>
              <a:spcAft>
                <a:spcPts val="0"/>
              </a:spcAft>
              <a:buClr>
                <a:schemeClr val="accent3"/>
              </a:buClr>
              <a:buSzPts val="1600"/>
              <a:buNone/>
              <a:defRPr b="1" sz="1600">
                <a:solidFill>
                  <a:schemeClr val="accent3"/>
                </a:solidFill>
              </a:defRPr>
            </a:lvl6pPr>
            <a:lvl7pPr lvl="6" algn="ctr">
              <a:spcBef>
                <a:spcPts val="0"/>
              </a:spcBef>
              <a:spcAft>
                <a:spcPts val="0"/>
              </a:spcAft>
              <a:buClr>
                <a:schemeClr val="accent3"/>
              </a:buClr>
              <a:buSzPts val="1600"/>
              <a:buNone/>
              <a:defRPr b="1" sz="1600">
                <a:solidFill>
                  <a:schemeClr val="accent3"/>
                </a:solidFill>
              </a:defRPr>
            </a:lvl7pPr>
            <a:lvl8pPr lvl="7" algn="ctr">
              <a:spcBef>
                <a:spcPts val="0"/>
              </a:spcBef>
              <a:spcAft>
                <a:spcPts val="0"/>
              </a:spcAft>
              <a:buClr>
                <a:schemeClr val="accent3"/>
              </a:buClr>
              <a:buSzPts val="1600"/>
              <a:buNone/>
              <a:defRPr b="1" sz="1600">
                <a:solidFill>
                  <a:schemeClr val="accent3"/>
                </a:solidFill>
              </a:defRPr>
            </a:lvl8pPr>
            <a:lvl9pPr lvl="8" algn="ctr">
              <a:spcBef>
                <a:spcPts val="0"/>
              </a:spcBef>
              <a:spcAft>
                <a:spcPts val="0"/>
              </a:spcAft>
              <a:buClr>
                <a:schemeClr val="accent3"/>
              </a:buClr>
              <a:buSzPts val="1600"/>
              <a:buNone/>
              <a:defRPr b="1" sz="1600">
                <a:solidFill>
                  <a:schemeClr val="accent3"/>
                </a:solidFill>
              </a:defRPr>
            </a:lvl9pPr>
          </a:lstStyle>
          <a:p/>
        </p:txBody>
      </p:sp>
      <p:sp>
        <p:nvSpPr>
          <p:cNvPr id="250" name="Google Shape;250;p18"/>
          <p:cNvSpPr txBox="1"/>
          <p:nvPr>
            <p:ph idx="17" type="subTitle"/>
          </p:nvPr>
        </p:nvSpPr>
        <p:spPr>
          <a:xfrm>
            <a:off x="5789675" y="2027390"/>
            <a:ext cx="314100" cy="3387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accent3"/>
              </a:buClr>
              <a:buSzPts val="1600"/>
              <a:buFont typeface="Urbanist"/>
              <a:buNone/>
              <a:defRPr b="1">
                <a:solidFill>
                  <a:schemeClr val="accent3"/>
                </a:solidFill>
              </a:defRPr>
            </a:lvl1pPr>
            <a:lvl2pPr lvl="1" algn="ctr">
              <a:spcBef>
                <a:spcPts val="0"/>
              </a:spcBef>
              <a:spcAft>
                <a:spcPts val="0"/>
              </a:spcAft>
              <a:buClr>
                <a:schemeClr val="accent3"/>
              </a:buClr>
              <a:buSzPts val="1600"/>
              <a:buNone/>
              <a:defRPr b="1" sz="1600">
                <a:solidFill>
                  <a:schemeClr val="accent3"/>
                </a:solidFill>
              </a:defRPr>
            </a:lvl2pPr>
            <a:lvl3pPr lvl="2" algn="ctr">
              <a:spcBef>
                <a:spcPts val="0"/>
              </a:spcBef>
              <a:spcAft>
                <a:spcPts val="0"/>
              </a:spcAft>
              <a:buClr>
                <a:schemeClr val="accent3"/>
              </a:buClr>
              <a:buSzPts val="1600"/>
              <a:buNone/>
              <a:defRPr b="1" sz="1600">
                <a:solidFill>
                  <a:schemeClr val="accent3"/>
                </a:solidFill>
              </a:defRPr>
            </a:lvl3pPr>
            <a:lvl4pPr lvl="3" algn="ctr">
              <a:spcBef>
                <a:spcPts val="0"/>
              </a:spcBef>
              <a:spcAft>
                <a:spcPts val="0"/>
              </a:spcAft>
              <a:buClr>
                <a:schemeClr val="accent3"/>
              </a:buClr>
              <a:buSzPts val="1600"/>
              <a:buNone/>
              <a:defRPr b="1" sz="1600">
                <a:solidFill>
                  <a:schemeClr val="accent3"/>
                </a:solidFill>
              </a:defRPr>
            </a:lvl4pPr>
            <a:lvl5pPr lvl="4" algn="ctr">
              <a:spcBef>
                <a:spcPts val="0"/>
              </a:spcBef>
              <a:spcAft>
                <a:spcPts val="0"/>
              </a:spcAft>
              <a:buClr>
                <a:schemeClr val="accent3"/>
              </a:buClr>
              <a:buSzPts val="1600"/>
              <a:buNone/>
              <a:defRPr b="1" sz="1600">
                <a:solidFill>
                  <a:schemeClr val="accent3"/>
                </a:solidFill>
              </a:defRPr>
            </a:lvl5pPr>
            <a:lvl6pPr lvl="5" algn="ctr">
              <a:spcBef>
                <a:spcPts val="0"/>
              </a:spcBef>
              <a:spcAft>
                <a:spcPts val="0"/>
              </a:spcAft>
              <a:buClr>
                <a:schemeClr val="accent3"/>
              </a:buClr>
              <a:buSzPts val="1600"/>
              <a:buNone/>
              <a:defRPr b="1" sz="1600">
                <a:solidFill>
                  <a:schemeClr val="accent3"/>
                </a:solidFill>
              </a:defRPr>
            </a:lvl6pPr>
            <a:lvl7pPr lvl="6" algn="ctr">
              <a:spcBef>
                <a:spcPts val="0"/>
              </a:spcBef>
              <a:spcAft>
                <a:spcPts val="0"/>
              </a:spcAft>
              <a:buClr>
                <a:schemeClr val="accent3"/>
              </a:buClr>
              <a:buSzPts val="1600"/>
              <a:buNone/>
              <a:defRPr b="1" sz="1600">
                <a:solidFill>
                  <a:schemeClr val="accent3"/>
                </a:solidFill>
              </a:defRPr>
            </a:lvl7pPr>
            <a:lvl8pPr lvl="7" algn="ctr">
              <a:spcBef>
                <a:spcPts val="0"/>
              </a:spcBef>
              <a:spcAft>
                <a:spcPts val="0"/>
              </a:spcAft>
              <a:buClr>
                <a:schemeClr val="accent3"/>
              </a:buClr>
              <a:buSzPts val="1600"/>
              <a:buNone/>
              <a:defRPr b="1" sz="1600">
                <a:solidFill>
                  <a:schemeClr val="accent3"/>
                </a:solidFill>
              </a:defRPr>
            </a:lvl8pPr>
            <a:lvl9pPr lvl="8" algn="ctr">
              <a:spcBef>
                <a:spcPts val="0"/>
              </a:spcBef>
              <a:spcAft>
                <a:spcPts val="0"/>
              </a:spcAft>
              <a:buClr>
                <a:schemeClr val="accent3"/>
              </a:buClr>
              <a:buSzPts val="1600"/>
              <a:buNone/>
              <a:defRPr b="1" sz="1600">
                <a:solidFill>
                  <a:schemeClr val="accent3"/>
                </a:solidFill>
              </a:defRPr>
            </a:lvl9pPr>
          </a:lstStyle>
          <a:p/>
        </p:txBody>
      </p:sp>
      <p:sp>
        <p:nvSpPr>
          <p:cNvPr id="251" name="Google Shape;251;p18"/>
          <p:cNvSpPr txBox="1"/>
          <p:nvPr>
            <p:ph idx="18" type="subTitle"/>
          </p:nvPr>
        </p:nvSpPr>
        <p:spPr>
          <a:xfrm>
            <a:off x="7605089" y="2027390"/>
            <a:ext cx="314100" cy="3387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accent3"/>
              </a:buClr>
              <a:buSzPts val="1600"/>
              <a:buFont typeface="Urbanist"/>
              <a:buNone/>
              <a:defRPr b="1">
                <a:solidFill>
                  <a:schemeClr val="accent3"/>
                </a:solidFill>
              </a:defRPr>
            </a:lvl1pPr>
            <a:lvl2pPr lvl="1" algn="ctr">
              <a:spcBef>
                <a:spcPts val="0"/>
              </a:spcBef>
              <a:spcAft>
                <a:spcPts val="0"/>
              </a:spcAft>
              <a:buClr>
                <a:schemeClr val="accent3"/>
              </a:buClr>
              <a:buSzPts val="1600"/>
              <a:buNone/>
              <a:defRPr b="1" sz="1600">
                <a:solidFill>
                  <a:schemeClr val="accent3"/>
                </a:solidFill>
              </a:defRPr>
            </a:lvl2pPr>
            <a:lvl3pPr lvl="2" algn="ctr">
              <a:spcBef>
                <a:spcPts val="0"/>
              </a:spcBef>
              <a:spcAft>
                <a:spcPts val="0"/>
              </a:spcAft>
              <a:buClr>
                <a:schemeClr val="accent3"/>
              </a:buClr>
              <a:buSzPts val="1600"/>
              <a:buNone/>
              <a:defRPr b="1" sz="1600">
                <a:solidFill>
                  <a:schemeClr val="accent3"/>
                </a:solidFill>
              </a:defRPr>
            </a:lvl3pPr>
            <a:lvl4pPr lvl="3" algn="ctr">
              <a:spcBef>
                <a:spcPts val="0"/>
              </a:spcBef>
              <a:spcAft>
                <a:spcPts val="0"/>
              </a:spcAft>
              <a:buClr>
                <a:schemeClr val="accent3"/>
              </a:buClr>
              <a:buSzPts val="1600"/>
              <a:buNone/>
              <a:defRPr b="1" sz="1600">
                <a:solidFill>
                  <a:schemeClr val="accent3"/>
                </a:solidFill>
              </a:defRPr>
            </a:lvl4pPr>
            <a:lvl5pPr lvl="4" algn="ctr">
              <a:spcBef>
                <a:spcPts val="0"/>
              </a:spcBef>
              <a:spcAft>
                <a:spcPts val="0"/>
              </a:spcAft>
              <a:buClr>
                <a:schemeClr val="accent3"/>
              </a:buClr>
              <a:buSzPts val="1600"/>
              <a:buNone/>
              <a:defRPr b="1" sz="1600">
                <a:solidFill>
                  <a:schemeClr val="accent3"/>
                </a:solidFill>
              </a:defRPr>
            </a:lvl5pPr>
            <a:lvl6pPr lvl="5" algn="ctr">
              <a:spcBef>
                <a:spcPts val="0"/>
              </a:spcBef>
              <a:spcAft>
                <a:spcPts val="0"/>
              </a:spcAft>
              <a:buClr>
                <a:schemeClr val="accent3"/>
              </a:buClr>
              <a:buSzPts val="1600"/>
              <a:buNone/>
              <a:defRPr b="1" sz="1600">
                <a:solidFill>
                  <a:schemeClr val="accent3"/>
                </a:solidFill>
              </a:defRPr>
            </a:lvl6pPr>
            <a:lvl7pPr lvl="6" algn="ctr">
              <a:spcBef>
                <a:spcPts val="0"/>
              </a:spcBef>
              <a:spcAft>
                <a:spcPts val="0"/>
              </a:spcAft>
              <a:buClr>
                <a:schemeClr val="accent3"/>
              </a:buClr>
              <a:buSzPts val="1600"/>
              <a:buNone/>
              <a:defRPr b="1" sz="1600">
                <a:solidFill>
                  <a:schemeClr val="accent3"/>
                </a:solidFill>
              </a:defRPr>
            </a:lvl7pPr>
            <a:lvl8pPr lvl="7" algn="ctr">
              <a:spcBef>
                <a:spcPts val="0"/>
              </a:spcBef>
              <a:spcAft>
                <a:spcPts val="0"/>
              </a:spcAft>
              <a:buClr>
                <a:schemeClr val="accent3"/>
              </a:buClr>
              <a:buSzPts val="1600"/>
              <a:buNone/>
              <a:defRPr b="1" sz="1600">
                <a:solidFill>
                  <a:schemeClr val="accent3"/>
                </a:solidFill>
              </a:defRPr>
            </a:lvl8pPr>
            <a:lvl9pPr lvl="8" algn="ctr">
              <a:spcBef>
                <a:spcPts val="0"/>
              </a:spcBef>
              <a:spcAft>
                <a:spcPts val="0"/>
              </a:spcAft>
              <a:buClr>
                <a:schemeClr val="accent3"/>
              </a:buClr>
              <a:buSzPts val="1600"/>
              <a:buNone/>
              <a:defRPr b="1" sz="1600">
                <a:solidFill>
                  <a:schemeClr val="accent3"/>
                </a:solidFill>
              </a:defRPr>
            </a:lvl9pPr>
          </a:lstStyle>
          <a:p/>
        </p:txBody>
      </p:sp>
      <p:sp>
        <p:nvSpPr>
          <p:cNvPr id="252" name="Google Shape;252;p18"/>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253" name="Google Shape;253;p18"/>
          <p:cNvSpPr txBox="1"/>
          <p:nvPr>
            <p:ph idx="19"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254" name="Google Shape;254;p18"/>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255" name="Google Shape;255;p18"/>
          <p:cNvSpPr txBox="1"/>
          <p:nvPr>
            <p:ph idx="20"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etrics ">
  <p:cSld name="CUSTOM_5">
    <p:spTree>
      <p:nvGrpSpPr>
        <p:cNvPr id="256" name="Shape 256"/>
        <p:cNvGrpSpPr/>
        <p:nvPr/>
      </p:nvGrpSpPr>
      <p:grpSpPr>
        <a:xfrm>
          <a:off x="0" y="0"/>
          <a:ext cx="0" cy="0"/>
          <a:chOff x="0" y="0"/>
          <a:chExt cx="0" cy="0"/>
        </a:xfrm>
      </p:grpSpPr>
      <p:pic>
        <p:nvPicPr>
          <p:cNvPr id="257" name="Google Shape;257;p19"/>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258" name="Google Shape;258;p19"/>
          <p:cNvSpPr txBox="1"/>
          <p:nvPr>
            <p:ph idx="1" type="subTitle"/>
          </p:nvPr>
        </p:nvSpPr>
        <p:spPr>
          <a:xfrm>
            <a:off x="6314800" y="458325"/>
            <a:ext cx="2294700" cy="3300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1400"/>
              <a:buFont typeface="Urbanist"/>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59" name="Google Shape;259;p19"/>
          <p:cNvSpPr txBox="1"/>
          <p:nvPr>
            <p:ph type="title"/>
          </p:nvPr>
        </p:nvSpPr>
        <p:spPr>
          <a:xfrm>
            <a:off x="237650" y="746900"/>
            <a:ext cx="2834700" cy="25908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3000"/>
              <a:buFont typeface="Urbanist"/>
              <a:buNone/>
              <a:defRPr>
                <a:latin typeface="Urbanist"/>
                <a:ea typeface="Urbanist"/>
                <a:cs typeface="Urbanist"/>
                <a:sym typeface="Urbanist"/>
              </a:defRPr>
            </a:lvl1pPr>
            <a:lvl2pPr lvl="1">
              <a:spcBef>
                <a:spcPts val="0"/>
              </a:spcBef>
              <a:spcAft>
                <a:spcPts val="0"/>
              </a:spcAft>
              <a:buClr>
                <a:schemeClr val="lt1"/>
              </a:buClr>
              <a:buSzPts val="3000"/>
              <a:buFont typeface="Urbanist"/>
              <a:buNone/>
              <a:defRPr/>
            </a:lvl2pPr>
            <a:lvl3pPr lvl="2">
              <a:spcBef>
                <a:spcPts val="0"/>
              </a:spcBef>
              <a:spcAft>
                <a:spcPts val="0"/>
              </a:spcAft>
              <a:buClr>
                <a:schemeClr val="lt1"/>
              </a:buClr>
              <a:buSzPts val="3000"/>
              <a:buFont typeface="Urbanist"/>
              <a:buNone/>
              <a:defRPr/>
            </a:lvl3pPr>
            <a:lvl4pPr lvl="3">
              <a:spcBef>
                <a:spcPts val="0"/>
              </a:spcBef>
              <a:spcAft>
                <a:spcPts val="0"/>
              </a:spcAft>
              <a:buClr>
                <a:schemeClr val="lt1"/>
              </a:buClr>
              <a:buSzPts val="3000"/>
              <a:buFont typeface="Urbanist"/>
              <a:buNone/>
              <a:defRPr/>
            </a:lvl4pPr>
            <a:lvl5pPr lvl="4">
              <a:spcBef>
                <a:spcPts val="0"/>
              </a:spcBef>
              <a:spcAft>
                <a:spcPts val="0"/>
              </a:spcAft>
              <a:buClr>
                <a:schemeClr val="lt1"/>
              </a:buClr>
              <a:buSzPts val="3000"/>
              <a:buFont typeface="Urbanist"/>
              <a:buNone/>
              <a:defRPr/>
            </a:lvl5pPr>
            <a:lvl6pPr lvl="5">
              <a:spcBef>
                <a:spcPts val="0"/>
              </a:spcBef>
              <a:spcAft>
                <a:spcPts val="0"/>
              </a:spcAft>
              <a:buClr>
                <a:schemeClr val="lt1"/>
              </a:buClr>
              <a:buSzPts val="3000"/>
              <a:buFont typeface="Urbanist"/>
              <a:buNone/>
              <a:defRPr/>
            </a:lvl6pPr>
            <a:lvl7pPr lvl="6">
              <a:spcBef>
                <a:spcPts val="0"/>
              </a:spcBef>
              <a:spcAft>
                <a:spcPts val="0"/>
              </a:spcAft>
              <a:buClr>
                <a:schemeClr val="lt1"/>
              </a:buClr>
              <a:buSzPts val="3000"/>
              <a:buFont typeface="Urbanist"/>
              <a:buNone/>
              <a:defRPr/>
            </a:lvl7pPr>
            <a:lvl8pPr lvl="7">
              <a:spcBef>
                <a:spcPts val="0"/>
              </a:spcBef>
              <a:spcAft>
                <a:spcPts val="0"/>
              </a:spcAft>
              <a:buClr>
                <a:schemeClr val="lt1"/>
              </a:buClr>
              <a:buSzPts val="3000"/>
              <a:buFont typeface="Urbanist"/>
              <a:buNone/>
              <a:defRPr/>
            </a:lvl8pPr>
            <a:lvl9pPr lvl="8">
              <a:spcBef>
                <a:spcPts val="0"/>
              </a:spcBef>
              <a:spcAft>
                <a:spcPts val="0"/>
              </a:spcAft>
              <a:buClr>
                <a:schemeClr val="lt1"/>
              </a:buClr>
              <a:buSzPts val="3000"/>
              <a:buFont typeface="Urbanist"/>
              <a:buNone/>
              <a:defRPr/>
            </a:lvl9pPr>
          </a:lstStyle>
          <a:p/>
        </p:txBody>
      </p:sp>
      <p:sp>
        <p:nvSpPr>
          <p:cNvPr id="260" name="Google Shape;260;p19"/>
          <p:cNvSpPr txBox="1"/>
          <p:nvPr>
            <p:ph idx="2" type="subTitle"/>
          </p:nvPr>
        </p:nvSpPr>
        <p:spPr>
          <a:xfrm>
            <a:off x="229175" y="229175"/>
            <a:ext cx="2834700" cy="3300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1200"/>
              <a:buFont typeface="Urbanist"/>
              <a:buNone/>
              <a:defRPr sz="1200"/>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261" name="Google Shape;261;p19"/>
          <p:cNvSpPr txBox="1"/>
          <p:nvPr>
            <p:ph idx="3" type="subTitle"/>
          </p:nvPr>
        </p:nvSpPr>
        <p:spPr>
          <a:xfrm>
            <a:off x="3437500" y="882725"/>
            <a:ext cx="2294700" cy="5007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1200"/>
              <a:buFont typeface="Urbanist"/>
              <a:buNone/>
              <a:defRPr sz="1200"/>
            </a:lvl1pPr>
            <a:lvl2pPr lvl="1">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2pPr>
            <a:lvl3pPr lvl="2">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3pPr>
            <a:lvl4pPr lvl="3">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4pPr>
            <a:lvl5pPr lvl="4">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5pPr>
            <a:lvl6pPr lvl="5">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6pPr>
            <a:lvl7pPr lvl="6">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7pPr>
            <a:lvl8pPr lvl="7">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8pPr>
            <a:lvl9pPr lvl="8">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9pPr>
          </a:lstStyle>
          <a:p/>
        </p:txBody>
      </p:sp>
      <p:sp>
        <p:nvSpPr>
          <p:cNvPr id="262" name="Google Shape;262;p19"/>
          <p:cNvSpPr txBox="1"/>
          <p:nvPr>
            <p:ph idx="4" type="subTitle"/>
          </p:nvPr>
        </p:nvSpPr>
        <p:spPr>
          <a:xfrm>
            <a:off x="3611850" y="2707575"/>
            <a:ext cx="2120400" cy="1683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1000"/>
              <a:buFont typeface="Urbanist"/>
              <a:buNone/>
              <a:defRPr sz="1000"/>
            </a:lvl1pPr>
            <a:lvl2pPr lvl="1">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2pPr>
            <a:lvl3pPr lvl="2">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3pPr>
            <a:lvl4pPr lvl="3">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4pPr>
            <a:lvl5pPr lvl="4">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5pPr>
            <a:lvl6pPr lvl="5">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6pPr>
            <a:lvl7pPr lvl="6">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7pPr>
            <a:lvl8pPr lvl="7">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8pPr>
            <a:lvl9pPr lvl="8">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9pPr>
          </a:lstStyle>
          <a:p/>
        </p:txBody>
      </p:sp>
      <p:sp>
        <p:nvSpPr>
          <p:cNvPr id="263" name="Google Shape;263;p19"/>
          <p:cNvSpPr txBox="1"/>
          <p:nvPr>
            <p:ph idx="5" type="subTitle"/>
          </p:nvPr>
        </p:nvSpPr>
        <p:spPr>
          <a:xfrm>
            <a:off x="3611850" y="4076800"/>
            <a:ext cx="2120400" cy="1683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1000"/>
              <a:buFont typeface="Urbanist"/>
              <a:buNone/>
              <a:defRPr sz="1000"/>
            </a:lvl1pPr>
            <a:lvl2pPr lvl="1">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2pPr>
            <a:lvl3pPr lvl="2">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3pPr>
            <a:lvl4pPr lvl="3">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4pPr>
            <a:lvl5pPr lvl="4">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5pPr>
            <a:lvl6pPr lvl="5">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6pPr>
            <a:lvl7pPr lvl="6">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7pPr>
            <a:lvl8pPr lvl="7">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8pPr>
            <a:lvl9pPr lvl="8">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9pPr>
          </a:lstStyle>
          <a:p/>
        </p:txBody>
      </p:sp>
      <p:sp>
        <p:nvSpPr>
          <p:cNvPr id="264" name="Google Shape;264;p19"/>
          <p:cNvSpPr txBox="1"/>
          <p:nvPr>
            <p:ph idx="6" type="subTitle"/>
          </p:nvPr>
        </p:nvSpPr>
        <p:spPr>
          <a:xfrm>
            <a:off x="6258900" y="3267725"/>
            <a:ext cx="2478300" cy="5007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1200"/>
              <a:buFont typeface="Urbanist"/>
              <a:buNone/>
              <a:defRPr sz="1200"/>
            </a:lvl1pPr>
            <a:lvl2pPr lvl="1">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2pPr>
            <a:lvl3pPr lvl="2">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3pPr>
            <a:lvl4pPr lvl="3">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4pPr>
            <a:lvl5pPr lvl="4">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5pPr>
            <a:lvl6pPr lvl="5">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6pPr>
            <a:lvl7pPr lvl="6">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7pPr>
            <a:lvl8pPr lvl="7">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8pPr>
            <a:lvl9pPr lvl="8">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9pPr>
          </a:lstStyle>
          <a:p/>
        </p:txBody>
      </p:sp>
      <p:sp>
        <p:nvSpPr>
          <p:cNvPr id="265" name="Google Shape;265;p19"/>
          <p:cNvSpPr txBox="1"/>
          <p:nvPr>
            <p:ph idx="7" type="subTitle"/>
          </p:nvPr>
        </p:nvSpPr>
        <p:spPr>
          <a:xfrm>
            <a:off x="6258900" y="3955225"/>
            <a:ext cx="2478300" cy="3300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accent3"/>
              </a:buClr>
              <a:buSzPts val="1400"/>
              <a:buFont typeface="Urbanist"/>
              <a:buNone/>
              <a:defRPr b="1" u="sng">
                <a:solidFill>
                  <a:schemeClr val="accent3"/>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6" name="Google Shape;266;p19"/>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267" name="Google Shape;267;p19"/>
          <p:cNvSpPr txBox="1"/>
          <p:nvPr>
            <p:ph idx="8"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268" name="Google Shape;268;p19"/>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269" name="Google Shape;269;p19"/>
          <p:cNvSpPr txBox="1"/>
          <p:nvPr>
            <p:ph idx="9"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spTree>
      <p:nvGrpSpPr>
        <p:cNvPr id="270" name="Shape 270"/>
        <p:cNvGrpSpPr/>
        <p:nvPr/>
      </p:nvGrpSpPr>
      <p:grpSpPr>
        <a:xfrm>
          <a:off x="0" y="0"/>
          <a:ext cx="0" cy="0"/>
          <a:chOff x="0" y="0"/>
          <a:chExt cx="0" cy="0"/>
        </a:xfrm>
      </p:grpSpPr>
      <p:pic>
        <p:nvPicPr>
          <p:cNvPr id="271" name="Google Shape;271;p20"/>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272" name="Google Shape;272;p20"/>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Autofit/>
          </a:bodyPr>
          <a:lstStyle>
            <a:lvl1pPr lvl="0" algn="ctr">
              <a:spcBef>
                <a:spcPts val="0"/>
              </a:spcBef>
              <a:spcAft>
                <a:spcPts val="0"/>
              </a:spcAft>
              <a:buClr>
                <a:srgbClr val="D4FF00"/>
              </a:buClr>
              <a:buSzPts val="5200"/>
              <a:buFont typeface="Urbanist Medium"/>
              <a:buChar char="●"/>
              <a:defRPr sz="5200">
                <a:solidFill>
                  <a:srgbClr val="D4FF00"/>
                </a:solidFill>
                <a:latin typeface="Urbanist Medium"/>
                <a:ea typeface="Urbanist Medium"/>
                <a:cs typeface="Urbanist Medium"/>
                <a:sym typeface="Urbanist Medium"/>
              </a:defRPr>
            </a:lvl1pPr>
            <a:lvl2pPr lvl="1" algn="ctr">
              <a:spcBef>
                <a:spcPts val="0"/>
              </a:spcBef>
              <a:spcAft>
                <a:spcPts val="0"/>
              </a:spcAft>
              <a:buClr>
                <a:srgbClr val="D4FF00"/>
              </a:buClr>
              <a:buSzPts val="5200"/>
              <a:buFont typeface="Urbanist Medium"/>
              <a:buChar char="○"/>
              <a:defRPr sz="5200">
                <a:solidFill>
                  <a:srgbClr val="D4FF00"/>
                </a:solidFill>
                <a:latin typeface="Urbanist Medium"/>
                <a:ea typeface="Urbanist Medium"/>
                <a:cs typeface="Urbanist Medium"/>
                <a:sym typeface="Urbanist Medium"/>
              </a:defRPr>
            </a:lvl2pPr>
            <a:lvl3pPr lvl="2" algn="ctr">
              <a:spcBef>
                <a:spcPts val="0"/>
              </a:spcBef>
              <a:spcAft>
                <a:spcPts val="0"/>
              </a:spcAft>
              <a:buClr>
                <a:srgbClr val="D4FF00"/>
              </a:buClr>
              <a:buSzPts val="5200"/>
              <a:buFont typeface="Urbanist Medium"/>
              <a:buChar char="■"/>
              <a:defRPr sz="5200">
                <a:solidFill>
                  <a:srgbClr val="D4FF00"/>
                </a:solidFill>
                <a:latin typeface="Urbanist Medium"/>
                <a:ea typeface="Urbanist Medium"/>
                <a:cs typeface="Urbanist Medium"/>
                <a:sym typeface="Urbanist Medium"/>
              </a:defRPr>
            </a:lvl3pPr>
            <a:lvl4pPr lvl="3" algn="ctr">
              <a:spcBef>
                <a:spcPts val="0"/>
              </a:spcBef>
              <a:spcAft>
                <a:spcPts val="0"/>
              </a:spcAft>
              <a:buClr>
                <a:srgbClr val="D4FF00"/>
              </a:buClr>
              <a:buSzPts val="5200"/>
              <a:buFont typeface="Urbanist Medium"/>
              <a:buChar char="●"/>
              <a:defRPr sz="5200">
                <a:solidFill>
                  <a:srgbClr val="D4FF00"/>
                </a:solidFill>
                <a:latin typeface="Urbanist Medium"/>
                <a:ea typeface="Urbanist Medium"/>
                <a:cs typeface="Urbanist Medium"/>
                <a:sym typeface="Urbanist Medium"/>
              </a:defRPr>
            </a:lvl4pPr>
            <a:lvl5pPr lvl="4" algn="ctr">
              <a:spcBef>
                <a:spcPts val="0"/>
              </a:spcBef>
              <a:spcAft>
                <a:spcPts val="0"/>
              </a:spcAft>
              <a:buClr>
                <a:srgbClr val="D4FF00"/>
              </a:buClr>
              <a:buSzPts val="5200"/>
              <a:buFont typeface="Urbanist Medium"/>
              <a:buChar char="○"/>
              <a:defRPr sz="5200">
                <a:solidFill>
                  <a:srgbClr val="D4FF00"/>
                </a:solidFill>
                <a:latin typeface="Urbanist Medium"/>
                <a:ea typeface="Urbanist Medium"/>
                <a:cs typeface="Urbanist Medium"/>
                <a:sym typeface="Urbanist Medium"/>
              </a:defRPr>
            </a:lvl5pPr>
            <a:lvl6pPr lvl="5" algn="ctr">
              <a:spcBef>
                <a:spcPts val="0"/>
              </a:spcBef>
              <a:spcAft>
                <a:spcPts val="0"/>
              </a:spcAft>
              <a:buClr>
                <a:srgbClr val="D4FF00"/>
              </a:buClr>
              <a:buSzPts val="5200"/>
              <a:buFont typeface="Urbanist Medium"/>
              <a:buChar char="■"/>
              <a:defRPr sz="5200">
                <a:solidFill>
                  <a:srgbClr val="D4FF00"/>
                </a:solidFill>
                <a:latin typeface="Urbanist Medium"/>
                <a:ea typeface="Urbanist Medium"/>
                <a:cs typeface="Urbanist Medium"/>
                <a:sym typeface="Urbanist Medium"/>
              </a:defRPr>
            </a:lvl6pPr>
            <a:lvl7pPr lvl="6" algn="ctr">
              <a:spcBef>
                <a:spcPts val="0"/>
              </a:spcBef>
              <a:spcAft>
                <a:spcPts val="0"/>
              </a:spcAft>
              <a:buClr>
                <a:srgbClr val="D4FF00"/>
              </a:buClr>
              <a:buSzPts val="5200"/>
              <a:buFont typeface="Urbanist Medium"/>
              <a:buChar char="●"/>
              <a:defRPr sz="5200">
                <a:solidFill>
                  <a:srgbClr val="D4FF00"/>
                </a:solidFill>
                <a:latin typeface="Urbanist Medium"/>
                <a:ea typeface="Urbanist Medium"/>
                <a:cs typeface="Urbanist Medium"/>
                <a:sym typeface="Urbanist Medium"/>
              </a:defRPr>
            </a:lvl7pPr>
            <a:lvl8pPr lvl="7" algn="ctr">
              <a:spcBef>
                <a:spcPts val="0"/>
              </a:spcBef>
              <a:spcAft>
                <a:spcPts val="0"/>
              </a:spcAft>
              <a:buClr>
                <a:srgbClr val="D4FF00"/>
              </a:buClr>
              <a:buSzPts val="5200"/>
              <a:buFont typeface="Urbanist Medium"/>
              <a:buChar char="○"/>
              <a:defRPr sz="5200">
                <a:solidFill>
                  <a:srgbClr val="D4FF00"/>
                </a:solidFill>
                <a:latin typeface="Urbanist Medium"/>
                <a:ea typeface="Urbanist Medium"/>
                <a:cs typeface="Urbanist Medium"/>
                <a:sym typeface="Urbanist Medium"/>
              </a:defRPr>
            </a:lvl8pPr>
            <a:lvl9pPr lvl="8" algn="ctr">
              <a:spcBef>
                <a:spcPts val="0"/>
              </a:spcBef>
              <a:spcAft>
                <a:spcPts val="0"/>
              </a:spcAft>
              <a:buClr>
                <a:srgbClr val="D4FF00"/>
              </a:buClr>
              <a:buSzPts val="5200"/>
              <a:buFont typeface="Urbanist Medium"/>
              <a:buChar char="■"/>
              <a:defRPr sz="5200">
                <a:solidFill>
                  <a:srgbClr val="D4FF00"/>
                </a:solidFill>
                <a:latin typeface="Urbanist Medium"/>
                <a:ea typeface="Urbanist Medium"/>
                <a:cs typeface="Urbanist Medium"/>
                <a:sym typeface="Urbanist Medium"/>
              </a:defRPr>
            </a:lvl9pPr>
          </a:lstStyle>
          <a:p/>
        </p:txBody>
      </p:sp>
      <p:sp>
        <p:nvSpPr>
          <p:cNvPr id="273" name="Google Shape;273;p20"/>
          <p:cNvSpPr txBox="1"/>
          <p:nvPr>
            <p:ph idx="1" type="subTitle"/>
          </p:nvPr>
        </p:nvSpPr>
        <p:spPr>
          <a:xfrm>
            <a:off x="311700" y="2834125"/>
            <a:ext cx="8520600" cy="792600"/>
          </a:xfrm>
          <a:prstGeom prst="rect">
            <a:avLst/>
          </a:prstGeom>
          <a:noFill/>
          <a:ln>
            <a:noFill/>
          </a:ln>
        </p:spPr>
        <p:txBody>
          <a:bodyPr anchorCtr="0" anchor="ctr" bIns="91425" lIns="91425" spcFirstLastPara="1" rIns="91425" wrap="square" tIns="91425">
            <a:noAutofit/>
          </a:bodyPr>
          <a:lstStyle>
            <a:lvl1pPr lvl="0" algn="ctr">
              <a:spcBef>
                <a:spcPts val="0"/>
              </a:spcBef>
              <a:spcAft>
                <a:spcPts val="0"/>
              </a:spcAft>
              <a:buClr>
                <a:srgbClr val="D4FF00"/>
              </a:buClr>
              <a:buSzPts val="2800"/>
              <a:buFont typeface="Urbanist Medium"/>
              <a:buNone/>
              <a:defRPr sz="2800">
                <a:solidFill>
                  <a:srgbClr val="D4FF00"/>
                </a:solidFill>
                <a:latin typeface="Urbanist Medium"/>
                <a:ea typeface="Urbanist Medium"/>
                <a:cs typeface="Urbanist Medium"/>
                <a:sym typeface="Urbanist Medium"/>
              </a:defRPr>
            </a:lvl1pPr>
            <a:lvl2pPr lvl="1" algn="ctr">
              <a:spcBef>
                <a:spcPts val="0"/>
              </a:spcBef>
              <a:spcAft>
                <a:spcPts val="0"/>
              </a:spcAft>
              <a:buClr>
                <a:srgbClr val="D4FF00"/>
              </a:buClr>
              <a:buSzPts val="2800"/>
              <a:buFont typeface="Urbanist Medium"/>
              <a:buNone/>
              <a:defRPr sz="2800">
                <a:solidFill>
                  <a:srgbClr val="D4FF00"/>
                </a:solidFill>
                <a:latin typeface="Urbanist Medium"/>
                <a:ea typeface="Urbanist Medium"/>
                <a:cs typeface="Urbanist Medium"/>
                <a:sym typeface="Urbanist Medium"/>
              </a:defRPr>
            </a:lvl2pPr>
            <a:lvl3pPr lvl="2" algn="ctr">
              <a:spcBef>
                <a:spcPts val="0"/>
              </a:spcBef>
              <a:spcAft>
                <a:spcPts val="0"/>
              </a:spcAft>
              <a:buClr>
                <a:srgbClr val="D4FF00"/>
              </a:buClr>
              <a:buSzPts val="2800"/>
              <a:buFont typeface="Urbanist Medium"/>
              <a:buNone/>
              <a:defRPr sz="2800">
                <a:solidFill>
                  <a:srgbClr val="D4FF00"/>
                </a:solidFill>
                <a:latin typeface="Urbanist Medium"/>
                <a:ea typeface="Urbanist Medium"/>
                <a:cs typeface="Urbanist Medium"/>
                <a:sym typeface="Urbanist Medium"/>
              </a:defRPr>
            </a:lvl3pPr>
            <a:lvl4pPr lvl="3" algn="ctr">
              <a:spcBef>
                <a:spcPts val="0"/>
              </a:spcBef>
              <a:spcAft>
                <a:spcPts val="0"/>
              </a:spcAft>
              <a:buClr>
                <a:srgbClr val="D4FF00"/>
              </a:buClr>
              <a:buSzPts val="2800"/>
              <a:buFont typeface="Urbanist Medium"/>
              <a:buNone/>
              <a:defRPr sz="2800">
                <a:solidFill>
                  <a:srgbClr val="D4FF00"/>
                </a:solidFill>
                <a:latin typeface="Urbanist Medium"/>
                <a:ea typeface="Urbanist Medium"/>
                <a:cs typeface="Urbanist Medium"/>
                <a:sym typeface="Urbanist Medium"/>
              </a:defRPr>
            </a:lvl4pPr>
            <a:lvl5pPr lvl="4" algn="ctr">
              <a:spcBef>
                <a:spcPts val="0"/>
              </a:spcBef>
              <a:spcAft>
                <a:spcPts val="0"/>
              </a:spcAft>
              <a:buClr>
                <a:srgbClr val="D4FF00"/>
              </a:buClr>
              <a:buSzPts val="2800"/>
              <a:buFont typeface="Urbanist Medium"/>
              <a:buNone/>
              <a:defRPr sz="2800">
                <a:solidFill>
                  <a:srgbClr val="D4FF00"/>
                </a:solidFill>
                <a:latin typeface="Urbanist Medium"/>
                <a:ea typeface="Urbanist Medium"/>
                <a:cs typeface="Urbanist Medium"/>
                <a:sym typeface="Urbanist Medium"/>
              </a:defRPr>
            </a:lvl5pPr>
            <a:lvl6pPr lvl="5" algn="ctr">
              <a:spcBef>
                <a:spcPts val="0"/>
              </a:spcBef>
              <a:spcAft>
                <a:spcPts val="0"/>
              </a:spcAft>
              <a:buClr>
                <a:srgbClr val="D4FF00"/>
              </a:buClr>
              <a:buSzPts val="2800"/>
              <a:buFont typeface="Urbanist Medium"/>
              <a:buNone/>
              <a:defRPr sz="2800">
                <a:solidFill>
                  <a:srgbClr val="D4FF00"/>
                </a:solidFill>
                <a:latin typeface="Urbanist Medium"/>
                <a:ea typeface="Urbanist Medium"/>
                <a:cs typeface="Urbanist Medium"/>
                <a:sym typeface="Urbanist Medium"/>
              </a:defRPr>
            </a:lvl6pPr>
            <a:lvl7pPr lvl="6" algn="ctr">
              <a:spcBef>
                <a:spcPts val="0"/>
              </a:spcBef>
              <a:spcAft>
                <a:spcPts val="0"/>
              </a:spcAft>
              <a:buClr>
                <a:srgbClr val="D4FF00"/>
              </a:buClr>
              <a:buSzPts val="2800"/>
              <a:buFont typeface="Urbanist Medium"/>
              <a:buNone/>
              <a:defRPr sz="2800">
                <a:solidFill>
                  <a:srgbClr val="D4FF00"/>
                </a:solidFill>
                <a:latin typeface="Urbanist Medium"/>
                <a:ea typeface="Urbanist Medium"/>
                <a:cs typeface="Urbanist Medium"/>
                <a:sym typeface="Urbanist Medium"/>
              </a:defRPr>
            </a:lvl7pPr>
            <a:lvl8pPr lvl="7" algn="ctr">
              <a:spcBef>
                <a:spcPts val="0"/>
              </a:spcBef>
              <a:spcAft>
                <a:spcPts val="0"/>
              </a:spcAft>
              <a:buClr>
                <a:srgbClr val="D4FF00"/>
              </a:buClr>
              <a:buSzPts val="2800"/>
              <a:buFont typeface="Urbanist Medium"/>
              <a:buNone/>
              <a:defRPr sz="2800">
                <a:solidFill>
                  <a:srgbClr val="D4FF00"/>
                </a:solidFill>
                <a:latin typeface="Urbanist Medium"/>
                <a:ea typeface="Urbanist Medium"/>
                <a:cs typeface="Urbanist Medium"/>
                <a:sym typeface="Urbanist Medium"/>
              </a:defRPr>
            </a:lvl8pPr>
            <a:lvl9pPr lvl="8" algn="ctr">
              <a:spcBef>
                <a:spcPts val="0"/>
              </a:spcBef>
              <a:spcAft>
                <a:spcPts val="0"/>
              </a:spcAft>
              <a:buClr>
                <a:srgbClr val="D4FF00"/>
              </a:buClr>
              <a:buSzPts val="2800"/>
              <a:buFont typeface="Urbanist Medium"/>
              <a:buNone/>
              <a:defRPr sz="2800">
                <a:solidFill>
                  <a:srgbClr val="D4FF00"/>
                </a:solidFill>
                <a:latin typeface="Urbanist Medium"/>
                <a:ea typeface="Urbanist Medium"/>
                <a:cs typeface="Urbanist Medium"/>
                <a:sym typeface="Urbanist Medium"/>
              </a:defRPr>
            </a:lvl9pPr>
          </a:lstStyle>
          <a:p/>
        </p:txBody>
      </p:sp>
      <p:sp>
        <p:nvSpPr>
          <p:cNvPr id="274" name="Google Shape;274;p20"/>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275" name="Google Shape;275;p20"/>
          <p:cNvSpPr txBox="1"/>
          <p:nvPr>
            <p:ph idx="2"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276" name="Google Shape;276;p20"/>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277" name="Google Shape;277;p20"/>
          <p:cNvSpPr txBox="1"/>
          <p:nvPr>
            <p:ph idx="3"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78" name="Shape 278"/>
        <p:cNvGrpSpPr/>
        <p:nvPr/>
      </p:nvGrpSpPr>
      <p:grpSpPr>
        <a:xfrm>
          <a:off x="0" y="0"/>
          <a:ext cx="0" cy="0"/>
          <a:chOff x="0" y="0"/>
          <a:chExt cx="0" cy="0"/>
        </a:xfrm>
      </p:grpSpPr>
      <p:pic>
        <p:nvPicPr>
          <p:cNvPr id="279" name="Google Shape;279;p21"/>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280" name="Google Shape;280;p21"/>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Autofit/>
          </a:bodyPr>
          <a:lstStyle>
            <a:lvl1pPr lvl="0" algn="ctr">
              <a:spcBef>
                <a:spcPts val="0"/>
              </a:spcBef>
              <a:spcAft>
                <a:spcPts val="0"/>
              </a:spcAft>
              <a:buClr>
                <a:schemeClr val="lt1"/>
              </a:buClr>
              <a:buSzPts val="3600"/>
              <a:buFont typeface="Urbanist Medium"/>
              <a:buChar char="●"/>
              <a:defRPr sz="3600">
                <a:solidFill>
                  <a:schemeClr val="lt1"/>
                </a:solidFill>
                <a:latin typeface="Urbanist Medium"/>
                <a:ea typeface="Urbanist Medium"/>
                <a:cs typeface="Urbanist Medium"/>
                <a:sym typeface="Urbanist Medium"/>
              </a:defRPr>
            </a:lvl1pPr>
            <a:lvl2pPr lvl="1" algn="ctr">
              <a:spcBef>
                <a:spcPts val="0"/>
              </a:spcBef>
              <a:spcAft>
                <a:spcPts val="0"/>
              </a:spcAft>
              <a:buSzPts val="3600"/>
              <a:buChar char="○"/>
              <a:defRPr sz="3600"/>
            </a:lvl2pPr>
            <a:lvl3pPr lvl="2" algn="ctr">
              <a:spcBef>
                <a:spcPts val="0"/>
              </a:spcBef>
              <a:spcAft>
                <a:spcPts val="0"/>
              </a:spcAft>
              <a:buSzPts val="3600"/>
              <a:buChar char="■"/>
              <a:defRPr sz="3600"/>
            </a:lvl3pPr>
            <a:lvl4pPr lvl="3" algn="ctr">
              <a:spcBef>
                <a:spcPts val="0"/>
              </a:spcBef>
              <a:spcAft>
                <a:spcPts val="0"/>
              </a:spcAft>
              <a:buSzPts val="3600"/>
              <a:buChar char="●"/>
              <a:defRPr sz="3600"/>
            </a:lvl4pPr>
            <a:lvl5pPr lvl="4" algn="ctr">
              <a:spcBef>
                <a:spcPts val="0"/>
              </a:spcBef>
              <a:spcAft>
                <a:spcPts val="0"/>
              </a:spcAft>
              <a:buSzPts val="3600"/>
              <a:buChar char="○"/>
              <a:defRPr sz="3600"/>
            </a:lvl5pPr>
            <a:lvl6pPr lvl="5" algn="ctr">
              <a:spcBef>
                <a:spcPts val="0"/>
              </a:spcBef>
              <a:spcAft>
                <a:spcPts val="0"/>
              </a:spcAft>
              <a:buSzPts val="3600"/>
              <a:buChar char="■"/>
              <a:defRPr sz="3600"/>
            </a:lvl6pPr>
            <a:lvl7pPr lvl="6" algn="ctr">
              <a:spcBef>
                <a:spcPts val="0"/>
              </a:spcBef>
              <a:spcAft>
                <a:spcPts val="0"/>
              </a:spcAft>
              <a:buSzPts val="3600"/>
              <a:buChar char="●"/>
              <a:defRPr sz="3600"/>
            </a:lvl7pPr>
            <a:lvl8pPr lvl="7" algn="ctr">
              <a:spcBef>
                <a:spcPts val="0"/>
              </a:spcBef>
              <a:spcAft>
                <a:spcPts val="0"/>
              </a:spcAft>
              <a:buSzPts val="3600"/>
              <a:buChar char="○"/>
              <a:defRPr sz="3600"/>
            </a:lvl8pPr>
            <a:lvl9pPr lvl="8" algn="ctr">
              <a:spcBef>
                <a:spcPts val="0"/>
              </a:spcBef>
              <a:spcAft>
                <a:spcPts val="0"/>
              </a:spcAft>
              <a:buSzPts val="3600"/>
              <a:buChar char="■"/>
              <a:defRPr sz="3600"/>
            </a:lvl9pPr>
          </a:lstStyle>
          <a:p/>
        </p:txBody>
      </p:sp>
      <p:sp>
        <p:nvSpPr>
          <p:cNvPr id="281" name="Google Shape;281;p21"/>
          <p:cNvSpPr txBox="1"/>
          <p:nvPr>
            <p:ph idx="1"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282" name="Google Shape;282;p21"/>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283" name="Google Shape;283;p21"/>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 and body">
    <p:spTree>
      <p:nvGrpSpPr>
        <p:cNvPr id="284" name="Shape 284"/>
        <p:cNvGrpSpPr/>
        <p:nvPr/>
      </p:nvGrpSpPr>
      <p:grpSpPr>
        <a:xfrm>
          <a:off x="0" y="0"/>
          <a:ext cx="0" cy="0"/>
          <a:chOff x="0" y="0"/>
          <a:chExt cx="0" cy="0"/>
        </a:xfrm>
      </p:grpSpPr>
      <p:pic>
        <p:nvPicPr>
          <p:cNvPr id="285" name="Google Shape;285;p22"/>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286" name="Google Shape;286;p22"/>
          <p:cNvSpPr txBox="1"/>
          <p:nvPr>
            <p:ph type="title"/>
          </p:nvPr>
        </p:nvSpPr>
        <p:spPr>
          <a:xfrm>
            <a:off x="311700" y="445025"/>
            <a:ext cx="8520600" cy="57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1pPr>
            <a:lvl2pPr lvl="1">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9pPr>
          </a:lstStyle>
          <a:p/>
        </p:txBody>
      </p:sp>
      <p:sp>
        <p:nvSpPr>
          <p:cNvPr id="287" name="Google Shape;287;p22"/>
          <p:cNvSpPr txBox="1"/>
          <p:nvPr>
            <p:ph idx="1" type="body"/>
          </p:nvPr>
        </p:nvSpPr>
        <p:spPr>
          <a:xfrm>
            <a:off x="311700" y="1152475"/>
            <a:ext cx="8520600" cy="34164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1pPr>
            <a:lvl2pPr indent="-317500" lvl="1" marL="9144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2pPr>
            <a:lvl3pPr indent="-317500" lvl="2" marL="13716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3pPr>
            <a:lvl4pPr indent="-317500" lvl="3" marL="18288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4pPr>
            <a:lvl5pPr indent="-317500" lvl="4" marL="22860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5pPr>
            <a:lvl6pPr indent="-317500" lvl="5" marL="27432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6pPr>
            <a:lvl7pPr indent="-317500" lvl="6" marL="32004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7pPr>
            <a:lvl8pPr indent="-317500" lvl="7" marL="36576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8pPr>
            <a:lvl9pPr indent="-317500" lvl="8" marL="41148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9pPr>
          </a:lstStyle>
          <a:p/>
        </p:txBody>
      </p:sp>
      <p:sp>
        <p:nvSpPr>
          <p:cNvPr id="288" name="Google Shape;288;p22"/>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289" name="Google Shape;289;p22"/>
          <p:cNvSpPr txBox="1"/>
          <p:nvPr>
            <p:ph idx="2"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290" name="Google Shape;290;p22"/>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291" name="Google Shape;291;p22"/>
          <p:cNvSpPr txBox="1"/>
          <p:nvPr>
            <p:ph idx="3"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p:cSld name="Title and two columns">
    <p:spTree>
      <p:nvGrpSpPr>
        <p:cNvPr id="292" name="Shape 292"/>
        <p:cNvGrpSpPr/>
        <p:nvPr/>
      </p:nvGrpSpPr>
      <p:grpSpPr>
        <a:xfrm>
          <a:off x="0" y="0"/>
          <a:ext cx="0" cy="0"/>
          <a:chOff x="0" y="0"/>
          <a:chExt cx="0" cy="0"/>
        </a:xfrm>
      </p:grpSpPr>
      <p:pic>
        <p:nvPicPr>
          <p:cNvPr id="293" name="Google Shape;293;p23"/>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294" name="Google Shape;294;p23"/>
          <p:cNvSpPr txBox="1"/>
          <p:nvPr>
            <p:ph type="title"/>
          </p:nvPr>
        </p:nvSpPr>
        <p:spPr>
          <a:xfrm>
            <a:off x="311700" y="445025"/>
            <a:ext cx="8520600" cy="57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1pPr>
            <a:lvl2pPr lvl="1">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9pPr>
          </a:lstStyle>
          <a:p/>
        </p:txBody>
      </p:sp>
      <p:sp>
        <p:nvSpPr>
          <p:cNvPr id="295" name="Google Shape;295;p23"/>
          <p:cNvSpPr txBox="1"/>
          <p:nvPr>
            <p:ph idx="1" type="body"/>
          </p:nvPr>
        </p:nvSpPr>
        <p:spPr>
          <a:xfrm>
            <a:off x="311700" y="1152475"/>
            <a:ext cx="3999900" cy="34164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Clr>
                <a:schemeClr val="lt1"/>
              </a:buClr>
              <a:buSzPts val="1400"/>
              <a:buFont typeface="Urbanist Medium"/>
              <a:buChar char="●"/>
              <a:defRPr sz="1400">
                <a:solidFill>
                  <a:schemeClr val="lt1"/>
                </a:solidFill>
                <a:latin typeface="Urbanist Medium"/>
                <a:ea typeface="Urbanist Medium"/>
                <a:cs typeface="Urbanist Medium"/>
                <a:sym typeface="Urbanist Medium"/>
              </a:defRPr>
            </a:lvl1pPr>
            <a:lvl2pPr indent="-304800" lvl="1" marL="9144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2pPr>
            <a:lvl3pPr indent="-304800" lvl="2" marL="13716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3pPr>
            <a:lvl4pPr indent="-304800" lvl="3" marL="18288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4pPr>
            <a:lvl5pPr indent="-304800" lvl="4" marL="22860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5pPr>
            <a:lvl6pPr indent="-304800" lvl="5" marL="27432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6pPr>
            <a:lvl7pPr indent="-304800" lvl="6" marL="32004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7pPr>
            <a:lvl8pPr indent="-304800" lvl="7" marL="36576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8pPr>
            <a:lvl9pPr indent="-304800" lvl="8" marL="41148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9pPr>
          </a:lstStyle>
          <a:p/>
        </p:txBody>
      </p:sp>
      <p:sp>
        <p:nvSpPr>
          <p:cNvPr id="296" name="Google Shape;296;p23"/>
          <p:cNvSpPr txBox="1"/>
          <p:nvPr>
            <p:ph idx="2" type="body"/>
          </p:nvPr>
        </p:nvSpPr>
        <p:spPr>
          <a:xfrm>
            <a:off x="4832400" y="1152475"/>
            <a:ext cx="3999900" cy="34164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Clr>
                <a:schemeClr val="lt1"/>
              </a:buClr>
              <a:buSzPts val="1400"/>
              <a:buFont typeface="Urbanist Medium"/>
              <a:buChar char="●"/>
              <a:defRPr sz="1400">
                <a:solidFill>
                  <a:schemeClr val="lt1"/>
                </a:solidFill>
                <a:latin typeface="Urbanist Medium"/>
                <a:ea typeface="Urbanist Medium"/>
                <a:cs typeface="Urbanist Medium"/>
                <a:sym typeface="Urbanist Medium"/>
              </a:defRPr>
            </a:lvl1pPr>
            <a:lvl2pPr indent="-304800" lvl="1" marL="9144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2pPr>
            <a:lvl3pPr indent="-304800" lvl="2" marL="13716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3pPr>
            <a:lvl4pPr indent="-304800" lvl="3" marL="18288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4pPr>
            <a:lvl5pPr indent="-304800" lvl="4" marL="22860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5pPr>
            <a:lvl6pPr indent="-304800" lvl="5" marL="27432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6pPr>
            <a:lvl7pPr indent="-304800" lvl="6" marL="32004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7pPr>
            <a:lvl8pPr indent="-304800" lvl="7" marL="36576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8pPr>
            <a:lvl9pPr indent="-304800" lvl="8" marL="41148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9pPr>
          </a:lstStyle>
          <a:p/>
        </p:txBody>
      </p:sp>
      <p:sp>
        <p:nvSpPr>
          <p:cNvPr id="297" name="Google Shape;297;p23"/>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298" name="Google Shape;298;p23"/>
          <p:cNvSpPr txBox="1"/>
          <p:nvPr>
            <p:ph idx="3"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299" name="Google Shape;299;p23"/>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300" name="Google Shape;300;p23"/>
          <p:cNvSpPr txBox="1"/>
          <p:nvPr>
            <p:ph idx="4"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301" name="Shape 301"/>
        <p:cNvGrpSpPr/>
        <p:nvPr/>
      </p:nvGrpSpPr>
      <p:grpSpPr>
        <a:xfrm>
          <a:off x="0" y="0"/>
          <a:ext cx="0" cy="0"/>
          <a:chOff x="0" y="0"/>
          <a:chExt cx="0" cy="0"/>
        </a:xfrm>
      </p:grpSpPr>
      <p:pic>
        <p:nvPicPr>
          <p:cNvPr id="302" name="Google Shape;302;p24"/>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303" name="Google Shape;303;p24"/>
          <p:cNvSpPr txBox="1"/>
          <p:nvPr>
            <p:ph type="title"/>
          </p:nvPr>
        </p:nvSpPr>
        <p:spPr>
          <a:xfrm>
            <a:off x="311700" y="445025"/>
            <a:ext cx="8520600" cy="57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Clr>
                <a:srgbClr val="D4FF00"/>
              </a:buClr>
              <a:buSzPts val="1400"/>
              <a:buFont typeface="Urbanist Medium"/>
              <a:buChar char="●"/>
              <a:defRPr>
                <a:solidFill>
                  <a:srgbClr val="D4FF00"/>
                </a:solidFill>
                <a:latin typeface="Urbanist Medium"/>
                <a:ea typeface="Urbanist Medium"/>
                <a:cs typeface="Urbanist Medium"/>
                <a:sym typeface="Urbanist Medium"/>
              </a:defRPr>
            </a:lvl1pPr>
            <a:lvl2pPr lvl="1">
              <a:spcBef>
                <a:spcPts val="0"/>
              </a:spcBef>
              <a:spcAft>
                <a:spcPts val="0"/>
              </a:spcAft>
              <a:buClr>
                <a:srgbClr val="D4FF00"/>
              </a:buClr>
              <a:buSzPts val="1400"/>
              <a:buFont typeface="Urbanist Medium"/>
              <a:buChar char="○"/>
              <a:defRPr>
                <a:solidFill>
                  <a:srgbClr val="D4FF00"/>
                </a:solidFill>
                <a:latin typeface="Urbanist Medium"/>
                <a:ea typeface="Urbanist Medium"/>
                <a:cs typeface="Urbanist Medium"/>
                <a:sym typeface="Urbanist Medium"/>
              </a:defRPr>
            </a:lvl2pPr>
            <a:lvl3pPr lvl="2">
              <a:spcBef>
                <a:spcPts val="0"/>
              </a:spcBef>
              <a:spcAft>
                <a:spcPts val="0"/>
              </a:spcAft>
              <a:buClr>
                <a:srgbClr val="D4FF00"/>
              </a:buClr>
              <a:buSzPts val="1400"/>
              <a:buFont typeface="Urbanist Medium"/>
              <a:buChar char="■"/>
              <a:defRPr>
                <a:solidFill>
                  <a:srgbClr val="D4FF00"/>
                </a:solidFill>
                <a:latin typeface="Urbanist Medium"/>
                <a:ea typeface="Urbanist Medium"/>
                <a:cs typeface="Urbanist Medium"/>
                <a:sym typeface="Urbanist Medium"/>
              </a:defRPr>
            </a:lvl3pPr>
            <a:lvl4pPr lvl="3">
              <a:spcBef>
                <a:spcPts val="0"/>
              </a:spcBef>
              <a:spcAft>
                <a:spcPts val="0"/>
              </a:spcAft>
              <a:buClr>
                <a:srgbClr val="D4FF00"/>
              </a:buClr>
              <a:buSzPts val="1400"/>
              <a:buFont typeface="Urbanist Medium"/>
              <a:buChar char="●"/>
              <a:defRPr>
                <a:solidFill>
                  <a:srgbClr val="D4FF00"/>
                </a:solidFill>
                <a:latin typeface="Urbanist Medium"/>
                <a:ea typeface="Urbanist Medium"/>
                <a:cs typeface="Urbanist Medium"/>
                <a:sym typeface="Urbanist Medium"/>
              </a:defRPr>
            </a:lvl4pPr>
            <a:lvl5pPr lvl="4">
              <a:spcBef>
                <a:spcPts val="0"/>
              </a:spcBef>
              <a:spcAft>
                <a:spcPts val="0"/>
              </a:spcAft>
              <a:buClr>
                <a:srgbClr val="D4FF00"/>
              </a:buClr>
              <a:buSzPts val="1400"/>
              <a:buFont typeface="Urbanist Medium"/>
              <a:buChar char="○"/>
              <a:defRPr>
                <a:solidFill>
                  <a:srgbClr val="D4FF00"/>
                </a:solidFill>
                <a:latin typeface="Urbanist Medium"/>
                <a:ea typeface="Urbanist Medium"/>
                <a:cs typeface="Urbanist Medium"/>
                <a:sym typeface="Urbanist Medium"/>
              </a:defRPr>
            </a:lvl5pPr>
            <a:lvl6pPr lvl="5">
              <a:spcBef>
                <a:spcPts val="0"/>
              </a:spcBef>
              <a:spcAft>
                <a:spcPts val="0"/>
              </a:spcAft>
              <a:buClr>
                <a:srgbClr val="D4FF00"/>
              </a:buClr>
              <a:buSzPts val="1400"/>
              <a:buFont typeface="Urbanist Medium"/>
              <a:buChar char="■"/>
              <a:defRPr>
                <a:solidFill>
                  <a:srgbClr val="D4FF00"/>
                </a:solidFill>
                <a:latin typeface="Urbanist Medium"/>
                <a:ea typeface="Urbanist Medium"/>
                <a:cs typeface="Urbanist Medium"/>
                <a:sym typeface="Urbanist Medium"/>
              </a:defRPr>
            </a:lvl6pPr>
            <a:lvl7pPr lvl="6">
              <a:spcBef>
                <a:spcPts val="0"/>
              </a:spcBef>
              <a:spcAft>
                <a:spcPts val="0"/>
              </a:spcAft>
              <a:buClr>
                <a:srgbClr val="D4FF00"/>
              </a:buClr>
              <a:buSzPts val="1400"/>
              <a:buFont typeface="Urbanist Medium"/>
              <a:buChar char="●"/>
              <a:defRPr>
                <a:solidFill>
                  <a:srgbClr val="D4FF00"/>
                </a:solidFill>
                <a:latin typeface="Urbanist Medium"/>
                <a:ea typeface="Urbanist Medium"/>
                <a:cs typeface="Urbanist Medium"/>
                <a:sym typeface="Urbanist Medium"/>
              </a:defRPr>
            </a:lvl7pPr>
            <a:lvl8pPr lvl="7">
              <a:spcBef>
                <a:spcPts val="0"/>
              </a:spcBef>
              <a:spcAft>
                <a:spcPts val="0"/>
              </a:spcAft>
              <a:buClr>
                <a:srgbClr val="D4FF00"/>
              </a:buClr>
              <a:buSzPts val="1400"/>
              <a:buFont typeface="Urbanist Medium"/>
              <a:buChar char="○"/>
              <a:defRPr>
                <a:solidFill>
                  <a:srgbClr val="D4FF00"/>
                </a:solidFill>
                <a:latin typeface="Urbanist Medium"/>
                <a:ea typeface="Urbanist Medium"/>
                <a:cs typeface="Urbanist Medium"/>
                <a:sym typeface="Urbanist Medium"/>
              </a:defRPr>
            </a:lvl8pPr>
            <a:lvl9pPr lvl="8">
              <a:spcBef>
                <a:spcPts val="0"/>
              </a:spcBef>
              <a:spcAft>
                <a:spcPts val="0"/>
              </a:spcAft>
              <a:buClr>
                <a:srgbClr val="D4FF00"/>
              </a:buClr>
              <a:buSzPts val="1400"/>
              <a:buFont typeface="Urbanist Medium"/>
              <a:buChar char="■"/>
              <a:defRPr>
                <a:solidFill>
                  <a:srgbClr val="D4FF00"/>
                </a:solidFill>
                <a:latin typeface="Urbanist Medium"/>
                <a:ea typeface="Urbanist Medium"/>
                <a:cs typeface="Urbanist Medium"/>
                <a:sym typeface="Urbanist Medium"/>
              </a:defRPr>
            </a:lvl9pPr>
          </a:lstStyle>
          <a:p/>
        </p:txBody>
      </p:sp>
      <p:sp>
        <p:nvSpPr>
          <p:cNvPr id="304" name="Google Shape;304;p24"/>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305" name="Google Shape;305;p24"/>
          <p:cNvSpPr txBox="1"/>
          <p:nvPr>
            <p:ph idx="1"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306" name="Google Shape;306;p24"/>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307" name="Google Shape;307;p24"/>
          <p:cNvSpPr txBox="1"/>
          <p:nvPr>
            <p:ph idx="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 column text">
    <p:spTree>
      <p:nvGrpSpPr>
        <p:cNvPr id="308" name="Shape 308"/>
        <p:cNvGrpSpPr/>
        <p:nvPr/>
      </p:nvGrpSpPr>
      <p:grpSpPr>
        <a:xfrm>
          <a:off x="0" y="0"/>
          <a:ext cx="0" cy="0"/>
          <a:chOff x="0" y="0"/>
          <a:chExt cx="0" cy="0"/>
        </a:xfrm>
      </p:grpSpPr>
      <p:pic>
        <p:nvPicPr>
          <p:cNvPr id="309" name="Google Shape;309;p25"/>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310" name="Google Shape;310;p25"/>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Autofit/>
          </a:bodyPr>
          <a:lstStyle>
            <a:lvl1pPr lvl="0">
              <a:spcBef>
                <a:spcPts val="0"/>
              </a:spcBef>
              <a:spcAft>
                <a:spcPts val="0"/>
              </a:spcAft>
              <a:buClr>
                <a:schemeClr val="lt1"/>
              </a:buClr>
              <a:buSzPts val="2400"/>
              <a:buFont typeface="Urbanist Medium"/>
              <a:buChar char="●"/>
              <a:defRPr sz="2400">
                <a:solidFill>
                  <a:schemeClr val="lt1"/>
                </a:solidFill>
                <a:latin typeface="Urbanist Medium"/>
                <a:ea typeface="Urbanist Medium"/>
                <a:cs typeface="Urbanist Medium"/>
                <a:sym typeface="Urbanist Medium"/>
              </a:defRPr>
            </a:lvl1pPr>
            <a:lvl2pPr lvl="1">
              <a:spcBef>
                <a:spcPts val="0"/>
              </a:spcBef>
              <a:spcAft>
                <a:spcPts val="0"/>
              </a:spcAft>
              <a:buClr>
                <a:schemeClr val="lt1"/>
              </a:buClr>
              <a:buSzPts val="2400"/>
              <a:buFont typeface="Urbanist Medium"/>
              <a:buChar char="○"/>
              <a:defRPr sz="2400">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2400"/>
              <a:buFont typeface="Urbanist Medium"/>
              <a:buChar char="■"/>
              <a:defRPr sz="2400">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2400"/>
              <a:buFont typeface="Urbanist Medium"/>
              <a:buChar char="●"/>
              <a:defRPr sz="2400">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2400"/>
              <a:buFont typeface="Urbanist Medium"/>
              <a:buChar char="○"/>
              <a:defRPr sz="2400">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2400"/>
              <a:buFont typeface="Urbanist Medium"/>
              <a:buChar char="■"/>
              <a:defRPr sz="2400">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2400"/>
              <a:buFont typeface="Urbanist Medium"/>
              <a:buChar char="●"/>
              <a:defRPr sz="2400">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2400"/>
              <a:buFont typeface="Urbanist Medium"/>
              <a:buChar char="○"/>
              <a:defRPr sz="2400">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2400"/>
              <a:buFont typeface="Urbanist Medium"/>
              <a:buChar char="■"/>
              <a:defRPr sz="2400">
                <a:solidFill>
                  <a:schemeClr val="lt1"/>
                </a:solidFill>
                <a:latin typeface="Urbanist Medium"/>
                <a:ea typeface="Urbanist Medium"/>
                <a:cs typeface="Urbanist Medium"/>
                <a:sym typeface="Urbanist Medium"/>
              </a:defRPr>
            </a:lvl9pPr>
          </a:lstStyle>
          <a:p/>
        </p:txBody>
      </p:sp>
      <p:sp>
        <p:nvSpPr>
          <p:cNvPr id="311" name="Google Shape;311;p25"/>
          <p:cNvSpPr txBox="1"/>
          <p:nvPr>
            <p:ph idx="1" type="body"/>
          </p:nvPr>
        </p:nvSpPr>
        <p:spPr>
          <a:xfrm>
            <a:off x="311700" y="1411100"/>
            <a:ext cx="7696200" cy="3157800"/>
          </a:xfrm>
          <a:prstGeom prst="rect">
            <a:avLst/>
          </a:prstGeom>
          <a:noFill/>
          <a:ln>
            <a:noFill/>
          </a:ln>
        </p:spPr>
        <p:txBody>
          <a:bodyPr anchorCtr="0" anchor="ctr" bIns="91425" lIns="91425" spcFirstLastPara="1" rIns="91425" wrap="square" tIns="91425">
            <a:noAutofit/>
          </a:bodyPr>
          <a:lstStyle>
            <a:lvl1pPr indent="-304800" lvl="0" marL="4572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1pPr>
            <a:lvl2pPr indent="-304800" lvl="1" marL="9144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2pPr>
            <a:lvl3pPr indent="-304800" lvl="2" marL="13716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3pPr>
            <a:lvl4pPr indent="-304800" lvl="3" marL="18288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4pPr>
            <a:lvl5pPr indent="-304800" lvl="4" marL="22860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5pPr>
            <a:lvl6pPr indent="-304800" lvl="5" marL="27432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6pPr>
            <a:lvl7pPr indent="-304800" lvl="6" marL="32004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7pPr>
            <a:lvl8pPr indent="-304800" lvl="7" marL="36576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8pPr>
            <a:lvl9pPr indent="-304800" lvl="8" marL="41148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9pPr>
          </a:lstStyle>
          <a:p/>
        </p:txBody>
      </p:sp>
      <p:sp>
        <p:nvSpPr>
          <p:cNvPr id="312" name="Google Shape;312;p25"/>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313" name="Google Shape;313;p25"/>
          <p:cNvSpPr txBox="1"/>
          <p:nvPr>
            <p:ph idx="2"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314" name="Google Shape;314;p25"/>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315" name="Google Shape;315;p25"/>
          <p:cNvSpPr txBox="1"/>
          <p:nvPr>
            <p:ph idx="3"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 point">
    <p:spTree>
      <p:nvGrpSpPr>
        <p:cNvPr id="316" name="Shape 316"/>
        <p:cNvGrpSpPr/>
        <p:nvPr/>
      </p:nvGrpSpPr>
      <p:grpSpPr>
        <a:xfrm>
          <a:off x="0" y="0"/>
          <a:ext cx="0" cy="0"/>
          <a:chOff x="0" y="0"/>
          <a:chExt cx="0" cy="0"/>
        </a:xfrm>
      </p:grpSpPr>
      <p:pic>
        <p:nvPicPr>
          <p:cNvPr id="317" name="Google Shape;317;p26"/>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318" name="Google Shape;318;p26"/>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Clr>
                <a:schemeClr val="lt1"/>
              </a:buClr>
              <a:buSzPts val="4800"/>
              <a:buFont typeface="Urbanist Medium"/>
              <a:buChar char="●"/>
              <a:defRPr sz="4800">
                <a:solidFill>
                  <a:schemeClr val="lt1"/>
                </a:solidFill>
                <a:latin typeface="Urbanist Medium"/>
                <a:ea typeface="Urbanist Medium"/>
                <a:cs typeface="Urbanist Medium"/>
                <a:sym typeface="Urbanist Medium"/>
              </a:defRPr>
            </a:lvl1pPr>
            <a:lvl2pPr lvl="1">
              <a:spcBef>
                <a:spcPts val="0"/>
              </a:spcBef>
              <a:spcAft>
                <a:spcPts val="0"/>
              </a:spcAft>
              <a:buSzPts val="4800"/>
              <a:buChar char="○"/>
              <a:defRPr sz="4800"/>
            </a:lvl2pPr>
            <a:lvl3pPr lvl="2">
              <a:spcBef>
                <a:spcPts val="0"/>
              </a:spcBef>
              <a:spcAft>
                <a:spcPts val="0"/>
              </a:spcAft>
              <a:buSzPts val="4800"/>
              <a:buChar char="■"/>
              <a:defRPr sz="4800"/>
            </a:lvl3pPr>
            <a:lvl4pPr lvl="3">
              <a:spcBef>
                <a:spcPts val="0"/>
              </a:spcBef>
              <a:spcAft>
                <a:spcPts val="0"/>
              </a:spcAft>
              <a:buSzPts val="4800"/>
              <a:buChar char="●"/>
              <a:defRPr sz="4800"/>
            </a:lvl4pPr>
            <a:lvl5pPr lvl="4">
              <a:spcBef>
                <a:spcPts val="0"/>
              </a:spcBef>
              <a:spcAft>
                <a:spcPts val="0"/>
              </a:spcAft>
              <a:buSzPts val="4800"/>
              <a:buChar char="○"/>
              <a:defRPr sz="4800"/>
            </a:lvl5pPr>
            <a:lvl6pPr lvl="5">
              <a:spcBef>
                <a:spcPts val="0"/>
              </a:spcBef>
              <a:spcAft>
                <a:spcPts val="0"/>
              </a:spcAft>
              <a:buSzPts val="4800"/>
              <a:buChar char="■"/>
              <a:defRPr sz="4800"/>
            </a:lvl6pPr>
            <a:lvl7pPr lvl="6">
              <a:spcBef>
                <a:spcPts val="0"/>
              </a:spcBef>
              <a:spcAft>
                <a:spcPts val="0"/>
              </a:spcAft>
              <a:buSzPts val="4800"/>
              <a:buChar char="●"/>
              <a:defRPr sz="4800"/>
            </a:lvl7pPr>
            <a:lvl8pPr lvl="7">
              <a:spcBef>
                <a:spcPts val="0"/>
              </a:spcBef>
              <a:spcAft>
                <a:spcPts val="0"/>
              </a:spcAft>
              <a:buSzPts val="4800"/>
              <a:buChar char="○"/>
              <a:defRPr sz="4800"/>
            </a:lvl8pPr>
            <a:lvl9pPr lvl="8">
              <a:spcBef>
                <a:spcPts val="0"/>
              </a:spcBef>
              <a:spcAft>
                <a:spcPts val="0"/>
              </a:spcAft>
              <a:buSzPts val="4800"/>
              <a:buChar char="■"/>
              <a:defRPr sz="4800"/>
            </a:lvl9pPr>
          </a:lstStyle>
          <a:p/>
        </p:txBody>
      </p:sp>
      <p:sp>
        <p:nvSpPr>
          <p:cNvPr id="319" name="Google Shape;319;p26"/>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320" name="Google Shape;320;p26"/>
          <p:cNvSpPr txBox="1"/>
          <p:nvPr>
            <p:ph idx="1"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321" name="Google Shape;321;p26"/>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322" name="Google Shape;322;p26"/>
          <p:cNvSpPr txBox="1"/>
          <p:nvPr>
            <p:ph idx="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 title and description">
    <p:spTree>
      <p:nvGrpSpPr>
        <p:cNvPr id="323" name="Shape 323"/>
        <p:cNvGrpSpPr/>
        <p:nvPr/>
      </p:nvGrpSpPr>
      <p:grpSpPr>
        <a:xfrm>
          <a:off x="0" y="0"/>
          <a:ext cx="0" cy="0"/>
          <a:chOff x="0" y="0"/>
          <a:chExt cx="0" cy="0"/>
        </a:xfrm>
      </p:grpSpPr>
      <p:pic>
        <p:nvPicPr>
          <p:cNvPr id="324" name="Google Shape;324;p27"/>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325" name="Google Shape;325;p27"/>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Autofit/>
          </a:bodyPr>
          <a:lstStyle>
            <a:lvl1pPr lvl="0" algn="ctr">
              <a:spcBef>
                <a:spcPts val="0"/>
              </a:spcBef>
              <a:spcAft>
                <a:spcPts val="0"/>
              </a:spcAft>
              <a:buClr>
                <a:schemeClr val="lt1"/>
              </a:buClr>
              <a:buSzPts val="4200"/>
              <a:buFont typeface="Urbanist Medium"/>
              <a:buChar char="●"/>
              <a:defRPr sz="4200">
                <a:solidFill>
                  <a:schemeClr val="lt1"/>
                </a:solidFill>
                <a:latin typeface="Urbanist Medium"/>
                <a:ea typeface="Urbanist Medium"/>
                <a:cs typeface="Urbanist Medium"/>
                <a:sym typeface="Urbanist Medium"/>
              </a:defRPr>
            </a:lvl1pPr>
            <a:lvl2pPr lvl="1" algn="ctr">
              <a:spcBef>
                <a:spcPts val="0"/>
              </a:spcBef>
              <a:spcAft>
                <a:spcPts val="0"/>
              </a:spcAft>
              <a:buClr>
                <a:schemeClr val="lt1"/>
              </a:buClr>
              <a:buSzPts val="4200"/>
              <a:buFont typeface="Urbanist Medium"/>
              <a:buChar char="○"/>
              <a:defRPr sz="4200">
                <a:solidFill>
                  <a:schemeClr val="lt1"/>
                </a:solidFill>
                <a:latin typeface="Urbanist Medium"/>
                <a:ea typeface="Urbanist Medium"/>
                <a:cs typeface="Urbanist Medium"/>
                <a:sym typeface="Urbanist Medium"/>
              </a:defRPr>
            </a:lvl2pPr>
            <a:lvl3pPr lvl="2" algn="ctr">
              <a:spcBef>
                <a:spcPts val="0"/>
              </a:spcBef>
              <a:spcAft>
                <a:spcPts val="0"/>
              </a:spcAft>
              <a:buClr>
                <a:schemeClr val="lt1"/>
              </a:buClr>
              <a:buSzPts val="4200"/>
              <a:buFont typeface="Urbanist Medium"/>
              <a:buChar char="■"/>
              <a:defRPr sz="4200">
                <a:solidFill>
                  <a:schemeClr val="lt1"/>
                </a:solidFill>
                <a:latin typeface="Urbanist Medium"/>
                <a:ea typeface="Urbanist Medium"/>
                <a:cs typeface="Urbanist Medium"/>
                <a:sym typeface="Urbanist Medium"/>
              </a:defRPr>
            </a:lvl3pPr>
            <a:lvl4pPr lvl="3" algn="ctr">
              <a:spcBef>
                <a:spcPts val="0"/>
              </a:spcBef>
              <a:spcAft>
                <a:spcPts val="0"/>
              </a:spcAft>
              <a:buClr>
                <a:schemeClr val="lt1"/>
              </a:buClr>
              <a:buSzPts val="4200"/>
              <a:buFont typeface="Urbanist Medium"/>
              <a:buChar char="●"/>
              <a:defRPr sz="4200">
                <a:solidFill>
                  <a:schemeClr val="lt1"/>
                </a:solidFill>
                <a:latin typeface="Urbanist Medium"/>
                <a:ea typeface="Urbanist Medium"/>
                <a:cs typeface="Urbanist Medium"/>
                <a:sym typeface="Urbanist Medium"/>
              </a:defRPr>
            </a:lvl4pPr>
            <a:lvl5pPr lvl="4" algn="ctr">
              <a:spcBef>
                <a:spcPts val="0"/>
              </a:spcBef>
              <a:spcAft>
                <a:spcPts val="0"/>
              </a:spcAft>
              <a:buClr>
                <a:schemeClr val="lt1"/>
              </a:buClr>
              <a:buSzPts val="4200"/>
              <a:buFont typeface="Urbanist Medium"/>
              <a:buChar char="○"/>
              <a:defRPr sz="4200">
                <a:solidFill>
                  <a:schemeClr val="lt1"/>
                </a:solidFill>
                <a:latin typeface="Urbanist Medium"/>
                <a:ea typeface="Urbanist Medium"/>
                <a:cs typeface="Urbanist Medium"/>
                <a:sym typeface="Urbanist Medium"/>
              </a:defRPr>
            </a:lvl5pPr>
            <a:lvl6pPr lvl="5" algn="ctr">
              <a:spcBef>
                <a:spcPts val="0"/>
              </a:spcBef>
              <a:spcAft>
                <a:spcPts val="0"/>
              </a:spcAft>
              <a:buClr>
                <a:schemeClr val="lt1"/>
              </a:buClr>
              <a:buSzPts val="4200"/>
              <a:buFont typeface="Urbanist Medium"/>
              <a:buChar char="■"/>
              <a:defRPr sz="4200">
                <a:solidFill>
                  <a:schemeClr val="lt1"/>
                </a:solidFill>
                <a:latin typeface="Urbanist Medium"/>
                <a:ea typeface="Urbanist Medium"/>
                <a:cs typeface="Urbanist Medium"/>
                <a:sym typeface="Urbanist Medium"/>
              </a:defRPr>
            </a:lvl6pPr>
            <a:lvl7pPr lvl="6" algn="ctr">
              <a:spcBef>
                <a:spcPts val="0"/>
              </a:spcBef>
              <a:spcAft>
                <a:spcPts val="0"/>
              </a:spcAft>
              <a:buClr>
                <a:schemeClr val="lt1"/>
              </a:buClr>
              <a:buSzPts val="4200"/>
              <a:buFont typeface="Urbanist Medium"/>
              <a:buChar char="●"/>
              <a:defRPr sz="4200">
                <a:solidFill>
                  <a:schemeClr val="lt1"/>
                </a:solidFill>
                <a:latin typeface="Urbanist Medium"/>
                <a:ea typeface="Urbanist Medium"/>
                <a:cs typeface="Urbanist Medium"/>
                <a:sym typeface="Urbanist Medium"/>
              </a:defRPr>
            </a:lvl7pPr>
            <a:lvl8pPr lvl="7" algn="ctr">
              <a:spcBef>
                <a:spcPts val="0"/>
              </a:spcBef>
              <a:spcAft>
                <a:spcPts val="0"/>
              </a:spcAft>
              <a:buClr>
                <a:schemeClr val="lt1"/>
              </a:buClr>
              <a:buSzPts val="4200"/>
              <a:buFont typeface="Urbanist Medium"/>
              <a:buChar char="○"/>
              <a:defRPr sz="4200">
                <a:solidFill>
                  <a:schemeClr val="lt1"/>
                </a:solidFill>
                <a:latin typeface="Urbanist Medium"/>
                <a:ea typeface="Urbanist Medium"/>
                <a:cs typeface="Urbanist Medium"/>
                <a:sym typeface="Urbanist Medium"/>
              </a:defRPr>
            </a:lvl8pPr>
            <a:lvl9pPr lvl="8" algn="ctr">
              <a:spcBef>
                <a:spcPts val="0"/>
              </a:spcBef>
              <a:spcAft>
                <a:spcPts val="0"/>
              </a:spcAft>
              <a:buClr>
                <a:schemeClr val="lt1"/>
              </a:buClr>
              <a:buSzPts val="4200"/>
              <a:buFont typeface="Urbanist Medium"/>
              <a:buChar char="■"/>
              <a:defRPr sz="4200">
                <a:solidFill>
                  <a:schemeClr val="lt1"/>
                </a:solidFill>
                <a:latin typeface="Urbanist Medium"/>
                <a:ea typeface="Urbanist Medium"/>
                <a:cs typeface="Urbanist Medium"/>
                <a:sym typeface="Urbanist Medium"/>
              </a:defRPr>
            </a:lvl9pPr>
          </a:lstStyle>
          <a:p/>
        </p:txBody>
      </p:sp>
      <p:sp>
        <p:nvSpPr>
          <p:cNvPr id="326" name="Google Shape;326;p27"/>
          <p:cNvSpPr txBox="1"/>
          <p:nvPr>
            <p:ph idx="1" type="subTitle"/>
          </p:nvPr>
        </p:nvSpPr>
        <p:spPr>
          <a:xfrm>
            <a:off x="265500" y="2803075"/>
            <a:ext cx="4045200" cy="1235100"/>
          </a:xfrm>
          <a:prstGeom prst="rect">
            <a:avLst/>
          </a:prstGeom>
          <a:noFill/>
          <a:ln>
            <a:noFill/>
          </a:ln>
        </p:spPr>
        <p:txBody>
          <a:bodyPr anchorCtr="0" anchor="ctr" bIns="91425" lIns="91425" spcFirstLastPara="1" rIns="91425" wrap="square" tIns="91425">
            <a:noAutofit/>
          </a:bodyPr>
          <a:lstStyle>
            <a:lvl1pPr lvl="0" algn="ctr">
              <a:spcBef>
                <a:spcPts val="0"/>
              </a:spcBef>
              <a:spcAft>
                <a:spcPts val="0"/>
              </a:spcAft>
              <a:buClr>
                <a:schemeClr val="lt1"/>
              </a:buClr>
              <a:buSzPts val="2100"/>
              <a:buFont typeface="Urbanist Medium"/>
              <a:buNone/>
              <a:defRPr sz="2100">
                <a:solidFill>
                  <a:schemeClr val="lt1"/>
                </a:solidFill>
                <a:latin typeface="Urbanist Medium"/>
                <a:ea typeface="Urbanist Medium"/>
                <a:cs typeface="Urbanist Medium"/>
                <a:sym typeface="Urbanist Medium"/>
              </a:defRPr>
            </a:lvl1pPr>
            <a:lvl2pPr lvl="1" algn="ctr">
              <a:spcBef>
                <a:spcPts val="0"/>
              </a:spcBef>
              <a:spcAft>
                <a:spcPts val="0"/>
              </a:spcAft>
              <a:buClr>
                <a:schemeClr val="lt1"/>
              </a:buClr>
              <a:buSzPts val="2100"/>
              <a:buFont typeface="Urbanist Medium"/>
              <a:buNone/>
              <a:defRPr sz="2100">
                <a:solidFill>
                  <a:schemeClr val="lt1"/>
                </a:solidFill>
                <a:latin typeface="Urbanist Medium"/>
                <a:ea typeface="Urbanist Medium"/>
                <a:cs typeface="Urbanist Medium"/>
                <a:sym typeface="Urbanist Medium"/>
              </a:defRPr>
            </a:lvl2pPr>
            <a:lvl3pPr lvl="2" algn="ctr">
              <a:spcBef>
                <a:spcPts val="0"/>
              </a:spcBef>
              <a:spcAft>
                <a:spcPts val="0"/>
              </a:spcAft>
              <a:buClr>
                <a:schemeClr val="lt1"/>
              </a:buClr>
              <a:buSzPts val="2100"/>
              <a:buFont typeface="Urbanist Medium"/>
              <a:buNone/>
              <a:defRPr sz="2100">
                <a:solidFill>
                  <a:schemeClr val="lt1"/>
                </a:solidFill>
                <a:latin typeface="Urbanist Medium"/>
                <a:ea typeface="Urbanist Medium"/>
                <a:cs typeface="Urbanist Medium"/>
                <a:sym typeface="Urbanist Medium"/>
              </a:defRPr>
            </a:lvl3pPr>
            <a:lvl4pPr lvl="3" algn="ctr">
              <a:spcBef>
                <a:spcPts val="0"/>
              </a:spcBef>
              <a:spcAft>
                <a:spcPts val="0"/>
              </a:spcAft>
              <a:buClr>
                <a:schemeClr val="lt1"/>
              </a:buClr>
              <a:buSzPts val="2100"/>
              <a:buFont typeface="Urbanist Medium"/>
              <a:buNone/>
              <a:defRPr sz="2100">
                <a:solidFill>
                  <a:schemeClr val="lt1"/>
                </a:solidFill>
                <a:latin typeface="Urbanist Medium"/>
                <a:ea typeface="Urbanist Medium"/>
                <a:cs typeface="Urbanist Medium"/>
                <a:sym typeface="Urbanist Medium"/>
              </a:defRPr>
            </a:lvl4pPr>
            <a:lvl5pPr lvl="4" algn="ctr">
              <a:spcBef>
                <a:spcPts val="0"/>
              </a:spcBef>
              <a:spcAft>
                <a:spcPts val="0"/>
              </a:spcAft>
              <a:buClr>
                <a:schemeClr val="lt1"/>
              </a:buClr>
              <a:buSzPts val="2100"/>
              <a:buFont typeface="Urbanist Medium"/>
              <a:buNone/>
              <a:defRPr sz="2100">
                <a:solidFill>
                  <a:schemeClr val="lt1"/>
                </a:solidFill>
                <a:latin typeface="Urbanist Medium"/>
                <a:ea typeface="Urbanist Medium"/>
                <a:cs typeface="Urbanist Medium"/>
                <a:sym typeface="Urbanist Medium"/>
              </a:defRPr>
            </a:lvl5pPr>
            <a:lvl6pPr lvl="5" algn="ctr">
              <a:spcBef>
                <a:spcPts val="0"/>
              </a:spcBef>
              <a:spcAft>
                <a:spcPts val="0"/>
              </a:spcAft>
              <a:buClr>
                <a:schemeClr val="lt1"/>
              </a:buClr>
              <a:buSzPts val="2100"/>
              <a:buFont typeface="Urbanist Medium"/>
              <a:buNone/>
              <a:defRPr sz="2100">
                <a:solidFill>
                  <a:schemeClr val="lt1"/>
                </a:solidFill>
                <a:latin typeface="Urbanist Medium"/>
                <a:ea typeface="Urbanist Medium"/>
                <a:cs typeface="Urbanist Medium"/>
                <a:sym typeface="Urbanist Medium"/>
              </a:defRPr>
            </a:lvl6pPr>
            <a:lvl7pPr lvl="6" algn="ctr">
              <a:spcBef>
                <a:spcPts val="0"/>
              </a:spcBef>
              <a:spcAft>
                <a:spcPts val="0"/>
              </a:spcAft>
              <a:buClr>
                <a:schemeClr val="lt1"/>
              </a:buClr>
              <a:buSzPts val="2100"/>
              <a:buFont typeface="Urbanist Medium"/>
              <a:buNone/>
              <a:defRPr sz="2100">
                <a:solidFill>
                  <a:schemeClr val="lt1"/>
                </a:solidFill>
                <a:latin typeface="Urbanist Medium"/>
                <a:ea typeface="Urbanist Medium"/>
                <a:cs typeface="Urbanist Medium"/>
                <a:sym typeface="Urbanist Medium"/>
              </a:defRPr>
            </a:lvl7pPr>
            <a:lvl8pPr lvl="7" algn="ctr">
              <a:spcBef>
                <a:spcPts val="0"/>
              </a:spcBef>
              <a:spcAft>
                <a:spcPts val="0"/>
              </a:spcAft>
              <a:buClr>
                <a:schemeClr val="lt1"/>
              </a:buClr>
              <a:buSzPts val="2100"/>
              <a:buFont typeface="Urbanist Medium"/>
              <a:buNone/>
              <a:defRPr sz="2100">
                <a:solidFill>
                  <a:schemeClr val="lt1"/>
                </a:solidFill>
                <a:latin typeface="Urbanist Medium"/>
                <a:ea typeface="Urbanist Medium"/>
                <a:cs typeface="Urbanist Medium"/>
                <a:sym typeface="Urbanist Medium"/>
              </a:defRPr>
            </a:lvl8pPr>
            <a:lvl9pPr lvl="8" algn="ctr">
              <a:spcBef>
                <a:spcPts val="0"/>
              </a:spcBef>
              <a:spcAft>
                <a:spcPts val="0"/>
              </a:spcAft>
              <a:buClr>
                <a:schemeClr val="lt1"/>
              </a:buClr>
              <a:buSzPts val="2100"/>
              <a:buFont typeface="Urbanist Medium"/>
              <a:buNone/>
              <a:defRPr sz="2100">
                <a:solidFill>
                  <a:schemeClr val="lt1"/>
                </a:solidFill>
                <a:latin typeface="Urbanist Medium"/>
                <a:ea typeface="Urbanist Medium"/>
                <a:cs typeface="Urbanist Medium"/>
                <a:sym typeface="Urbanist Medium"/>
              </a:defRPr>
            </a:lvl9pPr>
          </a:lstStyle>
          <a:p/>
        </p:txBody>
      </p:sp>
      <p:sp>
        <p:nvSpPr>
          <p:cNvPr id="327" name="Google Shape;327;p27"/>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1pPr>
            <a:lvl2pPr indent="-317500" lvl="1" marL="9144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2pPr>
            <a:lvl3pPr indent="-317500" lvl="2" marL="13716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3pPr>
            <a:lvl4pPr indent="-317500" lvl="3" marL="18288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4pPr>
            <a:lvl5pPr indent="-317500" lvl="4" marL="22860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5pPr>
            <a:lvl6pPr indent="-317500" lvl="5" marL="27432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6pPr>
            <a:lvl7pPr indent="-317500" lvl="6" marL="32004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7pPr>
            <a:lvl8pPr indent="-317500" lvl="7" marL="36576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8pPr>
            <a:lvl9pPr indent="-317500" lvl="8" marL="41148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9pPr>
          </a:lstStyle>
          <a:p/>
        </p:txBody>
      </p:sp>
      <p:sp>
        <p:nvSpPr>
          <p:cNvPr id="328" name="Google Shape;328;p27"/>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329" name="Google Shape;329;p27"/>
          <p:cNvSpPr txBox="1"/>
          <p:nvPr>
            <p:ph idx="3"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330" name="Google Shape;330;p27"/>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331" name="Google Shape;331;p27"/>
          <p:cNvSpPr txBox="1"/>
          <p:nvPr>
            <p:ph idx="4"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
    <p:spTree>
      <p:nvGrpSpPr>
        <p:cNvPr id="332" name="Shape 332"/>
        <p:cNvGrpSpPr/>
        <p:nvPr/>
      </p:nvGrpSpPr>
      <p:grpSpPr>
        <a:xfrm>
          <a:off x="0" y="0"/>
          <a:ext cx="0" cy="0"/>
          <a:chOff x="0" y="0"/>
          <a:chExt cx="0" cy="0"/>
        </a:xfrm>
      </p:grpSpPr>
      <p:pic>
        <p:nvPicPr>
          <p:cNvPr id="333" name="Google Shape;333;p28"/>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334" name="Google Shape;334;p28"/>
          <p:cNvSpPr txBox="1"/>
          <p:nvPr>
            <p:ph idx="1" type="body"/>
          </p:nvPr>
        </p:nvSpPr>
        <p:spPr>
          <a:xfrm>
            <a:off x="311700" y="3951100"/>
            <a:ext cx="5998800" cy="646800"/>
          </a:xfrm>
          <a:prstGeom prst="rect">
            <a:avLst/>
          </a:prstGeom>
          <a:noFill/>
          <a:ln>
            <a:noFill/>
          </a:ln>
        </p:spPr>
        <p:txBody>
          <a:bodyPr anchorCtr="0" anchor="ctr" bIns="91425" lIns="91425" spcFirstLastPara="1" rIns="91425" wrap="square" tIns="91425">
            <a:noAutofit/>
          </a:bodyPr>
          <a:lstStyle>
            <a:lvl1pPr indent="-228600" lvl="0" marL="457200">
              <a:spcBef>
                <a:spcPts val="0"/>
              </a:spcBef>
              <a:spcAft>
                <a:spcPts val="0"/>
              </a:spcAft>
              <a:buClr>
                <a:schemeClr val="lt1"/>
              </a:buClr>
              <a:buSzPts val="1400"/>
              <a:buNone/>
              <a:defRPr>
                <a:solidFill>
                  <a:schemeClr val="lt1"/>
                </a:solidFill>
              </a:defRPr>
            </a:lvl1pPr>
          </a:lstStyle>
          <a:p/>
        </p:txBody>
      </p:sp>
      <p:sp>
        <p:nvSpPr>
          <p:cNvPr id="335" name="Google Shape;335;p28"/>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336" name="Google Shape;336;p28"/>
          <p:cNvSpPr txBox="1"/>
          <p:nvPr>
            <p:ph idx="2"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337" name="Google Shape;337;p28"/>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338" name="Google Shape;338;p28"/>
          <p:cNvSpPr txBox="1"/>
          <p:nvPr>
            <p:ph idx="3"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 number">
    <p:spTree>
      <p:nvGrpSpPr>
        <p:cNvPr id="339" name="Shape 339"/>
        <p:cNvGrpSpPr/>
        <p:nvPr/>
      </p:nvGrpSpPr>
      <p:grpSpPr>
        <a:xfrm>
          <a:off x="0" y="0"/>
          <a:ext cx="0" cy="0"/>
          <a:chOff x="0" y="0"/>
          <a:chExt cx="0" cy="0"/>
        </a:xfrm>
      </p:grpSpPr>
      <p:pic>
        <p:nvPicPr>
          <p:cNvPr id="340" name="Google Shape;340;p29"/>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341" name="Google Shape;341;p29"/>
          <p:cNvSpPr txBox="1"/>
          <p:nvPr>
            <p:ph hasCustomPrompt="1" type="title"/>
          </p:nvPr>
        </p:nvSpPr>
        <p:spPr>
          <a:xfrm>
            <a:off x="311700" y="624000"/>
            <a:ext cx="8520600" cy="1963500"/>
          </a:xfrm>
          <a:prstGeom prst="rect">
            <a:avLst/>
          </a:prstGeom>
          <a:noFill/>
          <a:ln>
            <a:noFill/>
          </a:ln>
        </p:spPr>
        <p:txBody>
          <a:bodyPr anchorCtr="0" anchor="b" bIns="91425" lIns="91425" spcFirstLastPara="1" rIns="91425" wrap="square" tIns="91425">
            <a:noAutofit/>
          </a:bodyPr>
          <a:lstStyle>
            <a:lvl1pPr lvl="0" algn="ctr">
              <a:spcBef>
                <a:spcPts val="0"/>
              </a:spcBef>
              <a:spcAft>
                <a:spcPts val="0"/>
              </a:spcAft>
              <a:buClr>
                <a:schemeClr val="lt1"/>
              </a:buClr>
              <a:buSzPts val="12000"/>
              <a:buFont typeface="Urbanist Medium"/>
              <a:buChar char="●"/>
              <a:defRPr sz="12000">
                <a:solidFill>
                  <a:schemeClr val="lt1"/>
                </a:solidFill>
                <a:latin typeface="Urbanist Medium"/>
                <a:ea typeface="Urbanist Medium"/>
                <a:cs typeface="Urbanist Medium"/>
                <a:sym typeface="Urbanist Medium"/>
              </a:defRPr>
            </a:lvl1pPr>
            <a:lvl2pPr lvl="1" algn="ctr">
              <a:spcBef>
                <a:spcPts val="0"/>
              </a:spcBef>
              <a:spcAft>
                <a:spcPts val="0"/>
              </a:spcAft>
              <a:buClr>
                <a:schemeClr val="lt1"/>
              </a:buClr>
              <a:buSzPts val="12000"/>
              <a:buFont typeface="Urbanist Medium"/>
              <a:buChar char="○"/>
              <a:defRPr sz="12000">
                <a:solidFill>
                  <a:schemeClr val="lt1"/>
                </a:solidFill>
                <a:latin typeface="Urbanist Medium"/>
                <a:ea typeface="Urbanist Medium"/>
                <a:cs typeface="Urbanist Medium"/>
                <a:sym typeface="Urbanist Medium"/>
              </a:defRPr>
            </a:lvl2pPr>
            <a:lvl3pPr lvl="2" algn="ctr">
              <a:spcBef>
                <a:spcPts val="0"/>
              </a:spcBef>
              <a:spcAft>
                <a:spcPts val="0"/>
              </a:spcAft>
              <a:buClr>
                <a:schemeClr val="lt1"/>
              </a:buClr>
              <a:buSzPts val="12000"/>
              <a:buFont typeface="Urbanist Medium"/>
              <a:buChar char="■"/>
              <a:defRPr sz="12000">
                <a:solidFill>
                  <a:schemeClr val="lt1"/>
                </a:solidFill>
                <a:latin typeface="Urbanist Medium"/>
                <a:ea typeface="Urbanist Medium"/>
                <a:cs typeface="Urbanist Medium"/>
                <a:sym typeface="Urbanist Medium"/>
              </a:defRPr>
            </a:lvl3pPr>
            <a:lvl4pPr lvl="3" algn="ctr">
              <a:spcBef>
                <a:spcPts val="0"/>
              </a:spcBef>
              <a:spcAft>
                <a:spcPts val="0"/>
              </a:spcAft>
              <a:buClr>
                <a:schemeClr val="lt1"/>
              </a:buClr>
              <a:buSzPts val="12000"/>
              <a:buFont typeface="Urbanist Medium"/>
              <a:buChar char="●"/>
              <a:defRPr sz="12000">
                <a:solidFill>
                  <a:schemeClr val="lt1"/>
                </a:solidFill>
                <a:latin typeface="Urbanist Medium"/>
                <a:ea typeface="Urbanist Medium"/>
                <a:cs typeface="Urbanist Medium"/>
                <a:sym typeface="Urbanist Medium"/>
              </a:defRPr>
            </a:lvl4pPr>
            <a:lvl5pPr lvl="4" algn="ctr">
              <a:spcBef>
                <a:spcPts val="0"/>
              </a:spcBef>
              <a:spcAft>
                <a:spcPts val="0"/>
              </a:spcAft>
              <a:buClr>
                <a:schemeClr val="lt1"/>
              </a:buClr>
              <a:buSzPts val="12000"/>
              <a:buFont typeface="Urbanist Medium"/>
              <a:buChar char="○"/>
              <a:defRPr sz="12000">
                <a:solidFill>
                  <a:schemeClr val="lt1"/>
                </a:solidFill>
                <a:latin typeface="Urbanist Medium"/>
                <a:ea typeface="Urbanist Medium"/>
                <a:cs typeface="Urbanist Medium"/>
                <a:sym typeface="Urbanist Medium"/>
              </a:defRPr>
            </a:lvl5pPr>
            <a:lvl6pPr lvl="5" algn="ctr">
              <a:spcBef>
                <a:spcPts val="0"/>
              </a:spcBef>
              <a:spcAft>
                <a:spcPts val="0"/>
              </a:spcAft>
              <a:buClr>
                <a:schemeClr val="lt1"/>
              </a:buClr>
              <a:buSzPts val="12000"/>
              <a:buFont typeface="Urbanist Medium"/>
              <a:buChar char="■"/>
              <a:defRPr sz="12000">
                <a:solidFill>
                  <a:schemeClr val="lt1"/>
                </a:solidFill>
                <a:latin typeface="Urbanist Medium"/>
                <a:ea typeface="Urbanist Medium"/>
                <a:cs typeface="Urbanist Medium"/>
                <a:sym typeface="Urbanist Medium"/>
              </a:defRPr>
            </a:lvl6pPr>
            <a:lvl7pPr lvl="6" algn="ctr">
              <a:spcBef>
                <a:spcPts val="0"/>
              </a:spcBef>
              <a:spcAft>
                <a:spcPts val="0"/>
              </a:spcAft>
              <a:buClr>
                <a:schemeClr val="lt1"/>
              </a:buClr>
              <a:buSzPts val="12000"/>
              <a:buFont typeface="Urbanist Medium"/>
              <a:buChar char="●"/>
              <a:defRPr sz="12000">
                <a:solidFill>
                  <a:schemeClr val="lt1"/>
                </a:solidFill>
                <a:latin typeface="Urbanist Medium"/>
                <a:ea typeface="Urbanist Medium"/>
                <a:cs typeface="Urbanist Medium"/>
                <a:sym typeface="Urbanist Medium"/>
              </a:defRPr>
            </a:lvl7pPr>
            <a:lvl8pPr lvl="7" algn="ctr">
              <a:spcBef>
                <a:spcPts val="0"/>
              </a:spcBef>
              <a:spcAft>
                <a:spcPts val="0"/>
              </a:spcAft>
              <a:buClr>
                <a:schemeClr val="lt1"/>
              </a:buClr>
              <a:buSzPts val="12000"/>
              <a:buFont typeface="Urbanist Medium"/>
              <a:buChar char="○"/>
              <a:defRPr sz="12000">
                <a:solidFill>
                  <a:schemeClr val="lt1"/>
                </a:solidFill>
                <a:latin typeface="Urbanist Medium"/>
                <a:ea typeface="Urbanist Medium"/>
                <a:cs typeface="Urbanist Medium"/>
                <a:sym typeface="Urbanist Medium"/>
              </a:defRPr>
            </a:lvl8pPr>
            <a:lvl9pPr lvl="8" algn="ctr">
              <a:spcBef>
                <a:spcPts val="0"/>
              </a:spcBef>
              <a:spcAft>
                <a:spcPts val="0"/>
              </a:spcAft>
              <a:buClr>
                <a:schemeClr val="lt1"/>
              </a:buClr>
              <a:buSzPts val="12000"/>
              <a:buFont typeface="Urbanist Medium"/>
              <a:buChar char="■"/>
              <a:defRPr sz="12000">
                <a:solidFill>
                  <a:schemeClr val="lt1"/>
                </a:solidFill>
                <a:latin typeface="Urbanist Medium"/>
                <a:ea typeface="Urbanist Medium"/>
                <a:cs typeface="Urbanist Medium"/>
                <a:sym typeface="Urbanist Medium"/>
              </a:defRPr>
            </a:lvl9pPr>
          </a:lstStyle>
          <a:p>
            <a:r>
              <a:t>xx%</a:t>
            </a:r>
          </a:p>
        </p:txBody>
      </p:sp>
      <p:sp>
        <p:nvSpPr>
          <p:cNvPr id="342" name="Google Shape;342;p29"/>
          <p:cNvSpPr txBox="1"/>
          <p:nvPr>
            <p:ph idx="1" type="body"/>
          </p:nvPr>
        </p:nvSpPr>
        <p:spPr>
          <a:xfrm>
            <a:off x="311700" y="2670100"/>
            <a:ext cx="8520600" cy="1300800"/>
          </a:xfrm>
          <a:prstGeom prst="rect">
            <a:avLst/>
          </a:prstGeom>
          <a:noFill/>
          <a:ln>
            <a:noFill/>
          </a:ln>
        </p:spPr>
        <p:txBody>
          <a:bodyPr anchorCtr="0" anchor="ctr" bIns="91425" lIns="91425" spcFirstLastPara="1" rIns="91425" wrap="square" tIns="91425">
            <a:noAutofit/>
          </a:bodyPr>
          <a:lstStyle>
            <a:lvl1pPr indent="-317500" lvl="0" marL="457200" algn="ctr">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1pPr>
            <a:lvl2pPr indent="-317500" lvl="1" marL="914400" algn="ctr">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2pPr>
            <a:lvl3pPr indent="-317500" lvl="2" marL="1371600" algn="ctr">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3pPr>
            <a:lvl4pPr indent="-317500" lvl="3" marL="1828800" algn="ctr">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4pPr>
            <a:lvl5pPr indent="-317500" lvl="4" marL="2286000" algn="ctr">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5pPr>
            <a:lvl6pPr indent="-317500" lvl="5" marL="2743200" algn="ctr">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6pPr>
            <a:lvl7pPr indent="-317500" lvl="6" marL="3200400" algn="ctr">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7pPr>
            <a:lvl8pPr indent="-317500" lvl="7" marL="3657600" algn="ctr">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8pPr>
            <a:lvl9pPr indent="-317500" lvl="8" marL="4114800" algn="ctr">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9pPr>
          </a:lstStyle>
          <a:p/>
        </p:txBody>
      </p:sp>
      <p:sp>
        <p:nvSpPr>
          <p:cNvPr id="343" name="Google Shape;343;p29"/>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344" name="Google Shape;344;p29"/>
          <p:cNvSpPr txBox="1"/>
          <p:nvPr>
            <p:ph idx="2"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345" name="Google Shape;345;p29"/>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346" name="Google Shape;346;p29"/>
          <p:cNvSpPr txBox="1"/>
          <p:nvPr>
            <p:ph idx="3"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
    <p:spTree>
      <p:nvGrpSpPr>
        <p:cNvPr id="347" name="Shape 347"/>
        <p:cNvGrpSpPr/>
        <p:nvPr/>
      </p:nvGrpSpPr>
      <p:grpSpPr>
        <a:xfrm>
          <a:off x="0" y="0"/>
          <a:ext cx="0" cy="0"/>
          <a:chOff x="0" y="0"/>
          <a:chExt cx="0" cy="0"/>
        </a:xfrm>
      </p:grpSpPr>
      <p:pic>
        <p:nvPicPr>
          <p:cNvPr id="348" name="Google Shape;348;p30"/>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349" name="Google Shape;349;p30"/>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p:cSld name="Agenda">
    <p:spTree>
      <p:nvGrpSpPr>
        <p:cNvPr id="350" name="Shape 350"/>
        <p:cNvGrpSpPr/>
        <p:nvPr/>
      </p:nvGrpSpPr>
      <p:grpSpPr>
        <a:xfrm>
          <a:off x="0" y="0"/>
          <a:ext cx="0" cy="0"/>
          <a:chOff x="0" y="0"/>
          <a:chExt cx="0" cy="0"/>
        </a:xfrm>
      </p:grpSpPr>
      <p:pic>
        <p:nvPicPr>
          <p:cNvPr id="351" name="Google Shape;351;p31"/>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352" name="Google Shape;352;p31"/>
          <p:cNvSpPr txBox="1"/>
          <p:nvPr>
            <p:ph type="title"/>
          </p:nvPr>
        </p:nvSpPr>
        <p:spPr>
          <a:xfrm>
            <a:off x="677325" y="1832775"/>
            <a:ext cx="3217200" cy="14841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Clr>
                <a:schemeClr val="lt1"/>
              </a:buClr>
              <a:buSzPts val="4200"/>
              <a:buFont typeface="Urbanist Medium"/>
              <a:buNone/>
              <a:defRPr sz="4200">
                <a:solidFill>
                  <a:schemeClr val="lt1"/>
                </a:solidFill>
                <a:latin typeface="Urbanist Medium"/>
                <a:ea typeface="Urbanist Medium"/>
                <a:cs typeface="Urbanist Medium"/>
                <a:sym typeface="Urbanist Medium"/>
              </a:defRPr>
            </a:lvl1pPr>
            <a:lvl2pPr lvl="1">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9pPr>
          </a:lstStyle>
          <a:p/>
        </p:txBody>
      </p:sp>
      <p:sp>
        <p:nvSpPr>
          <p:cNvPr id="353" name="Google Shape;353;p31"/>
          <p:cNvSpPr txBox="1"/>
          <p:nvPr>
            <p:ph idx="1" type="subTitle"/>
          </p:nvPr>
        </p:nvSpPr>
        <p:spPr>
          <a:xfrm>
            <a:off x="4406650" y="393750"/>
            <a:ext cx="4409700" cy="54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1pPr>
            <a:lvl2pPr lvl="1">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9pPr>
          </a:lstStyle>
          <a:p/>
        </p:txBody>
      </p:sp>
      <p:sp>
        <p:nvSpPr>
          <p:cNvPr id="354" name="Google Shape;354;p31"/>
          <p:cNvSpPr txBox="1"/>
          <p:nvPr>
            <p:ph idx="2" type="subTitle"/>
          </p:nvPr>
        </p:nvSpPr>
        <p:spPr>
          <a:xfrm>
            <a:off x="4406650" y="1151705"/>
            <a:ext cx="4409700" cy="54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1pPr>
            <a:lvl2pPr lvl="1">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9pPr>
          </a:lstStyle>
          <a:p/>
        </p:txBody>
      </p:sp>
      <p:sp>
        <p:nvSpPr>
          <p:cNvPr id="355" name="Google Shape;355;p31"/>
          <p:cNvSpPr txBox="1"/>
          <p:nvPr>
            <p:ph idx="3" type="subTitle"/>
          </p:nvPr>
        </p:nvSpPr>
        <p:spPr>
          <a:xfrm>
            <a:off x="4406650" y="3425570"/>
            <a:ext cx="4409700" cy="54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1pPr>
            <a:lvl2pPr lvl="1">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9pPr>
          </a:lstStyle>
          <a:p/>
        </p:txBody>
      </p:sp>
      <p:sp>
        <p:nvSpPr>
          <p:cNvPr id="356" name="Google Shape;356;p31"/>
          <p:cNvSpPr txBox="1"/>
          <p:nvPr>
            <p:ph idx="4" type="subTitle"/>
          </p:nvPr>
        </p:nvSpPr>
        <p:spPr>
          <a:xfrm>
            <a:off x="4406650" y="1909660"/>
            <a:ext cx="4409700" cy="54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1pPr>
            <a:lvl2pPr lvl="1">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9pPr>
          </a:lstStyle>
          <a:p/>
        </p:txBody>
      </p:sp>
      <p:sp>
        <p:nvSpPr>
          <p:cNvPr id="357" name="Google Shape;357;p31"/>
          <p:cNvSpPr txBox="1"/>
          <p:nvPr>
            <p:ph idx="5" type="subTitle"/>
          </p:nvPr>
        </p:nvSpPr>
        <p:spPr>
          <a:xfrm>
            <a:off x="4406650" y="4183525"/>
            <a:ext cx="4409700" cy="54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1pPr>
            <a:lvl2pPr lvl="1">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9pPr>
          </a:lstStyle>
          <a:p/>
        </p:txBody>
      </p:sp>
      <p:sp>
        <p:nvSpPr>
          <p:cNvPr id="358" name="Google Shape;358;p31"/>
          <p:cNvSpPr txBox="1"/>
          <p:nvPr>
            <p:ph idx="6" type="subTitle"/>
          </p:nvPr>
        </p:nvSpPr>
        <p:spPr>
          <a:xfrm>
            <a:off x="4406650" y="2667615"/>
            <a:ext cx="4409700" cy="54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1pPr>
            <a:lvl2pPr lvl="1">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9pPr>
          </a:lstStyle>
          <a:p/>
        </p:txBody>
      </p:sp>
      <p:sp>
        <p:nvSpPr>
          <p:cNvPr id="359" name="Google Shape;359;p31"/>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360" name="Google Shape;360;p31"/>
          <p:cNvSpPr txBox="1"/>
          <p:nvPr>
            <p:ph idx="7"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361" name="Google Shape;361;p31"/>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362" name="Google Shape;362;p31"/>
          <p:cNvSpPr txBox="1"/>
          <p:nvPr>
            <p:ph idx="8"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body and image">
  <p:cSld name="Title, body and image">
    <p:spTree>
      <p:nvGrpSpPr>
        <p:cNvPr id="363" name="Shape 363"/>
        <p:cNvGrpSpPr/>
        <p:nvPr/>
      </p:nvGrpSpPr>
      <p:grpSpPr>
        <a:xfrm>
          <a:off x="0" y="0"/>
          <a:ext cx="0" cy="0"/>
          <a:chOff x="0" y="0"/>
          <a:chExt cx="0" cy="0"/>
        </a:xfrm>
      </p:grpSpPr>
      <p:sp>
        <p:nvSpPr>
          <p:cNvPr id="364" name="Google Shape;364;p32"/>
          <p:cNvSpPr txBox="1"/>
          <p:nvPr>
            <p:ph type="title"/>
          </p:nvPr>
        </p:nvSpPr>
        <p:spPr>
          <a:xfrm>
            <a:off x="311700" y="445025"/>
            <a:ext cx="8520600" cy="57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1400"/>
              <a:buChar char="●"/>
              <a:defRPr/>
            </a:lvl1pPr>
            <a:lvl2pPr lvl="1">
              <a:spcBef>
                <a:spcPts val="0"/>
              </a:spcBef>
              <a:spcAft>
                <a:spcPts val="0"/>
              </a:spcAft>
              <a:buSzPts val="1400"/>
              <a:buChar char="○"/>
              <a:defRPr/>
            </a:lvl2pPr>
            <a:lvl3pPr lvl="2">
              <a:spcBef>
                <a:spcPts val="0"/>
              </a:spcBef>
              <a:spcAft>
                <a:spcPts val="0"/>
              </a:spcAft>
              <a:buSzPts val="1400"/>
              <a:buChar char="■"/>
              <a:defRPr/>
            </a:lvl3pPr>
            <a:lvl4pPr lvl="3">
              <a:spcBef>
                <a:spcPts val="0"/>
              </a:spcBef>
              <a:spcAft>
                <a:spcPts val="0"/>
              </a:spcAft>
              <a:buSzPts val="1400"/>
              <a:buChar char="●"/>
              <a:defRPr/>
            </a:lvl4pPr>
            <a:lvl5pPr lvl="4">
              <a:spcBef>
                <a:spcPts val="0"/>
              </a:spcBef>
              <a:spcAft>
                <a:spcPts val="0"/>
              </a:spcAft>
              <a:buSzPts val="1400"/>
              <a:buChar char="○"/>
              <a:defRPr/>
            </a:lvl5pPr>
            <a:lvl6pPr lvl="5">
              <a:spcBef>
                <a:spcPts val="0"/>
              </a:spcBef>
              <a:spcAft>
                <a:spcPts val="0"/>
              </a:spcAft>
              <a:buSzPts val="1400"/>
              <a:buChar char="■"/>
              <a:defRPr/>
            </a:lvl6pPr>
            <a:lvl7pPr lvl="6">
              <a:spcBef>
                <a:spcPts val="0"/>
              </a:spcBef>
              <a:spcAft>
                <a:spcPts val="0"/>
              </a:spcAft>
              <a:buSzPts val="1400"/>
              <a:buChar char="●"/>
              <a:defRPr/>
            </a:lvl7pPr>
            <a:lvl8pPr lvl="7">
              <a:spcBef>
                <a:spcPts val="0"/>
              </a:spcBef>
              <a:spcAft>
                <a:spcPts val="0"/>
              </a:spcAft>
              <a:buSzPts val="1400"/>
              <a:buChar char="○"/>
              <a:defRPr/>
            </a:lvl8pPr>
            <a:lvl9pPr lvl="8">
              <a:spcBef>
                <a:spcPts val="0"/>
              </a:spcBef>
              <a:spcAft>
                <a:spcPts val="0"/>
              </a:spcAft>
              <a:buSzPts val="1400"/>
              <a:buChar char="■"/>
              <a:defRPr/>
            </a:lvl9pPr>
          </a:lstStyle>
          <a:p/>
        </p:txBody>
      </p:sp>
      <p:sp>
        <p:nvSpPr>
          <p:cNvPr id="365" name="Google Shape;365;p32"/>
          <p:cNvSpPr txBox="1"/>
          <p:nvPr>
            <p:ph idx="1" type="body"/>
          </p:nvPr>
        </p:nvSpPr>
        <p:spPr>
          <a:xfrm>
            <a:off x="311700" y="1152475"/>
            <a:ext cx="4473900" cy="34164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SzPts val="14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366" name="Google Shape;366;p32"/>
          <p:cNvSpPr/>
          <p:nvPr>
            <p:ph idx="2" type="pic"/>
          </p:nvPr>
        </p:nvSpPr>
        <p:spPr>
          <a:xfrm>
            <a:off x="4992024" y="1152775"/>
            <a:ext cx="3840300" cy="3416400"/>
          </a:xfrm>
          <a:prstGeom prst="rect">
            <a:avLst/>
          </a:prstGeom>
          <a:noFill/>
          <a:ln>
            <a:noFill/>
          </a:ln>
        </p:spPr>
      </p:sp>
      <p:pic>
        <p:nvPicPr>
          <p:cNvPr id="367" name="Google Shape;367;p32"/>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368" name="Google Shape;368;p32"/>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369" name="Google Shape;369;p32"/>
          <p:cNvSpPr txBox="1"/>
          <p:nvPr>
            <p:ph idx="3"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370" name="Google Shape;370;p32"/>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371" name="Google Shape;371;p32"/>
          <p:cNvSpPr txBox="1"/>
          <p:nvPr>
            <p:ph idx="4"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big ideas">
  <p:cSld name="Two big ideas">
    <p:spTree>
      <p:nvGrpSpPr>
        <p:cNvPr id="372" name="Shape 372"/>
        <p:cNvGrpSpPr/>
        <p:nvPr/>
      </p:nvGrpSpPr>
      <p:grpSpPr>
        <a:xfrm>
          <a:off x="0" y="0"/>
          <a:ext cx="0" cy="0"/>
          <a:chOff x="0" y="0"/>
          <a:chExt cx="0" cy="0"/>
        </a:xfrm>
      </p:grpSpPr>
      <p:sp>
        <p:nvSpPr>
          <p:cNvPr id="373" name="Google Shape;373;p33"/>
          <p:cNvSpPr txBox="1"/>
          <p:nvPr>
            <p:ph type="title"/>
          </p:nvPr>
        </p:nvSpPr>
        <p:spPr>
          <a:xfrm>
            <a:off x="483175" y="450025"/>
            <a:ext cx="8184600" cy="7581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3000"/>
              <a:buChar char="●"/>
              <a:defRPr/>
            </a:lvl1pPr>
            <a:lvl2pPr lvl="1">
              <a:spcBef>
                <a:spcPts val="0"/>
              </a:spcBef>
              <a:spcAft>
                <a:spcPts val="0"/>
              </a:spcAft>
              <a:buSzPts val="3000"/>
              <a:buChar char="○"/>
              <a:defRPr/>
            </a:lvl2pPr>
            <a:lvl3pPr lvl="2">
              <a:spcBef>
                <a:spcPts val="0"/>
              </a:spcBef>
              <a:spcAft>
                <a:spcPts val="0"/>
              </a:spcAft>
              <a:buSzPts val="3000"/>
              <a:buChar char="■"/>
              <a:defRPr/>
            </a:lvl3pPr>
            <a:lvl4pPr lvl="3">
              <a:spcBef>
                <a:spcPts val="0"/>
              </a:spcBef>
              <a:spcAft>
                <a:spcPts val="0"/>
              </a:spcAft>
              <a:buSzPts val="3000"/>
              <a:buChar char="●"/>
              <a:defRPr/>
            </a:lvl4pPr>
            <a:lvl5pPr lvl="4">
              <a:spcBef>
                <a:spcPts val="0"/>
              </a:spcBef>
              <a:spcAft>
                <a:spcPts val="0"/>
              </a:spcAft>
              <a:buSzPts val="3000"/>
              <a:buChar char="○"/>
              <a:defRPr/>
            </a:lvl5pPr>
            <a:lvl6pPr lvl="5">
              <a:spcBef>
                <a:spcPts val="0"/>
              </a:spcBef>
              <a:spcAft>
                <a:spcPts val="0"/>
              </a:spcAft>
              <a:buSzPts val="3000"/>
              <a:buChar char="■"/>
              <a:defRPr/>
            </a:lvl6pPr>
            <a:lvl7pPr lvl="6">
              <a:spcBef>
                <a:spcPts val="0"/>
              </a:spcBef>
              <a:spcAft>
                <a:spcPts val="0"/>
              </a:spcAft>
              <a:buSzPts val="3000"/>
              <a:buChar char="●"/>
              <a:defRPr/>
            </a:lvl7pPr>
            <a:lvl8pPr lvl="7">
              <a:spcBef>
                <a:spcPts val="0"/>
              </a:spcBef>
              <a:spcAft>
                <a:spcPts val="0"/>
              </a:spcAft>
              <a:buSzPts val="3000"/>
              <a:buChar char="○"/>
              <a:defRPr/>
            </a:lvl8pPr>
            <a:lvl9pPr lvl="8">
              <a:spcBef>
                <a:spcPts val="0"/>
              </a:spcBef>
              <a:spcAft>
                <a:spcPts val="0"/>
              </a:spcAft>
              <a:buSzPts val="3000"/>
              <a:buChar char="■"/>
              <a:defRPr/>
            </a:lvl9pPr>
          </a:lstStyle>
          <a:p/>
        </p:txBody>
      </p:sp>
      <p:sp>
        <p:nvSpPr>
          <p:cNvPr id="374" name="Google Shape;374;p33"/>
          <p:cNvSpPr txBox="1"/>
          <p:nvPr>
            <p:ph idx="1" type="body"/>
          </p:nvPr>
        </p:nvSpPr>
        <p:spPr>
          <a:xfrm>
            <a:off x="483150" y="2237788"/>
            <a:ext cx="3619800" cy="23736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SzPts val="14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375" name="Google Shape;375;p33"/>
          <p:cNvSpPr txBox="1"/>
          <p:nvPr>
            <p:ph idx="2" type="body"/>
          </p:nvPr>
        </p:nvSpPr>
        <p:spPr>
          <a:xfrm>
            <a:off x="5048000" y="2237788"/>
            <a:ext cx="3619800" cy="23736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SzPts val="14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376" name="Google Shape;376;p33"/>
          <p:cNvSpPr txBox="1"/>
          <p:nvPr>
            <p:ph idx="3" type="subTitle"/>
          </p:nvPr>
        </p:nvSpPr>
        <p:spPr>
          <a:xfrm>
            <a:off x="483150" y="1336161"/>
            <a:ext cx="3619800" cy="54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377" name="Google Shape;377;p33"/>
          <p:cNvSpPr txBox="1"/>
          <p:nvPr>
            <p:ph idx="4" type="subTitle"/>
          </p:nvPr>
        </p:nvSpPr>
        <p:spPr>
          <a:xfrm>
            <a:off x="5048000" y="1336161"/>
            <a:ext cx="3619800" cy="54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378" name="Google Shape;378;p33"/>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379" name="Google Shape;379;p33"/>
          <p:cNvSpPr txBox="1"/>
          <p:nvPr>
            <p:ph idx="5"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380" name="Google Shape;380;p33"/>
          <p:cNvPicPr preferRelativeResize="0"/>
          <p:nvPr/>
        </p:nvPicPr>
        <p:blipFill>
          <a:blip r:embed="rId2">
            <a:alphaModFix/>
          </a:blip>
          <a:stretch>
            <a:fillRect/>
          </a:stretch>
        </p:blipFill>
        <p:spPr>
          <a:xfrm>
            <a:off x="228600" y="4837043"/>
            <a:ext cx="567051" cy="144675"/>
          </a:xfrm>
          <a:prstGeom prst="rect">
            <a:avLst/>
          </a:prstGeom>
          <a:noFill/>
          <a:ln>
            <a:noFill/>
          </a:ln>
        </p:spPr>
      </p:pic>
      <p:sp>
        <p:nvSpPr>
          <p:cNvPr id="381" name="Google Shape;381;p33"/>
          <p:cNvSpPr txBox="1"/>
          <p:nvPr>
            <p:ph idx="6"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big ideas">
  <p:cSld name="Three big ideas">
    <p:spTree>
      <p:nvGrpSpPr>
        <p:cNvPr id="382" name="Shape 382"/>
        <p:cNvGrpSpPr/>
        <p:nvPr/>
      </p:nvGrpSpPr>
      <p:grpSpPr>
        <a:xfrm>
          <a:off x="0" y="0"/>
          <a:ext cx="0" cy="0"/>
          <a:chOff x="0" y="0"/>
          <a:chExt cx="0" cy="0"/>
        </a:xfrm>
      </p:grpSpPr>
      <p:sp>
        <p:nvSpPr>
          <p:cNvPr id="383" name="Google Shape;383;p34"/>
          <p:cNvSpPr txBox="1"/>
          <p:nvPr>
            <p:ph idx="1" type="body"/>
          </p:nvPr>
        </p:nvSpPr>
        <p:spPr>
          <a:xfrm>
            <a:off x="483175" y="2417500"/>
            <a:ext cx="2455500" cy="23736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SzPts val="14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384" name="Google Shape;384;p34"/>
          <p:cNvSpPr txBox="1"/>
          <p:nvPr>
            <p:ph idx="2" type="body"/>
          </p:nvPr>
        </p:nvSpPr>
        <p:spPr>
          <a:xfrm>
            <a:off x="3347725" y="2417500"/>
            <a:ext cx="2455500" cy="23736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SzPts val="14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385" name="Google Shape;385;p34"/>
          <p:cNvSpPr txBox="1"/>
          <p:nvPr>
            <p:ph type="title"/>
          </p:nvPr>
        </p:nvSpPr>
        <p:spPr>
          <a:xfrm>
            <a:off x="483175" y="450025"/>
            <a:ext cx="8184600" cy="7581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3000"/>
              <a:buChar char="●"/>
              <a:defRPr/>
            </a:lvl1pPr>
            <a:lvl2pPr lvl="1">
              <a:spcBef>
                <a:spcPts val="0"/>
              </a:spcBef>
              <a:spcAft>
                <a:spcPts val="0"/>
              </a:spcAft>
              <a:buSzPts val="3000"/>
              <a:buChar char="○"/>
              <a:defRPr/>
            </a:lvl2pPr>
            <a:lvl3pPr lvl="2">
              <a:spcBef>
                <a:spcPts val="0"/>
              </a:spcBef>
              <a:spcAft>
                <a:spcPts val="0"/>
              </a:spcAft>
              <a:buSzPts val="3000"/>
              <a:buChar char="■"/>
              <a:defRPr/>
            </a:lvl3pPr>
            <a:lvl4pPr lvl="3">
              <a:spcBef>
                <a:spcPts val="0"/>
              </a:spcBef>
              <a:spcAft>
                <a:spcPts val="0"/>
              </a:spcAft>
              <a:buSzPts val="3000"/>
              <a:buChar char="●"/>
              <a:defRPr/>
            </a:lvl4pPr>
            <a:lvl5pPr lvl="4">
              <a:spcBef>
                <a:spcPts val="0"/>
              </a:spcBef>
              <a:spcAft>
                <a:spcPts val="0"/>
              </a:spcAft>
              <a:buSzPts val="3000"/>
              <a:buChar char="○"/>
              <a:defRPr/>
            </a:lvl5pPr>
            <a:lvl6pPr lvl="5">
              <a:spcBef>
                <a:spcPts val="0"/>
              </a:spcBef>
              <a:spcAft>
                <a:spcPts val="0"/>
              </a:spcAft>
              <a:buSzPts val="3000"/>
              <a:buChar char="■"/>
              <a:defRPr/>
            </a:lvl6pPr>
            <a:lvl7pPr lvl="6">
              <a:spcBef>
                <a:spcPts val="0"/>
              </a:spcBef>
              <a:spcAft>
                <a:spcPts val="0"/>
              </a:spcAft>
              <a:buSzPts val="3000"/>
              <a:buChar char="●"/>
              <a:defRPr/>
            </a:lvl7pPr>
            <a:lvl8pPr lvl="7">
              <a:spcBef>
                <a:spcPts val="0"/>
              </a:spcBef>
              <a:spcAft>
                <a:spcPts val="0"/>
              </a:spcAft>
              <a:buSzPts val="3000"/>
              <a:buChar char="○"/>
              <a:defRPr/>
            </a:lvl8pPr>
            <a:lvl9pPr lvl="8">
              <a:spcBef>
                <a:spcPts val="0"/>
              </a:spcBef>
              <a:spcAft>
                <a:spcPts val="0"/>
              </a:spcAft>
              <a:buSzPts val="3000"/>
              <a:buChar char="■"/>
              <a:defRPr/>
            </a:lvl9pPr>
          </a:lstStyle>
          <a:p/>
        </p:txBody>
      </p:sp>
      <p:sp>
        <p:nvSpPr>
          <p:cNvPr id="386" name="Google Shape;386;p34"/>
          <p:cNvSpPr txBox="1"/>
          <p:nvPr>
            <p:ph idx="3" type="subTitle"/>
          </p:nvPr>
        </p:nvSpPr>
        <p:spPr>
          <a:xfrm>
            <a:off x="483175" y="1336150"/>
            <a:ext cx="2455500" cy="7785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387" name="Google Shape;387;p34"/>
          <p:cNvSpPr txBox="1"/>
          <p:nvPr>
            <p:ph idx="4" type="subTitle"/>
          </p:nvPr>
        </p:nvSpPr>
        <p:spPr>
          <a:xfrm>
            <a:off x="3347725" y="1336150"/>
            <a:ext cx="2455500" cy="7785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388" name="Google Shape;388;p34"/>
          <p:cNvSpPr txBox="1"/>
          <p:nvPr>
            <p:ph idx="5" type="subTitle"/>
          </p:nvPr>
        </p:nvSpPr>
        <p:spPr>
          <a:xfrm>
            <a:off x="6212275" y="1336150"/>
            <a:ext cx="2455500" cy="7785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389" name="Google Shape;389;p34"/>
          <p:cNvSpPr txBox="1"/>
          <p:nvPr>
            <p:ph idx="6" type="body"/>
          </p:nvPr>
        </p:nvSpPr>
        <p:spPr>
          <a:xfrm>
            <a:off x="6212275" y="2417500"/>
            <a:ext cx="2455500" cy="23736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SzPts val="14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390" name="Google Shape;390;p34"/>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391" name="Google Shape;391;p34"/>
          <p:cNvSpPr txBox="1"/>
          <p:nvPr>
            <p:ph idx="7"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392" name="Google Shape;392;p34"/>
          <p:cNvPicPr preferRelativeResize="0"/>
          <p:nvPr/>
        </p:nvPicPr>
        <p:blipFill>
          <a:blip r:embed="rId2">
            <a:alphaModFix/>
          </a:blip>
          <a:stretch>
            <a:fillRect/>
          </a:stretch>
        </p:blipFill>
        <p:spPr>
          <a:xfrm>
            <a:off x="228600" y="4837043"/>
            <a:ext cx="567051" cy="144675"/>
          </a:xfrm>
          <a:prstGeom prst="rect">
            <a:avLst/>
          </a:prstGeom>
          <a:noFill/>
          <a:ln>
            <a:noFill/>
          </a:ln>
        </p:spPr>
      </p:pic>
      <p:sp>
        <p:nvSpPr>
          <p:cNvPr id="393" name="Google Shape;393;p34"/>
          <p:cNvSpPr txBox="1"/>
          <p:nvPr>
            <p:ph idx="8"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ig ideas">
  <p:cSld name="Four big ideas">
    <p:spTree>
      <p:nvGrpSpPr>
        <p:cNvPr id="394" name="Shape 394"/>
        <p:cNvGrpSpPr/>
        <p:nvPr/>
      </p:nvGrpSpPr>
      <p:grpSpPr>
        <a:xfrm>
          <a:off x="0" y="0"/>
          <a:ext cx="0" cy="0"/>
          <a:chOff x="0" y="0"/>
          <a:chExt cx="0" cy="0"/>
        </a:xfrm>
      </p:grpSpPr>
      <p:sp>
        <p:nvSpPr>
          <p:cNvPr id="395" name="Google Shape;395;p35"/>
          <p:cNvSpPr txBox="1"/>
          <p:nvPr>
            <p:ph idx="1" type="body"/>
          </p:nvPr>
        </p:nvSpPr>
        <p:spPr>
          <a:xfrm>
            <a:off x="366725" y="1759093"/>
            <a:ext cx="3838500" cy="11385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SzPts val="1400"/>
              <a:buChar char="●"/>
              <a:defRPr sz="1400"/>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396" name="Google Shape;396;p35"/>
          <p:cNvSpPr txBox="1"/>
          <p:nvPr>
            <p:ph idx="2" type="body"/>
          </p:nvPr>
        </p:nvSpPr>
        <p:spPr>
          <a:xfrm>
            <a:off x="4938725" y="1759093"/>
            <a:ext cx="3838500" cy="11385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SzPts val="1400"/>
              <a:buChar char="●"/>
              <a:defRPr sz="1400"/>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397" name="Google Shape;397;p35"/>
          <p:cNvSpPr txBox="1"/>
          <p:nvPr>
            <p:ph idx="3" type="body"/>
          </p:nvPr>
        </p:nvSpPr>
        <p:spPr>
          <a:xfrm>
            <a:off x="366750" y="3648575"/>
            <a:ext cx="3838500" cy="11385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SzPts val="1400"/>
              <a:buChar char="●"/>
              <a:defRPr sz="1400"/>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398" name="Google Shape;398;p35"/>
          <p:cNvSpPr txBox="1"/>
          <p:nvPr>
            <p:ph idx="4" type="body"/>
          </p:nvPr>
        </p:nvSpPr>
        <p:spPr>
          <a:xfrm>
            <a:off x="4938750" y="3648575"/>
            <a:ext cx="3838500" cy="11385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SzPts val="1400"/>
              <a:buChar char="●"/>
              <a:defRPr sz="1400"/>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399" name="Google Shape;399;p35"/>
          <p:cNvSpPr txBox="1"/>
          <p:nvPr>
            <p:ph type="title"/>
          </p:nvPr>
        </p:nvSpPr>
        <p:spPr>
          <a:xfrm>
            <a:off x="366750" y="450025"/>
            <a:ext cx="8184600" cy="7581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3000"/>
              <a:buChar char="●"/>
              <a:defRPr/>
            </a:lvl1pPr>
            <a:lvl2pPr lvl="1">
              <a:spcBef>
                <a:spcPts val="0"/>
              </a:spcBef>
              <a:spcAft>
                <a:spcPts val="0"/>
              </a:spcAft>
              <a:buSzPts val="3000"/>
              <a:buChar char="○"/>
              <a:defRPr/>
            </a:lvl2pPr>
            <a:lvl3pPr lvl="2">
              <a:spcBef>
                <a:spcPts val="0"/>
              </a:spcBef>
              <a:spcAft>
                <a:spcPts val="0"/>
              </a:spcAft>
              <a:buSzPts val="3000"/>
              <a:buChar char="■"/>
              <a:defRPr/>
            </a:lvl3pPr>
            <a:lvl4pPr lvl="3">
              <a:spcBef>
                <a:spcPts val="0"/>
              </a:spcBef>
              <a:spcAft>
                <a:spcPts val="0"/>
              </a:spcAft>
              <a:buSzPts val="3000"/>
              <a:buChar char="●"/>
              <a:defRPr/>
            </a:lvl4pPr>
            <a:lvl5pPr lvl="4">
              <a:spcBef>
                <a:spcPts val="0"/>
              </a:spcBef>
              <a:spcAft>
                <a:spcPts val="0"/>
              </a:spcAft>
              <a:buSzPts val="3000"/>
              <a:buChar char="○"/>
              <a:defRPr/>
            </a:lvl5pPr>
            <a:lvl6pPr lvl="5">
              <a:spcBef>
                <a:spcPts val="0"/>
              </a:spcBef>
              <a:spcAft>
                <a:spcPts val="0"/>
              </a:spcAft>
              <a:buSzPts val="3000"/>
              <a:buChar char="■"/>
              <a:defRPr/>
            </a:lvl6pPr>
            <a:lvl7pPr lvl="6">
              <a:spcBef>
                <a:spcPts val="0"/>
              </a:spcBef>
              <a:spcAft>
                <a:spcPts val="0"/>
              </a:spcAft>
              <a:buSzPts val="3000"/>
              <a:buChar char="●"/>
              <a:defRPr/>
            </a:lvl7pPr>
            <a:lvl8pPr lvl="7">
              <a:spcBef>
                <a:spcPts val="0"/>
              </a:spcBef>
              <a:spcAft>
                <a:spcPts val="0"/>
              </a:spcAft>
              <a:buSzPts val="3000"/>
              <a:buChar char="○"/>
              <a:defRPr/>
            </a:lvl8pPr>
            <a:lvl9pPr lvl="8">
              <a:spcBef>
                <a:spcPts val="0"/>
              </a:spcBef>
              <a:spcAft>
                <a:spcPts val="0"/>
              </a:spcAft>
              <a:buSzPts val="3000"/>
              <a:buChar char="■"/>
              <a:defRPr/>
            </a:lvl9pPr>
          </a:lstStyle>
          <a:p/>
        </p:txBody>
      </p:sp>
      <p:sp>
        <p:nvSpPr>
          <p:cNvPr id="400" name="Google Shape;400;p35"/>
          <p:cNvSpPr txBox="1"/>
          <p:nvPr>
            <p:ph idx="5" type="subTitle"/>
          </p:nvPr>
        </p:nvSpPr>
        <p:spPr>
          <a:xfrm>
            <a:off x="366763" y="1277907"/>
            <a:ext cx="3838500" cy="4812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401" name="Google Shape;401;p35"/>
          <p:cNvSpPr txBox="1"/>
          <p:nvPr>
            <p:ph idx="6" type="subTitle"/>
          </p:nvPr>
        </p:nvSpPr>
        <p:spPr>
          <a:xfrm>
            <a:off x="4938738" y="1277907"/>
            <a:ext cx="3838500" cy="4812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402" name="Google Shape;402;p35"/>
          <p:cNvSpPr txBox="1"/>
          <p:nvPr>
            <p:ph idx="7" type="subTitle"/>
          </p:nvPr>
        </p:nvSpPr>
        <p:spPr>
          <a:xfrm>
            <a:off x="4938761" y="3167363"/>
            <a:ext cx="3838500" cy="4812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403" name="Google Shape;403;p35"/>
          <p:cNvSpPr txBox="1"/>
          <p:nvPr>
            <p:ph idx="8" type="subTitle"/>
          </p:nvPr>
        </p:nvSpPr>
        <p:spPr>
          <a:xfrm>
            <a:off x="366750" y="3167363"/>
            <a:ext cx="3838500" cy="4812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pic>
        <p:nvPicPr>
          <p:cNvPr id="404" name="Google Shape;404;p35" title="0226_OpenHouse_NewYork_cover_2.png"/>
          <p:cNvPicPr preferRelativeResize="0"/>
          <p:nvPr/>
        </p:nvPicPr>
        <p:blipFill rotWithShape="1">
          <a:blip r:embed="rId2">
            <a:alphaModFix/>
          </a:blip>
          <a:srcRect b="0" l="0" r="0" t="0"/>
          <a:stretch/>
        </p:blipFill>
        <p:spPr>
          <a:xfrm>
            <a:off x="0" y="0"/>
            <a:ext cx="9144003" cy="5143501"/>
          </a:xfrm>
          <a:prstGeom prst="rect">
            <a:avLst/>
          </a:prstGeom>
          <a:noFill/>
          <a:ln>
            <a:noFill/>
          </a:ln>
        </p:spPr>
      </p:pic>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image">
  <p:cSld name="Title and image">
    <p:spTree>
      <p:nvGrpSpPr>
        <p:cNvPr id="405" name="Shape 405"/>
        <p:cNvGrpSpPr/>
        <p:nvPr/>
      </p:nvGrpSpPr>
      <p:grpSpPr>
        <a:xfrm>
          <a:off x="0" y="0"/>
          <a:ext cx="0" cy="0"/>
          <a:chOff x="0" y="0"/>
          <a:chExt cx="0" cy="0"/>
        </a:xfrm>
      </p:grpSpPr>
      <p:sp>
        <p:nvSpPr>
          <p:cNvPr id="406" name="Google Shape;406;p36"/>
          <p:cNvSpPr txBox="1"/>
          <p:nvPr>
            <p:ph type="title"/>
          </p:nvPr>
        </p:nvSpPr>
        <p:spPr>
          <a:xfrm>
            <a:off x="311700" y="445025"/>
            <a:ext cx="8520600" cy="57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1400"/>
              <a:buChar char="●"/>
              <a:defRPr/>
            </a:lvl1pPr>
            <a:lvl2pPr lvl="1">
              <a:spcBef>
                <a:spcPts val="0"/>
              </a:spcBef>
              <a:spcAft>
                <a:spcPts val="0"/>
              </a:spcAft>
              <a:buSzPts val="1400"/>
              <a:buChar char="○"/>
              <a:defRPr/>
            </a:lvl2pPr>
            <a:lvl3pPr lvl="2">
              <a:spcBef>
                <a:spcPts val="0"/>
              </a:spcBef>
              <a:spcAft>
                <a:spcPts val="0"/>
              </a:spcAft>
              <a:buSzPts val="1400"/>
              <a:buChar char="■"/>
              <a:defRPr/>
            </a:lvl3pPr>
            <a:lvl4pPr lvl="3">
              <a:spcBef>
                <a:spcPts val="0"/>
              </a:spcBef>
              <a:spcAft>
                <a:spcPts val="0"/>
              </a:spcAft>
              <a:buSzPts val="1400"/>
              <a:buChar char="●"/>
              <a:defRPr/>
            </a:lvl4pPr>
            <a:lvl5pPr lvl="4">
              <a:spcBef>
                <a:spcPts val="0"/>
              </a:spcBef>
              <a:spcAft>
                <a:spcPts val="0"/>
              </a:spcAft>
              <a:buSzPts val="1400"/>
              <a:buChar char="○"/>
              <a:defRPr/>
            </a:lvl5pPr>
            <a:lvl6pPr lvl="5">
              <a:spcBef>
                <a:spcPts val="0"/>
              </a:spcBef>
              <a:spcAft>
                <a:spcPts val="0"/>
              </a:spcAft>
              <a:buSzPts val="1400"/>
              <a:buChar char="■"/>
              <a:defRPr/>
            </a:lvl6pPr>
            <a:lvl7pPr lvl="6">
              <a:spcBef>
                <a:spcPts val="0"/>
              </a:spcBef>
              <a:spcAft>
                <a:spcPts val="0"/>
              </a:spcAft>
              <a:buSzPts val="1400"/>
              <a:buChar char="●"/>
              <a:defRPr/>
            </a:lvl7pPr>
            <a:lvl8pPr lvl="7">
              <a:spcBef>
                <a:spcPts val="0"/>
              </a:spcBef>
              <a:spcAft>
                <a:spcPts val="0"/>
              </a:spcAft>
              <a:buSzPts val="1400"/>
              <a:buChar char="○"/>
              <a:defRPr/>
            </a:lvl8pPr>
            <a:lvl9pPr lvl="8">
              <a:spcBef>
                <a:spcPts val="0"/>
              </a:spcBef>
              <a:spcAft>
                <a:spcPts val="0"/>
              </a:spcAft>
              <a:buSzPts val="1400"/>
              <a:buChar char="■"/>
              <a:defRPr/>
            </a:lvl9pPr>
          </a:lstStyle>
          <a:p/>
        </p:txBody>
      </p:sp>
      <p:sp>
        <p:nvSpPr>
          <p:cNvPr id="407" name="Google Shape;407;p36"/>
          <p:cNvSpPr/>
          <p:nvPr>
            <p:ph idx="2" type="pic"/>
          </p:nvPr>
        </p:nvSpPr>
        <p:spPr>
          <a:xfrm>
            <a:off x="311700" y="1170425"/>
            <a:ext cx="8520600" cy="3492900"/>
          </a:xfrm>
          <a:prstGeom prst="rect">
            <a:avLst/>
          </a:prstGeom>
          <a:noFill/>
          <a:ln>
            <a:noFill/>
          </a:ln>
        </p:spPr>
      </p:sp>
      <p:sp>
        <p:nvSpPr>
          <p:cNvPr id="408" name="Google Shape;408;p36"/>
          <p:cNvSpPr txBox="1"/>
          <p:nvPr>
            <p:ph idx="1"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409" name="Google Shape;409;p36"/>
          <p:cNvPicPr preferRelativeResize="0"/>
          <p:nvPr/>
        </p:nvPicPr>
        <p:blipFill>
          <a:blip r:embed="rId2">
            <a:alphaModFix/>
          </a:blip>
          <a:stretch>
            <a:fillRect/>
          </a:stretch>
        </p:blipFill>
        <p:spPr>
          <a:xfrm>
            <a:off x="228600" y="4837043"/>
            <a:ext cx="567051" cy="144675"/>
          </a:xfrm>
          <a:prstGeom prst="rect">
            <a:avLst/>
          </a:prstGeom>
          <a:noFill/>
          <a:ln>
            <a:noFill/>
          </a:ln>
        </p:spPr>
      </p:pic>
      <p:sp>
        <p:nvSpPr>
          <p:cNvPr id="410" name="Google Shape;410;p36"/>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storyboards">
  <p:cSld name="Two storyboards">
    <p:spTree>
      <p:nvGrpSpPr>
        <p:cNvPr id="411" name="Shape 411"/>
        <p:cNvGrpSpPr/>
        <p:nvPr/>
      </p:nvGrpSpPr>
      <p:grpSpPr>
        <a:xfrm>
          <a:off x="0" y="0"/>
          <a:ext cx="0" cy="0"/>
          <a:chOff x="0" y="0"/>
          <a:chExt cx="0" cy="0"/>
        </a:xfrm>
      </p:grpSpPr>
      <p:sp>
        <p:nvSpPr>
          <p:cNvPr id="412" name="Google Shape;412;p37"/>
          <p:cNvSpPr txBox="1"/>
          <p:nvPr>
            <p:ph idx="1" type="body"/>
          </p:nvPr>
        </p:nvSpPr>
        <p:spPr>
          <a:xfrm>
            <a:off x="311700" y="4080225"/>
            <a:ext cx="4027500" cy="926100"/>
          </a:xfrm>
          <a:prstGeom prst="rect">
            <a:avLst/>
          </a:prstGeom>
          <a:noFill/>
          <a:ln>
            <a:noFill/>
          </a:ln>
        </p:spPr>
        <p:txBody>
          <a:bodyPr anchorCtr="0" anchor="ctr" bIns="91425" lIns="91425" spcFirstLastPara="1" rIns="91425" wrap="square" tIns="91425">
            <a:noAutofit/>
          </a:bodyPr>
          <a:lstStyle>
            <a:lvl1pPr indent="-304800" lvl="0" marL="457200">
              <a:spcBef>
                <a:spcPts val="0"/>
              </a:spcBef>
              <a:spcAft>
                <a:spcPts val="0"/>
              </a:spcAft>
              <a:buClr>
                <a:schemeClr val="lt1"/>
              </a:buClr>
              <a:buSzPts val="1200"/>
              <a:buChar char="●"/>
              <a:defRPr>
                <a:solidFill>
                  <a:schemeClr val="lt1"/>
                </a:solidFill>
              </a:defRPr>
            </a:lvl1pPr>
            <a:lvl2pPr indent="-304800" lvl="1" marL="914400">
              <a:spcBef>
                <a:spcPts val="0"/>
              </a:spcBef>
              <a:spcAft>
                <a:spcPts val="0"/>
              </a:spcAft>
              <a:buClr>
                <a:schemeClr val="lt1"/>
              </a:buClr>
              <a:buSzPts val="1200"/>
              <a:buChar char="○"/>
              <a:defRPr>
                <a:solidFill>
                  <a:schemeClr val="lt1"/>
                </a:solidFill>
              </a:defRPr>
            </a:lvl2pPr>
            <a:lvl3pPr indent="-304800" lvl="2" marL="1371600">
              <a:spcBef>
                <a:spcPts val="0"/>
              </a:spcBef>
              <a:spcAft>
                <a:spcPts val="0"/>
              </a:spcAft>
              <a:buClr>
                <a:schemeClr val="lt1"/>
              </a:buClr>
              <a:buSzPts val="1200"/>
              <a:buChar char="■"/>
              <a:defRPr>
                <a:solidFill>
                  <a:schemeClr val="lt1"/>
                </a:solidFill>
              </a:defRPr>
            </a:lvl3pPr>
            <a:lvl4pPr indent="-304800" lvl="3" marL="1828800">
              <a:spcBef>
                <a:spcPts val="0"/>
              </a:spcBef>
              <a:spcAft>
                <a:spcPts val="0"/>
              </a:spcAft>
              <a:buClr>
                <a:schemeClr val="lt1"/>
              </a:buClr>
              <a:buSzPts val="1200"/>
              <a:buChar char="●"/>
              <a:defRPr>
                <a:solidFill>
                  <a:schemeClr val="lt1"/>
                </a:solidFill>
              </a:defRPr>
            </a:lvl4pPr>
            <a:lvl5pPr indent="-304800" lvl="4" marL="2286000">
              <a:spcBef>
                <a:spcPts val="0"/>
              </a:spcBef>
              <a:spcAft>
                <a:spcPts val="0"/>
              </a:spcAft>
              <a:buClr>
                <a:schemeClr val="lt1"/>
              </a:buClr>
              <a:buSzPts val="1200"/>
              <a:buChar char="○"/>
              <a:defRPr>
                <a:solidFill>
                  <a:schemeClr val="lt1"/>
                </a:solidFill>
              </a:defRPr>
            </a:lvl5pPr>
            <a:lvl6pPr indent="-304800" lvl="5" marL="2743200">
              <a:spcBef>
                <a:spcPts val="0"/>
              </a:spcBef>
              <a:spcAft>
                <a:spcPts val="0"/>
              </a:spcAft>
              <a:buClr>
                <a:schemeClr val="lt1"/>
              </a:buClr>
              <a:buSzPts val="1200"/>
              <a:buChar char="■"/>
              <a:defRPr>
                <a:solidFill>
                  <a:schemeClr val="lt1"/>
                </a:solidFill>
              </a:defRPr>
            </a:lvl6pPr>
            <a:lvl7pPr indent="-304800" lvl="6" marL="3200400">
              <a:spcBef>
                <a:spcPts val="0"/>
              </a:spcBef>
              <a:spcAft>
                <a:spcPts val="0"/>
              </a:spcAft>
              <a:buClr>
                <a:schemeClr val="lt1"/>
              </a:buClr>
              <a:buSzPts val="1200"/>
              <a:buChar char="●"/>
              <a:defRPr>
                <a:solidFill>
                  <a:schemeClr val="lt1"/>
                </a:solidFill>
              </a:defRPr>
            </a:lvl7pPr>
            <a:lvl8pPr indent="-304800" lvl="7" marL="3657600">
              <a:spcBef>
                <a:spcPts val="0"/>
              </a:spcBef>
              <a:spcAft>
                <a:spcPts val="0"/>
              </a:spcAft>
              <a:buClr>
                <a:schemeClr val="lt1"/>
              </a:buClr>
              <a:buSzPts val="1200"/>
              <a:buChar char="○"/>
              <a:defRPr>
                <a:solidFill>
                  <a:schemeClr val="lt1"/>
                </a:solidFill>
              </a:defRPr>
            </a:lvl8pPr>
            <a:lvl9pPr indent="-304800" lvl="8" marL="4114800">
              <a:spcBef>
                <a:spcPts val="0"/>
              </a:spcBef>
              <a:spcAft>
                <a:spcPts val="0"/>
              </a:spcAft>
              <a:buClr>
                <a:schemeClr val="lt1"/>
              </a:buClr>
              <a:buSzPts val="1200"/>
              <a:buChar char="■"/>
              <a:defRPr>
                <a:solidFill>
                  <a:schemeClr val="lt1"/>
                </a:solidFill>
              </a:defRPr>
            </a:lvl9pPr>
          </a:lstStyle>
          <a:p/>
        </p:txBody>
      </p:sp>
      <p:sp>
        <p:nvSpPr>
          <p:cNvPr id="413" name="Google Shape;413;p37"/>
          <p:cNvSpPr/>
          <p:nvPr>
            <p:ph idx="2" type="pic"/>
          </p:nvPr>
        </p:nvSpPr>
        <p:spPr>
          <a:xfrm>
            <a:off x="4804825" y="1133300"/>
            <a:ext cx="4027500" cy="2392800"/>
          </a:xfrm>
          <a:prstGeom prst="rect">
            <a:avLst/>
          </a:prstGeom>
          <a:noFill/>
          <a:ln>
            <a:noFill/>
          </a:ln>
        </p:spPr>
      </p:sp>
      <p:sp>
        <p:nvSpPr>
          <p:cNvPr id="414" name="Google Shape;414;p37"/>
          <p:cNvSpPr/>
          <p:nvPr>
            <p:ph idx="3" type="pic"/>
          </p:nvPr>
        </p:nvSpPr>
        <p:spPr>
          <a:xfrm>
            <a:off x="311725" y="1133300"/>
            <a:ext cx="4027500" cy="2392800"/>
          </a:xfrm>
          <a:prstGeom prst="rect">
            <a:avLst/>
          </a:prstGeom>
          <a:noFill/>
          <a:ln>
            <a:noFill/>
          </a:ln>
        </p:spPr>
      </p:sp>
      <p:sp>
        <p:nvSpPr>
          <p:cNvPr id="415" name="Google Shape;415;p37"/>
          <p:cNvSpPr txBox="1"/>
          <p:nvPr>
            <p:ph idx="4" type="body"/>
          </p:nvPr>
        </p:nvSpPr>
        <p:spPr>
          <a:xfrm>
            <a:off x="4804825" y="4080225"/>
            <a:ext cx="4027500" cy="926100"/>
          </a:xfrm>
          <a:prstGeom prst="rect">
            <a:avLst/>
          </a:prstGeom>
          <a:noFill/>
          <a:ln>
            <a:noFill/>
          </a:ln>
        </p:spPr>
        <p:txBody>
          <a:bodyPr anchorCtr="0" anchor="ctr" bIns="91425" lIns="91425" spcFirstLastPara="1" rIns="91425" wrap="square" tIns="91425">
            <a:noAutofit/>
          </a:bodyPr>
          <a:lstStyle>
            <a:lvl1pPr indent="-304800" lvl="0" marL="457200">
              <a:spcBef>
                <a:spcPts val="0"/>
              </a:spcBef>
              <a:spcAft>
                <a:spcPts val="0"/>
              </a:spcAft>
              <a:buClr>
                <a:schemeClr val="lt1"/>
              </a:buClr>
              <a:buSzPts val="1200"/>
              <a:buChar char="●"/>
              <a:defRPr>
                <a:solidFill>
                  <a:schemeClr val="lt1"/>
                </a:solidFill>
              </a:defRPr>
            </a:lvl1pPr>
            <a:lvl2pPr indent="-304800" lvl="1" marL="914400">
              <a:spcBef>
                <a:spcPts val="0"/>
              </a:spcBef>
              <a:spcAft>
                <a:spcPts val="0"/>
              </a:spcAft>
              <a:buClr>
                <a:schemeClr val="lt1"/>
              </a:buClr>
              <a:buSzPts val="1200"/>
              <a:buChar char="○"/>
              <a:defRPr>
                <a:solidFill>
                  <a:schemeClr val="lt1"/>
                </a:solidFill>
              </a:defRPr>
            </a:lvl2pPr>
            <a:lvl3pPr indent="-304800" lvl="2" marL="1371600">
              <a:spcBef>
                <a:spcPts val="0"/>
              </a:spcBef>
              <a:spcAft>
                <a:spcPts val="0"/>
              </a:spcAft>
              <a:buClr>
                <a:schemeClr val="lt1"/>
              </a:buClr>
              <a:buSzPts val="1200"/>
              <a:buChar char="■"/>
              <a:defRPr>
                <a:solidFill>
                  <a:schemeClr val="lt1"/>
                </a:solidFill>
              </a:defRPr>
            </a:lvl3pPr>
            <a:lvl4pPr indent="-304800" lvl="3" marL="1828800">
              <a:spcBef>
                <a:spcPts val="0"/>
              </a:spcBef>
              <a:spcAft>
                <a:spcPts val="0"/>
              </a:spcAft>
              <a:buClr>
                <a:schemeClr val="lt1"/>
              </a:buClr>
              <a:buSzPts val="1200"/>
              <a:buChar char="●"/>
              <a:defRPr>
                <a:solidFill>
                  <a:schemeClr val="lt1"/>
                </a:solidFill>
              </a:defRPr>
            </a:lvl4pPr>
            <a:lvl5pPr indent="-304800" lvl="4" marL="2286000">
              <a:spcBef>
                <a:spcPts val="0"/>
              </a:spcBef>
              <a:spcAft>
                <a:spcPts val="0"/>
              </a:spcAft>
              <a:buClr>
                <a:schemeClr val="lt1"/>
              </a:buClr>
              <a:buSzPts val="1200"/>
              <a:buChar char="○"/>
              <a:defRPr>
                <a:solidFill>
                  <a:schemeClr val="lt1"/>
                </a:solidFill>
              </a:defRPr>
            </a:lvl5pPr>
            <a:lvl6pPr indent="-304800" lvl="5" marL="2743200">
              <a:spcBef>
                <a:spcPts val="0"/>
              </a:spcBef>
              <a:spcAft>
                <a:spcPts val="0"/>
              </a:spcAft>
              <a:buClr>
                <a:schemeClr val="lt1"/>
              </a:buClr>
              <a:buSzPts val="1200"/>
              <a:buChar char="■"/>
              <a:defRPr>
                <a:solidFill>
                  <a:schemeClr val="lt1"/>
                </a:solidFill>
              </a:defRPr>
            </a:lvl6pPr>
            <a:lvl7pPr indent="-304800" lvl="6" marL="3200400">
              <a:spcBef>
                <a:spcPts val="0"/>
              </a:spcBef>
              <a:spcAft>
                <a:spcPts val="0"/>
              </a:spcAft>
              <a:buClr>
                <a:schemeClr val="lt1"/>
              </a:buClr>
              <a:buSzPts val="1200"/>
              <a:buChar char="●"/>
              <a:defRPr>
                <a:solidFill>
                  <a:schemeClr val="lt1"/>
                </a:solidFill>
              </a:defRPr>
            </a:lvl7pPr>
            <a:lvl8pPr indent="-304800" lvl="7" marL="3657600">
              <a:spcBef>
                <a:spcPts val="0"/>
              </a:spcBef>
              <a:spcAft>
                <a:spcPts val="0"/>
              </a:spcAft>
              <a:buClr>
                <a:schemeClr val="lt1"/>
              </a:buClr>
              <a:buSzPts val="1200"/>
              <a:buChar char="○"/>
              <a:defRPr>
                <a:solidFill>
                  <a:schemeClr val="lt1"/>
                </a:solidFill>
              </a:defRPr>
            </a:lvl8pPr>
            <a:lvl9pPr indent="-304800" lvl="8" marL="4114800">
              <a:spcBef>
                <a:spcPts val="0"/>
              </a:spcBef>
              <a:spcAft>
                <a:spcPts val="0"/>
              </a:spcAft>
              <a:buClr>
                <a:schemeClr val="lt1"/>
              </a:buClr>
              <a:buSzPts val="1200"/>
              <a:buChar char="■"/>
              <a:defRPr>
                <a:solidFill>
                  <a:schemeClr val="lt1"/>
                </a:solidFill>
              </a:defRPr>
            </a:lvl9pPr>
          </a:lstStyle>
          <a:p/>
        </p:txBody>
      </p:sp>
      <p:sp>
        <p:nvSpPr>
          <p:cNvPr id="416" name="Google Shape;416;p37"/>
          <p:cNvSpPr txBox="1"/>
          <p:nvPr>
            <p:ph type="title"/>
          </p:nvPr>
        </p:nvSpPr>
        <p:spPr>
          <a:xfrm>
            <a:off x="311700" y="445025"/>
            <a:ext cx="8520600" cy="57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Clr>
                <a:schemeClr val="lt1"/>
              </a:buClr>
              <a:buSzPts val="1400"/>
              <a:buChar char="●"/>
              <a:defRPr>
                <a:solidFill>
                  <a:schemeClr val="lt1"/>
                </a:solidFill>
              </a:defRPr>
            </a:lvl1pPr>
            <a:lvl2pPr lvl="1">
              <a:spcBef>
                <a:spcPts val="0"/>
              </a:spcBef>
              <a:spcAft>
                <a:spcPts val="0"/>
              </a:spcAft>
              <a:buClr>
                <a:schemeClr val="lt1"/>
              </a:buClr>
              <a:buSzPts val="1400"/>
              <a:buChar char="○"/>
              <a:defRPr>
                <a:solidFill>
                  <a:schemeClr val="lt1"/>
                </a:solidFill>
              </a:defRPr>
            </a:lvl2pPr>
            <a:lvl3pPr lvl="2">
              <a:spcBef>
                <a:spcPts val="0"/>
              </a:spcBef>
              <a:spcAft>
                <a:spcPts val="0"/>
              </a:spcAft>
              <a:buClr>
                <a:schemeClr val="lt1"/>
              </a:buClr>
              <a:buSzPts val="1400"/>
              <a:buChar char="■"/>
              <a:defRPr>
                <a:solidFill>
                  <a:schemeClr val="lt1"/>
                </a:solidFill>
              </a:defRPr>
            </a:lvl3pPr>
            <a:lvl4pPr lvl="3">
              <a:spcBef>
                <a:spcPts val="0"/>
              </a:spcBef>
              <a:spcAft>
                <a:spcPts val="0"/>
              </a:spcAft>
              <a:buClr>
                <a:schemeClr val="lt1"/>
              </a:buClr>
              <a:buSzPts val="1400"/>
              <a:buChar char="●"/>
              <a:defRPr>
                <a:solidFill>
                  <a:schemeClr val="lt1"/>
                </a:solidFill>
              </a:defRPr>
            </a:lvl4pPr>
            <a:lvl5pPr lvl="4">
              <a:spcBef>
                <a:spcPts val="0"/>
              </a:spcBef>
              <a:spcAft>
                <a:spcPts val="0"/>
              </a:spcAft>
              <a:buClr>
                <a:schemeClr val="lt1"/>
              </a:buClr>
              <a:buSzPts val="1400"/>
              <a:buChar char="○"/>
              <a:defRPr>
                <a:solidFill>
                  <a:schemeClr val="lt1"/>
                </a:solidFill>
              </a:defRPr>
            </a:lvl5pPr>
            <a:lvl6pPr lvl="5">
              <a:spcBef>
                <a:spcPts val="0"/>
              </a:spcBef>
              <a:spcAft>
                <a:spcPts val="0"/>
              </a:spcAft>
              <a:buClr>
                <a:schemeClr val="lt1"/>
              </a:buClr>
              <a:buSzPts val="1400"/>
              <a:buChar char="■"/>
              <a:defRPr>
                <a:solidFill>
                  <a:schemeClr val="lt1"/>
                </a:solidFill>
              </a:defRPr>
            </a:lvl6pPr>
            <a:lvl7pPr lvl="6">
              <a:spcBef>
                <a:spcPts val="0"/>
              </a:spcBef>
              <a:spcAft>
                <a:spcPts val="0"/>
              </a:spcAft>
              <a:buClr>
                <a:schemeClr val="lt1"/>
              </a:buClr>
              <a:buSzPts val="1400"/>
              <a:buChar char="●"/>
              <a:defRPr>
                <a:solidFill>
                  <a:schemeClr val="lt1"/>
                </a:solidFill>
              </a:defRPr>
            </a:lvl7pPr>
            <a:lvl8pPr lvl="7">
              <a:spcBef>
                <a:spcPts val="0"/>
              </a:spcBef>
              <a:spcAft>
                <a:spcPts val="0"/>
              </a:spcAft>
              <a:buClr>
                <a:schemeClr val="lt1"/>
              </a:buClr>
              <a:buSzPts val="1400"/>
              <a:buChar char="○"/>
              <a:defRPr>
                <a:solidFill>
                  <a:schemeClr val="lt1"/>
                </a:solidFill>
              </a:defRPr>
            </a:lvl8pPr>
            <a:lvl9pPr lvl="8">
              <a:spcBef>
                <a:spcPts val="0"/>
              </a:spcBef>
              <a:spcAft>
                <a:spcPts val="0"/>
              </a:spcAft>
              <a:buClr>
                <a:schemeClr val="lt1"/>
              </a:buClr>
              <a:buSzPts val="1400"/>
              <a:buChar char="■"/>
              <a:defRPr>
                <a:solidFill>
                  <a:schemeClr val="lt1"/>
                </a:solidFill>
              </a:defRPr>
            </a:lvl9pPr>
          </a:lstStyle>
          <a:p/>
        </p:txBody>
      </p:sp>
      <p:sp>
        <p:nvSpPr>
          <p:cNvPr id="417" name="Google Shape;417;p37"/>
          <p:cNvSpPr txBox="1"/>
          <p:nvPr>
            <p:ph idx="5" type="subTitle"/>
          </p:nvPr>
        </p:nvSpPr>
        <p:spPr>
          <a:xfrm>
            <a:off x="311725" y="3582900"/>
            <a:ext cx="4027500" cy="4812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418" name="Google Shape;418;p37"/>
          <p:cNvSpPr txBox="1"/>
          <p:nvPr>
            <p:ph idx="6" type="subTitle"/>
          </p:nvPr>
        </p:nvSpPr>
        <p:spPr>
          <a:xfrm>
            <a:off x="4804825" y="3582900"/>
            <a:ext cx="4027500" cy="4812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419" name="Google Shape;419;p37"/>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420" name="Google Shape;420;p37"/>
          <p:cNvSpPr txBox="1"/>
          <p:nvPr>
            <p:ph idx="7"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421" name="Google Shape;421;p37"/>
          <p:cNvPicPr preferRelativeResize="0"/>
          <p:nvPr/>
        </p:nvPicPr>
        <p:blipFill>
          <a:blip r:embed="rId2">
            <a:alphaModFix/>
          </a:blip>
          <a:stretch>
            <a:fillRect/>
          </a:stretch>
        </p:blipFill>
        <p:spPr>
          <a:xfrm>
            <a:off x="228600" y="4837043"/>
            <a:ext cx="567051" cy="144675"/>
          </a:xfrm>
          <a:prstGeom prst="rect">
            <a:avLst/>
          </a:prstGeom>
          <a:noFill/>
          <a:ln>
            <a:noFill/>
          </a:ln>
        </p:spPr>
      </p:pic>
      <p:sp>
        <p:nvSpPr>
          <p:cNvPr id="422" name="Google Shape;422;p37"/>
          <p:cNvSpPr txBox="1"/>
          <p:nvPr>
            <p:ph idx="8"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storyboards">
  <p:cSld name="Three storyboards">
    <p:spTree>
      <p:nvGrpSpPr>
        <p:cNvPr id="423" name="Shape 423"/>
        <p:cNvGrpSpPr/>
        <p:nvPr/>
      </p:nvGrpSpPr>
      <p:grpSpPr>
        <a:xfrm>
          <a:off x="0" y="0"/>
          <a:ext cx="0" cy="0"/>
          <a:chOff x="0" y="0"/>
          <a:chExt cx="0" cy="0"/>
        </a:xfrm>
      </p:grpSpPr>
      <p:sp>
        <p:nvSpPr>
          <p:cNvPr id="424" name="Google Shape;424;p38"/>
          <p:cNvSpPr txBox="1"/>
          <p:nvPr>
            <p:ph idx="1" type="body"/>
          </p:nvPr>
        </p:nvSpPr>
        <p:spPr>
          <a:xfrm>
            <a:off x="311700" y="3911700"/>
            <a:ext cx="2627100" cy="1018500"/>
          </a:xfrm>
          <a:prstGeom prst="rect">
            <a:avLst/>
          </a:prstGeom>
          <a:noFill/>
          <a:ln>
            <a:noFill/>
          </a:ln>
        </p:spPr>
        <p:txBody>
          <a:bodyPr anchorCtr="0" anchor="ctr" bIns="91425" lIns="91425" spcFirstLastPara="1" rIns="91425" wrap="square" tIns="91425">
            <a:noAutofit/>
          </a:bodyPr>
          <a:lstStyle>
            <a:lvl1pPr indent="-304800" lvl="0" marL="457200">
              <a:spcBef>
                <a:spcPts val="0"/>
              </a:spcBef>
              <a:spcAft>
                <a:spcPts val="0"/>
              </a:spcAft>
              <a:buClr>
                <a:schemeClr val="lt1"/>
              </a:buClr>
              <a:buSzPts val="1200"/>
              <a:buChar char="●"/>
              <a:defRPr>
                <a:solidFill>
                  <a:schemeClr val="lt1"/>
                </a:solidFill>
              </a:defRPr>
            </a:lvl1pPr>
            <a:lvl2pPr indent="-304800" lvl="1" marL="914400">
              <a:spcBef>
                <a:spcPts val="0"/>
              </a:spcBef>
              <a:spcAft>
                <a:spcPts val="0"/>
              </a:spcAft>
              <a:buClr>
                <a:schemeClr val="lt1"/>
              </a:buClr>
              <a:buSzPts val="1200"/>
              <a:buChar char="○"/>
              <a:defRPr>
                <a:solidFill>
                  <a:schemeClr val="lt1"/>
                </a:solidFill>
              </a:defRPr>
            </a:lvl2pPr>
            <a:lvl3pPr indent="-304800" lvl="2" marL="1371600">
              <a:spcBef>
                <a:spcPts val="0"/>
              </a:spcBef>
              <a:spcAft>
                <a:spcPts val="0"/>
              </a:spcAft>
              <a:buClr>
                <a:schemeClr val="lt1"/>
              </a:buClr>
              <a:buSzPts val="1200"/>
              <a:buChar char="■"/>
              <a:defRPr>
                <a:solidFill>
                  <a:schemeClr val="lt1"/>
                </a:solidFill>
              </a:defRPr>
            </a:lvl3pPr>
            <a:lvl4pPr indent="-304800" lvl="3" marL="1828800">
              <a:spcBef>
                <a:spcPts val="0"/>
              </a:spcBef>
              <a:spcAft>
                <a:spcPts val="0"/>
              </a:spcAft>
              <a:buClr>
                <a:schemeClr val="lt1"/>
              </a:buClr>
              <a:buSzPts val="1200"/>
              <a:buChar char="●"/>
              <a:defRPr>
                <a:solidFill>
                  <a:schemeClr val="lt1"/>
                </a:solidFill>
              </a:defRPr>
            </a:lvl4pPr>
            <a:lvl5pPr indent="-304800" lvl="4" marL="2286000">
              <a:spcBef>
                <a:spcPts val="0"/>
              </a:spcBef>
              <a:spcAft>
                <a:spcPts val="0"/>
              </a:spcAft>
              <a:buClr>
                <a:schemeClr val="lt1"/>
              </a:buClr>
              <a:buSzPts val="1200"/>
              <a:buChar char="○"/>
              <a:defRPr>
                <a:solidFill>
                  <a:schemeClr val="lt1"/>
                </a:solidFill>
              </a:defRPr>
            </a:lvl5pPr>
            <a:lvl6pPr indent="-304800" lvl="5" marL="2743200">
              <a:spcBef>
                <a:spcPts val="0"/>
              </a:spcBef>
              <a:spcAft>
                <a:spcPts val="0"/>
              </a:spcAft>
              <a:buClr>
                <a:schemeClr val="lt1"/>
              </a:buClr>
              <a:buSzPts val="1200"/>
              <a:buChar char="■"/>
              <a:defRPr>
                <a:solidFill>
                  <a:schemeClr val="lt1"/>
                </a:solidFill>
              </a:defRPr>
            </a:lvl6pPr>
            <a:lvl7pPr indent="-304800" lvl="6" marL="3200400">
              <a:spcBef>
                <a:spcPts val="0"/>
              </a:spcBef>
              <a:spcAft>
                <a:spcPts val="0"/>
              </a:spcAft>
              <a:buClr>
                <a:schemeClr val="lt1"/>
              </a:buClr>
              <a:buSzPts val="1200"/>
              <a:buChar char="●"/>
              <a:defRPr>
                <a:solidFill>
                  <a:schemeClr val="lt1"/>
                </a:solidFill>
              </a:defRPr>
            </a:lvl7pPr>
            <a:lvl8pPr indent="-304800" lvl="7" marL="3657600">
              <a:spcBef>
                <a:spcPts val="0"/>
              </a:spcBef>
              <a:spcAft>
                <a:spcPts val="0"/>
              </a:spcAft>
              <a:buClr>
                <a:schemeClr val="lt1"/>
              </a:buClr>
              <a:buSzPts val="1200"/>
              <a:buChar char="○"/>
              <a:defRPr>
                <a:solidFill>
                  <a:schemeClr val="lt1"/>
                </a:solidFill>
              </a:defRPr>
            </a:lvl8pPr>
            <a:lvl9pPr indent="-304800" lvl="8" marL="4114800">
              <a:spcBef>
                <a:spcPts val="0"/>
              </a:spcBef>
              <a:spcAft>
                <a:spcPts val="0"/>
              </a:spcAft>
              <a:buClr>
                <a:schemeClr val="lt1"/>
              </a:buClr>
              <a:buSzPts val="1200"/>
              <a:buChar char="■"/>
              <a:defRPr>
                <a:solidFill>
                  <a:schemeClr val="lt1"/>
                </a:solidFill>
              </a:defRPr>
            </a:lvl9pPr>
          </a:lstStyle>
          <a:p/>
        </p:txBody>
      </p:sp>
      <p:sp>
        <p:nvSpPr>
          <p:cNvPr id="425" name="Google Shape;425;p38"/>
          <p:cNvSpPr/>
          <p:nvPr>
            <p:ph idx="2" type="pic"/>
          </p:nvPr>
        </p:nvSpPr>
        <p:spPr>
          <a:xfrm>
            <a:off x="6205225" y="1128325"/>
            <a:ext cx="2627100" cy="2273100"/>
          </a:xfrm>
          <a:prstGeom prst="rect">
            <a:avLst/>
          </a:prstGeom>
          <a:noFill/>
          <a:ln>
            <a:noFill/>
          </a:ln>
        </p:spPr>
      </p:sp>
      <p:sp>
        <p:nvSpPr>
          <p:cNvPr id="426" name="Google Shape;426;p38"/>
          <p:cNvSpPr/>
          <p:nvPr>
            <p:ph idx="3" type="pic"/>
          </p:nvPr>
        </p:nvSpPr>
        <p:spPr>
          <a:xfrm>
            <a:off x="311725" y="1128325"/>
            <a:ext cx="2627100" cy="2273100"/>
          </a:xfrm>
          <a:prstGeom prst="rect">
            <a:avLst/>
          </a:prstGeom>
          <a:noFill/>
          <a:ln>
            <a:noFill/>
          </a:ln>
        </p:spPr>
      </p:sp>
      <p:sp>
        <p:nvSpPr>
          <p:cNvPr id="427" name="Google Shape;427;p38"/>
          <p:cNvSpPr txBox="1"/>
          <p:nvPr>
            <p:ph idx="4" type="body"/>
          </p:nvPr>
        </p:nvSpPr>
        <p:spPr>
          <a:xfrm>
            <a:off x="6205225" y="3911700"/>
            <a:ext cx="2627100" cy="1018500"/>
          </a:xfrm>
          <a:prstGeom prst="rect">
            <a:avLst/>
          </a:prstGeom>
          <a:noFill/>
          <a:ln>
            <a:noFill/>
          </a:ln>
        </p:spPr>
        <p:txBody>
          <a:bodyPr anchorCtr="0" anchor="ctr" bIns="91425" lIns="91425" spcFirstLastPara="1" rIns="91425" wrap="square" tIns="91425">
            <a:noAutofit/>
          </a:bodyPr>
          <a:lstStyle>
            <a:lvl1pPr indent="-304800" lvl="0" marL="457200">
              <a:spcBef>
                <a:spcPts val="0"/>
              </a:spcBef>
              <a:spcAft>
                <a:spcPts val="0"/>
              </a:spcAft>
              <a:buClr>
                <a:schemeClr val="lt1"/>
              </a:buClr>
              <a:buSzPts val="1200"/>
              <a:buChar char="●"/>
              <a:defRPr>
                <a:solidFill>
                  <a:schemeClr val="lt1"/>
                </a:solidFill>
              </a:defRPr>
            </a:lvl1pPr>
            <a:lvl2pPr indent="-304800" lvl="1" marL="914400">
              <a:spcBef>
                <a:spcPts val="0"/>
              </a:spcBef>
              <a:spcAft>
                <a:spcPts val="0"/>
              </a:spcAft>
              <a:buClr>
                <a:schemeClr val="lt1"/>
              </a:buClr>
              <a:buSzPts val="1200"/>
              <a:buChar char="○"/>
              <a:defRPr>
                <a:solidFill>
                  <a:schemeClr val="lt1"/>
                </a:solidFill>
              </a:defRPr>
            </a:lvl2pPr>
            <a:lvl3pPr indent="-304800" lvl="2" marL="1371600">
              <a:spcBef>
                <a:spcPts val="0"/>
              </a:spcBef>
              <a:spcAft>
                <a:spcPts val="0"/>
              </a:spcAft>
              <a:buClr>
                <a:schemeClr val="lt1"/>
              </a:buClr>
              <a:buSzPts val="1200"/>
              <a:buChar char="■"/>
              <a:defRPr>
                <a:solidFill>
                  <a:schemeClr val="lt1"/>
                </a:solidFill>
              </a:defRPr>
            </a:lvl3pPr>
            <a:lvl4pPr indent="-304800" lvl="3" marL="1828800">
              <a:spcBef>
                <a:spcPts val="0"/>
              </a:spcBef>
              <a:spcAft>
                <a:spcPts val="0"/>
              </a:spcAft>
              <a:buClr>
                <a:schemeClr val="lt1"/>
              </a:buClr>
              <a:buSzPts val="1200"/>
              <a:buChar char="●"/>
              <a:defRPr>
                <a:solidFill>
                  <a:schemeClr val="lt1"/>
                </a:solidFill>
              </a:defRPr>
            </a:lvl4pPr>
            <a:lvl5pPr indent="-304800" lvl="4" marL="2286000">
              <a:spcBef>
                <a:spcPts val="0"/>
              </a:spcBef>
              <a:spcAft>
                <a:spcPts val="0"/>
              </a:spcAft>
              <a:buClr>
                <a:schemeClr val="lt1"/>
              </a:buClr>
              <a:buSzPts val="1200"/>
              <a:buChar char="○"/>
              <a:defRPr>
                <a:solidFill>
                  <a:schemeClr val="lt1"/>
                </a:solidFill>
              </a:defRPr>
            </a:lvl5pPr>
            <a:lvl6pPr indent="-304800" lvl="5" marL="2743200">
              <a:spcBef>
                <a:spcPts val="0"/>
              </a:spcBef>
              <a:spcAft>
                <a:spcPts val="0"/>
              </a:spcAft>
              <a:buClr>
                <a:schemeClr val="lt1"/>
              </a:buClr>
              <a:buSzPts val="1200"/>
              <a:buChar char="■"/>
              <a:defRPr>
                <a:solidFill>
                  <a:schemeClr val="lt1"/>
                </a:solidFill>
              </a:defRPr>
            </a:lvl6pPr>
            <a:lvl7pPr indent="-304800" lvl="6" marL="3200400">
              <a:spcBef>
                <a:spcPts val="0"/>
              </a:spcBef>
              <a:spcAft>
                <a:spcPts val="0"/>
              </a:spcAft>
              <a:buClr>
                <a:schemeClr val="lt1"/>
              </a:buClr>
              <a:buSzPts val="1200"/>
              <a:buChar char="●"/>
              <a:defRPr>
                <a:solidFill>
                  <a:schemeClr val="lt1"/>
                </a:solidFill>
              </a:defRPr>
            </a:lvl7pPr>
            <a:lvl8pPr indent="-304800" lvl="7" marL="3657600">
              <a:spcBef>
                <a:spcPts val="0"/>
              </a:spcBef>
              <a:spcAft>
                <a:spcPts val="0"/>
              </a:spcAft>
              <a:buClr>
                <a:schemeClr val="lt1"/>
              </a:buClr>
              <a:buSzPts val="1200"/>
              <a:buChar char="○"/>
              <a:defRPr>
                <a:solidFill>
                  <a:schemeClr val="lt1"/>
                </a:solidFill>
              </a:defRPr>
            </a:lvl8pPr>
            <a:lvl9pPr indent="-304800" lvl="8" marL="4114800">
              <a:spcBef>
                <a:spcPts val="0"/>
              </a:spcBef>
              <a:spcAft>
                <a:spcPts val="0"/>
              </a:spcAft>
              <a:buClr>
                <a:schemeClr val="lt1"/>
              </a:buClr>
              <a:buSzPts val="1200"/>
              <a:buChar char="■"/>
              <a:defRPr>
                <a:solidFill>
                  <a:schemeClr val="lt1"/>
                </a:solidFill>
              </a:defRPr>
            </a:lvl9pPr>
          </a:lstStyle>
          <a:p/>
        </p:txBody>
      </p:sp>
      <p:sp>
        <p:nvSpPr>
          <p:cNvPr id="428" name="Google Shape;428;p38"/>
          <p:cNvSpPr/>
          <p:nvPr>
            <p:ph idx="5" type="pic"/>
          </p:nvPr>
        </p:nvSpPr>
        <p:spPr>
          <a:xfrm>
            <a:off x="3255250" y="1128325"/>
            <a:ext cx="2627100" cy="2273100"/>
          </a:xfrm>
          <a:prstGeom prst="rect">
            <a:avLst/>
          </a:prstGeom>
          <a:noFill/>
          <a:ln>
            <a:noFill/>
          </a:ln>
        </p:spPr>
      </p:sp>
      <p:sp>
        <p:nvSpPr>
          <p:cNvPr id="429" name="Google Shape;429;p38"/>
          <p:cNvSpPr txBox="1"/>
          <p:nvPr>
            <p:ph idx="6" type="body"/>
          </p:nvPr>
        </p:nvSpPr>
        <p:spPr>
          <a:xfrm>
            <a:off x="3255250" y="3911700"/>
            <a:ext cx="2627100" cy="1018500"/>
          </a:xfrm>
          <a:prstGeom prst="rect">
            <a:avLst/>
          </a:prstGeom>
          <a:noFill/>
          <a:ln>
            <a:noFill/>
          </a:ln>
        </p:spPr>
        <p:txBody>
          <a:bodyPr anchorCtr="0" anchor="ctr" bIns="91425" lIns="91425" spcFirstLastPara="1" rIns="91425" wrap="square" tIns="91425">
            <a:noAutofit/>
          </a:bodyPr>
          <a:lstStyle>
            <a:lvl1pPr indent="-304800" lvl="0" marL="457200">
              <a:spcBef>
                <a:spcPts val="0"/>
              </a:spcBef>
              <a:spcAft>
                <a:spcPts val="0"/>
              </a:spcAft>
              <a:buClr>
                <a:schemeClr val="lt1"/>
              </a:buClr>
              <a:buSzPts val="1200"/>
              <a:buChar char="●"/>
              <a:defRPr>
                <a:solidFill>
                  <a:schemeClr val="lt1"/>
                </a:solidFill>
              </a:defRPr>
            </a:lvl1pPr>
            <a:lvl2pPr indent="-304800" lvl="1" marL="914400">
              <a:spcBef>
                <a:spcPts val="0"/>
              </a:spcBef>
              <a:spcAft>
                <a:spcPts val="0"/>
              </a:spcAft>
              <a:buClr>
                <a:schemeClr val="lt1"/>
              </a:buClr>
              <a:buSzPts val="1200"/>
              <a:buChar char="○"/>
              <a:defRPr>
                <a:solidFill>
                  <a:schemeClr val="lt1"/>
                </a:solidFill>
              </a:defRPr>
            </a:lvl2pPr>
            <a:lvl3pPr indent="-304800" lvl="2" marL="1371600">
              <a:spcBef>
                <a:spcPts val="0"/>
              </a:spcBef>
              <a:spcAft>
                <a:spcPts val="0"/>
              </a:spcAft>
              <a:buClr>
                <a:schemeClr val="lt1"/>
              </a:buClr>
              <a:buSzPts val="1200"/>
              <a:buChar char="■"/>
              <a:defRPr>
                <a:solidFill>
                  <a:schemeClr val="lt1"/>
                </a:solidFill>
              </a:defRPr>
            </a:lvl3pPr>
            <a:lvl4pPr indent="-304800" lvl="3" marL="1828800">
              <a:spcBef>
                <a:spcPts val="0"/>
              </a:spcBef>
              <a:spcAft>
                <a:spcPts val="0"/>
              </a:spcAft>
              <a:buClr>
                <a:schemeClr val="lt1"/>
              </a:buClr>
              <a:buSzPts val="1200"/>
              <a:buChar char="●"/>
              <a:defRPr>
                <a:solidFill>
                  <a:schemeClr val="lt1"/>
                </a:solidFill>
              </a:defRPr>
            </a:lvl4pPr>
            <a:lvl5pPr indent="-304800" lvl="4" marL="2286000">
              <a:spcBef>
                <a:spcPts val="0"/>
              </a:spcBef>
              <a:spcAft>
                <a:spcPts val="0"/>
              </a:spcAft>
              <a:buClr>
                <a:schemeClr val="lt1"/>
              </a:buClr>
              <a:buSzPts val="1200"/>
              <a:buChar char="○"/>
              <a:defRPr>
                <a:solidFill>
                  <a:schemeClr val="lt1"/>
                </a:solidFill>
              </a:defRPr>
            </a:lvl5pPr>
            <a:lvl6pPr indent="-304800" lvl="5" marL="2743200">
              <a:spcBef>
                <a:spcPts val="0"/>
              </a:spcBef>
              <a:spcAft>
                <a:spcPts val="0"/>
              </a:spcAft>
              <a:buClr>
                <a:schemeClr val="lt1"/>
              </a:buClr>
              <a:buSzPts val="1200"/>
              <a:buChar char="■"/>
              <a:defRPr>
                <a:solidFill>
                  <a:schemeClr val="lt1"/>
                </a:solidFill>
              </a:defRPr>
            </a:lvl6pPr>
            <a:lvl7pPr indent="-304800" lvl="6" marL="3200400">
              <a:spcBef>
                <a:spcPts val="0"/>
              </a:spcBef>
              <a:spcAft>
                <a:spcPts val="0"/>
              </a:spcAft>
              <a:buClr>
                <a:schemeClr val="lt1"/>
              </a:buClr>
              <a:buSzPts val="1200"/>
              <a:buChar char="●"/>
              <a:defRPr>
                <a:solidFill>
                  <a:schemeClr val="lt1"/>
                </a:solidFill>
              </a:defRPr>
            </a:lvl7pPr>
            <a:lvl8pPr indent="-304800" lvl="7" marL="3657600">
              <a:spcBef>
                <a:spcPts val="0"/>
              </a:spcBef>
              <a:spcAft>
                <a:spcPts val="0"/>
              </a:spcAft>
              <a:buClr>
                <a:schemeClr val="lt1"/>
              </a:buClr>
              <a:buSzPts val="1200"/>
              <a:buChar char="○"/>
              <a:defRPr>
                <a:solidFill>
                  <a:schemeClr val="lt1"/>
                </a:solidFill>
              </a:defRPr>
            </a:lvl8pPr>
            <a:lvl9pPr indent="-304800" lvl="8" marL="4114800">
              <a:spcBef>
                <a:spcPts val="0"/>
              </a:spcBef>
              <a:spcAft>
                <a:spcPts val="0"/>
              </a:spcAft>
              <a:buClr>
                <a:schemeClr val="lt1"/>
              </a:buClr>
              <a:buSzPts val="1200"/>
              <a:buChar char="■"/>
              <a:defRPr>
                <a:solidFill>
                  <a:schemeClr val="lt1"/>
                </a:solidFill>
              </a:defRPr>
            </a:lvl9pPr>
          </a:lstStyle>
          <a:p/>
        </p:txBody>
      </p:sp>
      <p:sp>
        <p:nvSpPr>
          <p:cNvPr id="430" name="Google Shape;430;p38"/>
          <p:cNvSpPr txBox="1"/>
          <p:nvPr>
            <p:ph type="title"/>
          </p:nvPr>
        </p:nvSpPr>
        <p:spPr>
          <a:xfrm>
            <a:off x="311700" y="445025"/>
            <a:ext cx="8520600" cy="57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Clr>
                <a:schemeClr val="lt1"/>
              </a:buClr>
              <a:buSzPts val="1400"/>
              <a:buChar char="●"/>
              <a:defRPr>
                <a:solidFill>
                  <a:schemeClr val="lt1"/>
                </a:solidFill>
              </a:defRPr>
            </a:lvl1pPr>
            <a:lvl2pPr lvl="1">
              <a:spcBef>
                <a:spcPts val="0"/>
              </a:spcBef>
              <a:spcAft>
                <a:spcPts val="0"/>
              </a:spcAft>
              <a:buClr>
                <a:schemeClr val="lt1"/>
              </a:buClr>
              <a:buSzPts val="1400"/>
              <a:buChar char="○"/>
              <a:defRPr>
                <a:solidFill>
                  <a:schemeClr val="lt1"/>
                </a:solidFill>
              </a:defRPr>
            </a:lvl2pPr>
            <a:lvl3pPr lvl="2">
              <a:spcBef>
                <a:spcPts val="0"/>
              </a:spcBef>
              <a:spcAft>
                <a:spcPts val="0"/>
              </a:spcAft>
              <a:buClr>
                <a:schemeClr val="lt1"/>
              </a:buClr>
              <a:buSzPts val="1400"/>
              <a:buChar char="■"/>
              <a:defRPr>
                <a:solidFill>
                  <a:schemeClr val="lt1"/>
                </a:solidFill>
              </a:defRPr>
            </a:lvl3pPr>
            <a:lvl4pPr lvl="3">
              <a:spcBef>
                <a:spcPts val="0"/>
              </a:spcBef>
              <a:spcAft>
                <a:spcPts val="0"/>
              </a:spcAft>
              <a:buClr>
                <a:schemeClr val="lt1"/>
              </a:buClr>
              <a:buSzPts val="1400"/>
              <a:buChar char="●"/>
              <a:defRPr>
                <a:solidFill>
                  <a:schemeClr val="lt1"/>
                </a:solidFill>
              </a:defRPr>
            </a:lvl4pPr>
            <a:lvl5pPr lvl="4">
              <a:spcBef>
                <a:spcPts val="0"/>
              </a:spcBef>
              <a:spcAft>
                <a:spcPts val="0"/>
              </a:spcAft>
              <a:buClr>
                <a:schemeClr val="lt1"/>
              </a:buClr>
              <a:buSzPts val="1400"/>
              <a:buChar char="○"/>
              <a:defRPr>
                <a:solidFill>
                  <a:schemeClr val="lt1"/>
                </a:solidFill>
              </a:defRPr>
            </a:lvl5pPr>
            <a:lvl6pPr lvl="5">
              <a:spcBef>
                <a:spcPts val="0"/>
              </a:spcBef>
              <a:spcAft>
                <a:spcPts val="0"/>
              </a:spcAft>
              <a:buClr>
                <a:schemeClr val="lt1"/>
              </a:buClr>
              <a:buSzPts val="1400"/>
              <a:buChar char="■"/>
              <a:defRPr>
                <a:solidFill>
                  <a:schemeClr val="lt1"/>
                </a:solidFill>
              </a:defRPr>
            </a:lvl6pPr>
            <a:lvl7pPr lvl="6">
              <a:spcBef>
                <a:spcPts val="0"/>
              </a:spcBef>
              <a:spcAft>
                <a:spcPts val="0"/>
              </a:spcAft>
              <a:buClr>
                <a:schemeClr val="lt1"/>
              </a:buClr>
              <a:buSzPts val="1400"/>
              <a:buChar char="●"/>
              <a:defRPr>
                <a:solidFill>
                  <a:schemeClr val="lt1"/>
                </a:solidFill>
              </a:defRPr>
            </a:lvl7pPr>
            <a:lvl8pPr lvl="7">
              <a:spcBef>
                <a:spcPts val="0"/>
              </a:spcBef>
              <a:spcAft>
                <a:spcPts val="0"/>
              </a:spcAft>
              <a:buClr>
                <a:schemeClr val="lt1"/>
              </a:buClr>
              <a:buSzPts val="1400"/>
              <a:buChar char="○"/>
              <a:defRPr>
                <a:solidFill>
                  <a:schemeClr val="lt1"/>
                </a:solidFill>
              </a:defRPr>
            </a:lvl8pPr>
            <a:lvl9pPr lvl="8">
              <a:spcBef>
                <a:spcPts val="0"/>
              </a:spcBef>
              <a:spcAft>
                <a:spcPts val="0"/>
              </a:spcAft>
              <a:buClr>
                <a:schemeClr val="lt1"/>
              </a:buClr>
              <a:buSzPts val="1400"/>
              <a:buChar char="■"/>
              <a:defRPr>
                <a:solidFill>
                  <a:schemeClr val="lt1"/>
                </a:solidFill>
              </a:defRPr>
            </a:lvl9pPr>
          </a:lstStyle>
          <a:p/>
        </p:txBody>
      </p:sp>
      <p:sp>
        <p:nvSpPr>
          <p:cNvPr id="431" name="Google Shape;431;p38"/>
          <p:cNvSpPr txBox="1"/>
          <p:nvPr>
            <p:ph idx="7" type="subTitle"/>
          </p:nvPr>
        </p:nvSpPr>
        <p:spPr>
          <a:xfrm>
            <a:off x="311725" y="3430500"/>
            <a:ext cx="2627100" cy="4812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432" name="Google Shape;432;p38"/>
          <p:cNvSpPr txBox="1"/>
          <p:nvPr>
            <p:ph idx="8" type="subTitle"/>
          </p:nvPr>
        </p:nvSpPr>
        <p:spPr>
          <a:xfrm>
            <a:off x="6205225" y="3430500"/>
            <a:ext cx="2627100" cy="4812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433" name="Google Shape;433;p38"/>
          <p:cNvSpPr txBox="1"/>
          <p:nvPr>
            <p:ph idx="9" type="subTitle"/>
          </p:nvPr>
        </p:nvSpPr>
        <p:spPr>
          <a:xfrm>
            <a:off x="3255250" y="3430500"/>
            <a:ext cx="2627100" cy="4812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434" name="Google Shape;434;p38"/>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435" name="Google Shape;435;p38"/>
          <p:cNvSpPr txBox="1"/>
          <p:nvPr>
            <p:ph idx="13"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436" name="Google Shape;436;p38"/>
          <p:cNvPicPr preferRelativeResize="0"/>
          <p:nvPr/>
        </p:nvPicPr>
        <p:blipFill>
          <a:blip r:embed="rId2">
            <a:alphaModFix/>
          </a:blip>
          <a:stretch>
            <a:fillRect/>
          </a:stretch>
        </p:blipFill>
        <p:spPr>
          <a:xfrm>
            <a:off x="228600" y="4837043"/>
            <a:ext cx="567051" cy="144675"/>
          </a:xfrm>
          <a:prstGeom prst="rect">
            <a:avLst/>
          </a:prstGeom>
          <a:noFill/>
          <a:ln>
            <a:noFill/>
          </a:ln>
        </p:spPr>
      </p:pic>
      <p:sp>
        <p:nvSpPr>
          <p:cNvPr id="437" name="Google Shape;437;p38"/>
          <p:cNvSpPr txBox="1"/>
          <p:nvPr>
            <p:ph idx="14"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only">
  <p:cSld name="Image only">
    <p:spTree>
      <p:nvGrpSpPr>
        <p:cNvPr id="438" name="Shape 438"/>
        <p:cNvGrpSpPr/>
        <p:nvPr/>
      </p:nvGrpSpPr>
      <p:grpSpPr>
        <a:xfrm>
          <a:off x="0" y="0"/>
          <a:ext cx="0" cy="0"/>
          <a:chOff x="0" y="0"/>
          <a:chExt cx="0" cy="0"/>
        </a:xfrm>
      </p:grpSpPr>
      <p:sp>
        <p:nvSpPr>
          <p:cNvPr id="439" name="Google Shape;439;p39"/>
          <p:cNvSpPr/>
          <p:nvPr>
            <p:ph idx="2" type="pic"/>
          </p:nvPr>
        </p:nvSpPr>
        <p:spPr>
          <a:xfrm>
            <a:off x="311700" y="445025"/>
            <a:ext cx="8520600" cy="4218300"/>
          </a:xfrm>
          <a:prstGeom prst="rect">
            <a:avLst/>
          </a:prstGeom>
          <a:noFill/>
          <a:ln>
            <a:noFill/>
          </a:ln>
        </p:spPr>
      </p:sp>
      <p:sp>
        <p:nvSpPr>
          <p:cNvPr id="440" name="Google Shape;440;p39"/>
          <p:cNvSpPr txBox="1"/>
          <p:nvPr>
            <p:ph idx="1"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441" name="Google Shape;441;p39"/>
          <p:cNvPicPr preferRelativeResize="0"/>
          <p:nvPr/>
        </p:nvPicPr>
        <p:blipFill>
          <a:blip r:embed="rId2">
            <a:alphaModFix/>
          </a:blip>
          <a:stretch>
            <a:fillRect/>
          </a:stretch>
        </p:blipFill>
        <p:spPr>
          <a:xfrm>
            <a:off x="228600" y="4837043"/>
            <a:ext cx="567051" cy="144675"/>
          </a:xfrm>
          <a:prstGeom prst="rect">
            <a:avLst/>
          </a:prstGeom>
          <a:noFill/>
          <a:ln>
            <a:noFill/>
          </a:ln>
        </p:spPr>
      </p:pic>
      <p:sp>
        <p:nvSpPr>
          <p:cNvPr id="442" name="Google Shape;442;p39"/>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grid">
  <p:cSld name="Image grid">
    <p:spTree>
      <p:nvGrpSpPr>
        <p:cNvPr id="443" name="Shape 443"/>
        <p:cNvGrpSpPr/>
        <p:nvPr/>
      </p:nvGrpSpPr>
      <p:grpSpPr>
        <a:xfrm>
          <a:off x="0" y="0"/>
          <a:ext cx="0" cy="0"/>
          <a:chOff x="0" y="0"/>
          <a:chExt cx="0" cy="0"/>
        </a:xfrm>
      </p:grpSpPr>
      <p:sp>
        <p:nvSpPr>
          <p:cNvPr id="444" name="Google Shape;444;p40"/>
          <p:cNvSpPr/>
          <p:nvPr>
            <p:ph idx="2" type="pic"/>
          </p:nvPr>
        </p:nvSpPr>
        <p:spPr>
          <a:xfrm>
            <a:off x="3389600" y="118913"/>
            <a:ext cx="1643700" cy="1535100"/>
          </a:xfrm>
          <a:prstGeom prst="rect">
            <a:avLst/>
          </a:prstGeom>
          <a:noFill/>
          <a:ln>
            <a:noFill/>
          </a:ln>
        </p:spPr>
      </p:sp>
      <p:sp>
        <p:nvSpPr>
          <p:cNvPr id="445" name="Google Shape;445;p40"/>
          <p:cNvSpPr/>
          <p:nvPr>
            <p:ph idx="3" type="pic"/>
          </p:nvPr>
        </p:nvSpPr>
        <p:spPr>
          <a:xfrm>
            <a:off x="5195935" y="118913"/>
            <a:ext cx="1643700" cy="1535100"/>
          </a:xfrm>
          <a:prstGeom prst="rect">
            <a:avLst/>
          </a:prstGeom>
          <a:noFill/>
          <a:ln>
            <a:noFill/>
          </a:ln>
        </p:spPr>
      </p:sp>
      <p:sp>
        <p:nvSpPr>
          <p:cNvPr id="446" name="Google Shape;446;p40"/>
          <p:cNvSpPr/>
          <p:nvPr>
            <p:ph idx="4" type="pic"/>
          </p:nvPr>
        </p:nvSpPr>
        <p:spPr>
          <a:xfrm>
            <a:off x="7002270" y="118913"/>
            <a:ext cx="1643700" cy="1535100"/>
          </a:xfrm>
          <a:prstGeom prst="rect">
            <a:avLst/>
          </a:prstGeom>
          <a:noFill/>
          <a:ln>
            <a:noFill/>
          </a:ln>
        </p:spPr>
      </p:sp>
      <p:sp>
        <p:nvSpPr>
          <p:cNvPr id="447" name="Google Shape;447;p40"/>
          <p:cNvSpPr/>
          <p:nvPr>
            <p:ph idx="5" type="pic"/>
          </p:nvPr>
        </p:nvSpPr>
        <p:spPr>
          <a:xfrm>
            <a:off x="3389588" y="1804212"/>
            <a:ext cx="1643700" cy="1535100"/>
          </a:xfrm>
          <a:prstGeom prst="rect">
            <a:avLst/>
          </a:prstGeom>
          <a:noFill/>
          <a:ln>
            <a:noFill/>
          </a:ln>
        </p:spPr>
      </p:sp>
      <p:sp>
        <p:nvSpPr>
          <p:cNvPr id="448" name="Google Shape;448;p40"/>
          <p:cNvSpPr/>
          <p:nvPr>
            <p:ph idx="6" type="pic"/>
          </p:nvPr>
        </p:nvSpPr>
        <p:spPr>
          <a:xfrm>
            <a:off x="5195922" y="1804212"/>
            <a:ext cx="1643700" cy="1535100"/>
          </a:xfrm>
          <a:prstGeom prst="rect">
            <a:avLst/>
          </a:prstGeom>
          <a:noFill/>
          <a:ln>
            <a:noFill/>
          </a:ln>
        </p:spPr>
      </p:sp>
      <p:sp>
        <p:nvSpPr>
          <p:cNvPr id="449" name="Google Shape;449;p40"/>
          <p:cNvSpPr/>
          <p:nvPr>
            <p:ph idx="7" type="pic"/>
          </p:nvPr>
        </p:nvSpPr>
        <p:spPr>
          <a:xfrm>
            <a:off x="7002257" y="1804212"/>
            <a:ext cx="1643700" cy="1535100"/>
          </a:xfrm>
          <a:prstGeom prst="rect">
            <a:avLst/>
          </a:prstGeom>
          <a:noFill/>
          <a:ln>
            <a:noFill/>
          </a:ln>
        </p:spPr>
      </p:sp>
      <p:sp>
        <p:nvSpPr>
          <p:cNvPr id="450" name="Google Shape;450;p40"/>
          <p:cNvSpPr txBox="1"/>
          <p:nvPr>
            <p:ph type="title"/>
          </p:nvPr>
        </p:nvSpPr>
        <p:spPr>
          <a:xfrm>
            <a:off x="351550" y="445025"/>
            <a:ext cx="2596800" cy="1706400"/>
          </a:xfrm>
          <a:prstGeom prst="rect">
            <a:avLst/>
          </a:prstGeom>
          <a:noFill/>
          <a:ln>
            <a:noFill/>
          </a:ln>
        </p:spPr>
        <p:txBody>
          <a:bodyPr anchorCtr="0" anchor="ctr" bIns="91425" lIns="91425" spcFirstLastPara="1" rIns="91425" wrap="square" tIns="91425">
            <a:spAutoFit/>
          </a:bodyPr>
          <a:lstStyle>
            <a:lvl1pPr lvl="0">
              <a:spcBef>
                <a:spcPts val="0"/>
              </a:spcBef>
              <a:spcAft>
                <a:spcPts val="0"/>
              </a:spcAft>
              <a:buSzPts val="1400"/>
              <a:buChar char="●"/>
              <a:defRPr/>
            </a:lvl1pPr>
            <a:lvl2pPr lvl="1">
              <a:spcBef>
                <a:spcPts val="0"/>
              </a:spcBef>
              <a:spcAft>
                <a:spcPts val="0"/>
              </a:spcAft>
              <a:buSzPts val="1400"/>
              <a:buChar char="○"/>
              <a:defRPr/>
            </a:lvl2pPr>
            <a:lvl3pPr lvl="2">
              <a:spcBef>
                <a:spcPts val="0"/>
              </a:spcBef>
              <a:spcAft>
                <a:spcPts val="0"/>
              </a:spcAft>
              <a:buSzPts val="1400"/>
              <a:buChar char="■"/>
              <a:defRPr/>
            </a:lvl3pPr>
            <a:lvl4pPr lvl="3">
              <a:spcBef>
                <a:spcPts val="0"/>
              </a:spcBef>
              <a:spcAft>
                <a:spcPts val="0"/>
              </a:spcAft>
              <a:buSzPts val="1400"/>
              <a:buChar char="●"/>
              <a:defRPr/>
            </a:lvl4pPr>
            <a:lvl5pPr lvl="4">
              <a:spcBef>
                <a:spcPts val="0"/>
              </a:spcBef>
              <a:spcAft>
                <a:spcPts val="0"/>
              </a:spcAft>
              <a:buSzPts val="1400"/>
              <a:buChar char="○"/>
              <a:defRPr/>
            </a:lvl5pPr>
            <a:lvl6pPr lvl="5">
              <a:spcBef>
                <a:spcPts val="0"/>
              </a:spcBef>
              <a:spcAft>
                <a:spcPts val="0"/>
              </a:spcAft>
              <a:buSzPts val="1400"/>
              <a:buChar char="■"/>
              <a:defRPr/>
            </a:lvl6pPr>
            <a:lvl7pPr lvl="6">
              <a:spcBef>
                <a:spcPts val="0"/>
              </a:spcBef>
              <a:spcAft>
                <a:spcPts val="0"/>
              </a:spcAft>
              <a:buSzPts val="1400"/>
              <a:buChar char="●"/>
              <a:defRPr/>
            </a:lvl7pPr>
            <a:lvl8pPr lvl="7">
              <a:spcBef>
                <a:spcPts val="0"/>
              </a:spcBef>
              <a:spcAft>
                <a:spcPts val="0"/>
              </a:spcAft>
              <a:buSzPts val="1400"/>
              <a:buChar char="○"/>
              <a:defRPr/>
            </a:lvl8pPr>
            <a:lvl9pPr lvl="8">
              <a:spcBef>
                <a:spcPts val="0"/>
              </a:spcBef>
              <a:spcAft>
                <a:spcPts val="0"/>
              </a:spcAft>
              <a:buSzPts val="1400"/>
              <a:buChar char="■"/>
              <a:defRPr/>
            </a:lvl9pPr>
          </a:lstStyle>
          <a:p/>
        </p:txBody>
      </p:sp>
      <p:sp>
        <p:nvSpPr>
          <p:cNvPr id="451" name="Google Shape;451;p40"/>
          <p:cNvSpPr/>
          <p:nvPr>
            <p:ph idx="8" type="pic"/>
          </p:nvPr>
        </p:nvSpPr>
        <p:spPr>
          <a:xfrm>
            <a:off x="3389588" y="3489487"/>
            <a:ext cx="1643700" cy="1535100"/>
          </a:xfrm>
          <a:prstGeom prst="rect">
            <a:avLst/>
          </a:prstGeom>
          <a:noFill/>
          <a:ln>
            <a:noFill/>
          </a:ln>
        </p:spPr>
      </p:sp>
      <p:sp>
        <p:nvSpPr>
          <p:cNvPr id="452" name="Google Shape;452;p40"/>
          <p:cNvSpPr/>
          <p:nvPr>
            <p:ph idx="9" type="pic"/>
          </p:nvPr>
        </p:nvSpPr>
        <p:spPr>
          <a:xfrm>
            <a:off x="5195922" y="3489487"/>
            <a:ext cx="1643700" cy="1535100"/>
          </a:xfrm>
          <a:prstGeom prst="rect">
            <a:avLst/>
          </a:prstGeom>
          <a:noFill/>
          <a:ln>
            <a:noFill/>
          </a:ln>
        </p:spPr>
      </p:sp>
      <p:sp>
        <p:nvSpPr>
          <p:cNvPr id="453" name="Google Shape;453;p40"/>
          <p:cNvSpPr/>
          <p:nvPr>
            <p:ph idx="13" type="pic"/>
          </p:nvPr>
        </p:nvSpPr>
        <p:spPr>
          <a:xfrm>
            <a:off x="7002257" y="3489487"/>
            <a:ext cx="1643700" cy="1535100"/>
          </a:xfrm>
          <a:prstGeom prst="rect">
            <a:avLst/>
          </a:prstGeom>
          <a:noFill/>
          <a:ln>
            <a:noFill/>
          </a:ln>
        </p:spPr>
      </p:sp>
      <p:sp>
        <p:nvSpPr>
          <p:cNvPr id="454" name="Google Shape;454;p40"/>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p15:guide id="1" pos="5564">
          <p15:clr>
            <a:srgbClr val="E46962"/>
          </p15:clr>
        </p15:guide>
      </p15:sldGuideLst>
    </p:ext>
  </p:extLst>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1">
  <p:cSld name="CUSTOM_6">
    <p:spTree>
      <p:nvGrpSpPr>
        <p:cNvPr id="455" name="Shape 455"/>
        <p:cNvGrpSpPr/>
        <p:nvPr/>
      </p:nvGrpSpPr>
      <p:grpSpPr>
        <a:xfrm>
          <a:off x="0" y="0"/>
          <a:ext cx="0" cy="0"/>
          <a:chOff x="0" y="0"/>
          <a:chExt cx="0" cy="0"/>
        </a:xfrm>
      </p:grpSpPr>
      <p:sp>
        <p:nvSpPr>
          <p:cNvPr id="456" name="Google Shape;456;p41"/>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pic>
        <p:nvPicPr>
          <p:cNvPr id="457" name="Google Shape;457;p41"/>
          <p:cNvPicPr preferRelativeResize="0"/>
          <p:nvPr/>
        </p:nvPicPr>
        <p:blipFill rotWithShape="1">
          <a:blip r:embed="rId2">
            <a:alphaModFix/>
          </a:blip>
          <a:srcRect b="-9999" l="0" r="0" t="0"/>
          <a:stretch/>
        </p:blipFill>
        <p:spPr>
          <a:xfrm>
            <a:off x="0" y="0"/>
            <a:ext cx="9144003" cy="5143501"/>
          </a:xfrm>
          <a:prstGeom prst="rect">
            <a:avLst/>
          </a:prstGeom>
          <a:noFill/>
          <a:ln>
            <a:noFill/>
          </a:ln>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ALT 2 1">
  <p:cSld name="BLANK_1_1_1_1_1_1_1">
    <p:spTree>
      <p:nvGrpSpPr>
        <p:cNvPr id="458" name="Shape 458"/>
        <p:cNvGrpSpPr/>
        <p:nvPr/>
      </p:nvGrpSpPr>
      <p:grpSpPr>
        <a:xfrm>
          <a:off x="0" y="0"/>
          <a:ext cx="0" cy="0"/>
          <a:chOff x="0" y="0"/>
          <a:chExt cx="0" cy="0"/>
        </a:xfrm>
      </p:grpSpPr>
      <p:pic>
        <p:nvPicPr>
          <p:cNvPr id="459" name="Google Shape;459;p42"/>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460" name="Google Shape;460;p42"/>
          <p:cNvSpPr/>
          <p:nvPr>
            <p:ph idx="2" type="pic"/>
          </p:nvPr>
        </p:nvSpPr>
        <p:spPr>
          <a:xfrm>
            <a:off x="9425" y="-3075"/>
            <a:ext cx="9144000" cy="4641000"/>
          </a:xfrm>
          <a:prstGeom prst="rect">
            <a:avLst/>
          </a:prstGeom>
          <a:noFill/>
          <a:ln>
            <a:noFill/>
          </a:ln>
        </p:spPr>
      </p:sp>
      <p:sp>
        <p:nvSpPr>
          <p:cNvPr id="461" name="Google Shape;461;p42"/>
          <p:cNvSpPr txBox="1"/>
          <p:nvPr>
            <p:ph type="title"/>
          </p:nvPr>
        </p:nvSpPr>
        <p:spPr>
          <a:xfrm>
            <a:off x="234125" y="3337800"/>
            <a:ext cx="8574600" cy="1114800"/>
          </a:xfrm>
          <a:prstGeom prst="rect">
            <a:avLst/>
          </a:prstGeom>
          <a:noFill/>
          <a:ln>
            <a:noFill/>
          </a:ln>
        </p:spPr>
        <p:txBody>
          <a:bodyPr anchorCtr="0" anchor="b" bIns="0" lIns="0" spcFirstLastPara="1" rIns="0" wrap="square" tIns="0">
            <a:noAutofit/>
          </a:bodyPr>
          <a:lstStyle>
            <a:lvl1pPr lvl="0">
              <a:spcBef>
                <a:spcPts val="0"/>
              </a:spcBef>
              <a:spcAft>
                <a:spcPts val="0"/>
              </a:spcAft>
              <a:buNone/>
              <a:defRPr sz="3400"/>
            </a:lvl1pPr>
            <a:lvl2pPr lvl="1">
              <a:lnSpc>
                <a:spcPct val="115000"/>
              </a:lnSpc>
              <a:spcBef>
                <a:spcPts val="0"/>
              </a:spcBef>
              <a:spcAft>
                <a:spcPts val="0"/>
              </a:spcAft>
              <a:buNone/>
              <a:defRPr sz="3400"/>
            </a:lvl2pPr>
            <a:lvl3pPr lvl="2">
              <a:lnSpc>
                <a:spcPct val="115000"/>
              </a:lnSpc>
              <a:spcBef>
                <a:spcPts val="0"/>
              </a:spcBef>
              <a:spcAft>
                <a:spcPts val="0"/>
              </a:spcAft>
              <a:buNone/>
              <a:defRPr sz="3400"/>
            </a:lvl3pPr>
            <a:lvl4pPr lvl="3">
              <a:lnSpc>
                <a:spcPct val="115000"/>
              </a:lnSpc>
              <a:spcBef>
                <a:spcPts val="0"/>
              </a:spcBef>
              <a:spcAft>
                <a:spcPts val="0"/>
              </a:spcAft>
              <a:buNone/>
              <a:defRPr sz="3400"/>
            </a:lvl4pPr>
            <a:lvl5pPr lvl="4">
              <a:lnSpc>
                <a:spcPct val="115000"/>
              </a:lnSpc>
              <a:spcBef>
                <a:spcPts val="0"/>
              </a:spcBef>
              <a:spcAft>
                <a:spcPts val="0"/>
              </a:spcAft>
              <a:buNone/>
              <a:defRPr sz="3400"/>
            </a:lvl5pPr>
            <a:lvl6pPr lvl="5">
              <a:lnSpc>
                <a:spcPct val="115000"/>
              </a:lnSpc>
              <a:spcBef>
                <a:spcPts val="0"/>
              </a:spcBef>
              <a:spcAft>
                <a:spcPts val="0"/>
              </a:spcAft>
              <a:buNone/>
              <a:defRPr sz="3400"/>
            </a:lvl6pPr>
            <a:lvl7pPr lvl="6">
              <a:lnSpc>
                <a:spcPct val="115000"/>
              </a:lnSpc>
              <a:spcBef>
                <a:spcPts val="0"/>
              </a:spcBef>
              <a:spcAft>
                <a:spcPts val="0"/>
              </a:spcAft>
              <a:buNone/>
              <a:defRPr sz="3400"/>
            </a:lvl7pPr>
            <a:lvl8pPr lvl="7">
              <a:lnSpc>
                <a:spcPct val="115000"/>
              </a:lnSpc>
              <a:spcBef>
                <a:spcPts val="0"/>
              </a:spcBef>
              <a:spcAft>
                <a:spcPts val="0"/>
              </a:spcAft>
              <a:buNone/>
              <a:defRPr sz="3400"/>
            </a:lvl8pPr>
            <a:lvl9pPr lvl="8">
              <a:lnSpc>
                <a:spcPct val="115000"/>
              </a:lnSpc>
              <a:spcBef>
                <a:spcPts val="0"/>
              </a:spcBef>
              <a:spcAft>
                <a:spcPts val="0"/>
              </a:spcAft>
              <a:buNone/>
              <a:defRPr sz="3400"/>
            </a:lvl9pPr>
          </a:lstStyle>
          <a:p/>
        </p:txBody>
      </p:sp>
      <p:sp>
        <p:nvSpPr>
          <p:cNvPr id="462" name="Google Shape;462;p42"/>
          <p:cNvSpPr txBox="1"/>
          <p:nvPr>
            <p:ph idx="1" type="subTitle"/>
          </p:nvPr>
        </p:nvSpPr>
        <p:spPr>
          <a:xfrm>
            <a:off x="228600" y="228600"/>
            <a:ext cx="28701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9pPr>
          </a:lstStyle>
          <a:p/>
        </p:txBody>
      </p:sp>
      <p:sp>
        <p:nvSpPr>
          <p:cNvPr id="463" name="Google Shape;463;p42"/>
          <p:cNvSpPr txBox="1"/>
          <p:nvPr>
            <p:ph idx="3" type="subTitle"/>
          </p:nvPr>
        </p:nvSpPr>
        <p:spPr>
          <a:xfrm>
            <a:off x="320625" y="4675975"/>
            <a:ext cx="2700000" cy="236400"/>
          </a:xfrm>
          <a:prstGeom prst="rect">
            <a:avLst/>
          </a:prstGeom>
          <a:noFill/>
          <a:ln>
            <a:noFill/>
          </a:ln>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464" name="Google Shape;464;p42"/>
          <p:cNvSpPr txBox="1"/>
          <p:nvPr>
            <p:ph idx="4" type="subTitle"/>
          </p:nvPr>
        </p:nvSpPr>
        <p:spPr>
          <a:xfrm>
            <a:off x="4716740" y="4675975"/>
            <a:ext cx="2294700" cy="236400"/>
          </a:xfrm>
          <a:prstGeom prst="rect">
            <a:avLst/>
          </a:prstGeom>
          <a:noFill/>
          <a:ln>
            <a:noFill/>
          </a:ln>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465" name="Google Shape;465;p42"/>
          <p:cNvSpPr txBox="1"/>
          <p:nvPr>
            <p:ph idx="5" type="subTitle"/>
          </p:nvPr>
        </p:nvSpPr>
        <p:spPr>
          <a:xfrm>
            <a:off x="6859200" y="4683725"/>
            <a:ext cx="2056500" cy="228600"/>
          </a:xfrm>
          <a:prstGeom prst="rect">
            <a:avLst/>
          </a:prstGeom>
          <a:noFill/>
          <a:ln>
            <a:noFill/>
          </a:ln>
        </p:spPr>
        <p:txBody>
          <a:bodyPr anchorCtr="0" anchor="b" bIns="0" lIns="0" spcFirstLastPara="1" rIns="0" wrap="square" tIns="0">
            <a:noAutofit/>
          </a:bodyPr>
          <a:lstStyle>
            <a:lvl1pPr lvl="0"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cxnSp>
        <p:nvCxnSpPr>
          <p:cNvPr id="466" name="Google Shape;466;p42"/>
          <p:cNvCxnSpPr/>
          <p:nvPr/>
        </p:nvCxnSpPr>
        <p:spPr>
          <a:xfrm>
            <a:off x="238800" y="4683300"/>
            <a:ext cx="8676900" cy="0"/>
          </a:xfrm>
          <a:prstGeom prst="straightConnector1">
            <a:avLst/>
          </a:prstGeom>
          <a:noFill/>
          <a:ln cap="flat" cmpd="sng" w="9525">
            <a:solidFill>
              <a:schemeClr val="accent1"/>
            </a:solidFill>
            <a:prstDash val="solid"/>
            <a:round/>
            <a:headEnd len="med" w="med" type="none"/>
            <a:tailEnd len="med" w="med" type="none"/>
          </a:ln>
        </p:spPr>
      </p:cxnSp>
      <p:sp>
        <p:nvSpPr>
          <p:cNvPr id="467" name="Google Shape;467;p42"/>
          <p:cNvSpPr/>
          <p:nvPr/>
        </p:nvSpPr>
        <p:spPr>
          <a:xfrm>
            <a:off x="228600" y="4837500"/>
            <a:ext cx="48900" cy="489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468" name="Google Shape;468;p42"/>
          <p:cNvSpPr/>
          <p:nvPr/>
        </p:nvSpPr>
        <p:spPr>
          <a:xfrm>
            <a:off x="4618950" y="4839000"/>
            <a:ext cx="45900" cy="459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Tree>
  </p:cSld>
  <p:clrMapOvr>
    <a:masterClrMapping/>
  </p:clrMapOvr>
  <p:extLst>
    <p:ext uri="{DCECCB84-F9BA-43D5-87BE-67443E8EF086}">
      <p15:sldGuideLst>
        <p15:guide id="1" orient="horz" pos="2805">
          <p15:clr>
            <a:srgbClr val="E46962"/>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dk1"/>
        </a:solidFill>
      </p:bgPr>
    </p:bg>
    <p:spTree>
      <p:nvGrpSpPr>
        <p:cNvPr id="5" name="Shape 5"/>
        <p:cNvGrpSpPr/>
        <p:nvPr/>
      </p:nvGrpSpPr>
      <p:grpSpPr>
        <a:xfrm>
          <a:off x="0" y="0"/>
          <a:ext cx="0" cy="0"/>
          <a:chOff x="0" y="0"/>
          <a:chExt cx="0" cy="0"/>
        </a:xfrm>
      </p:grpSpPr>
      <p:sp>
        <p:nvSpPr>
          <p:cNvPr id="6" name="Google Shape;6;p1"/>
          <p:cNvSpPr txBox="1"/>
          <p:nvPr>
            <p:ph idx="12" type="sldNum"/>
          </p:nvPr>
        </p:nvSpPr>
        <p:spPr>
          <a:xfrm>
            <a:off x="8556784" y="4749851"/>
            <a:ext cx="548700" cy="393600"/>
          </a:xfrm>
          <a:prstGeom prst="rect">
            <a:avLst/>
          </a:prstGeom>
          <a:noFill/>
          <a:ln>
            <a:noFill/>
          </a:ln>
        </p:spPr>
        <p:txBody>
          <a:bodyPr anchorCtr="0" anchor="ctr" bIns="91425" lIns="91425" spcFirstLastPara="1" rIns="91425" wrap="square" tIns="91425">
            <a:noAutofit/>
          </a:bodyPr>
          <a:lstStyle>
            <a:lvl1pPr lvl="0" algn="r">
              <a:buNone/>
              <a:defRPr sz="1300">
                <a:solidFill>
                  <a:schemeClr val="tx1"/>
                </a:solidFill>
              </a:defRPr>
            </a:lvl1pPr>
            <a:lvl2pPr lvl="1" algn="r">
              <a:buNone/>
              <a:defRPr sz="1300">
                <a:solidFill>
                  <a:schemeClr val="tx1"/>
                </a:solidFill>
              </a:defRPr>
            </a:lvl2pPr>
            <a:lvl3pPr lvl="2" algn="r">
              <a:buNone/>
              <a:defRPr sz="1300">
                <a:solidFill>
                  <a:schemeClr val="tx1"/>
                </a:solidFill>
              </a:defRPr>
            </a:lvl3pPr>
            <a:lvl4pPr lvl="3" algn="r">
              <a:buNone/>
              <a:defRPr sz="1300">
                <a:solidFill>
                  <a:schemeClr val="tx1"/>
                </a:solidFill>
              </a:defRPr>
            </a:lvl4pPr>
            <a:lvl5pPr lvl="4" algn="r">
              <a:buNone/>
              <a:defRPr sz="1300">
                <a:solidFill>
                  <a:schemeClr val="tx1"/>
                </a:solidFill>
              </a:defRPr>
            </a:lvl5pPr>
            <a:lvl6pPr lvl="5" algn="r">
              <a:buNone/>
              <a:defRPr sz="1300">
                <a:solidFill>
                  <a:schemeClr val="tx1"/>
                </a:solidFill>
              </a:defRPr>
            </a:lvl6pPr>
            <a:lvl7pPr lvl="6" algn="r">
              <a:buNone/>
              <a:defRPr sz="1300">
                <a:solidFill>
                  <a:schemeClr val="tx1"/>
                </a:solidFill>
              </a:defRPr>
            </a:lvl7pPr>
            <a:lvl8pPr lvl="7" algn="r">
              <a:buNone/>
              <a:defRPr sz="1300">
                <a:solidFill>
                  <a:schemeClr val="tx1"/>
                </a:solidFill>
              </a:defRPr>
            </a:lvl8pPr>
            <a:lvl9pPr lvl="8" algn="r">
              <a:buNone/>
              <a:defRPr sz="1300">
                <a:solidFill>
                  <a:schemeClr val="tx1"/>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pos="5616">
          <p15:clr>
            <a:srgbClr val="E46962"/>
          </p15:clr>
        </p15:guide>
        <p15:guide id="2" pos="144">
          <p15:clr>
            <a:srgbClr val="E46962"/>
          </p15:clr>
        </p15:guide>
        <p15:guide id="3" orient="horz" pos="144">
          <p15:clr>
            <a:srgbClr val="E46962"/>
          </p15:clr>
        </p15:guide>
        <p15:guide id="4" orient="horz" pos="3094">
          <p15:clr>
            <a:srgbClr val="E46962"/>
          </p15:clr>
        </p15:guide>
        <p15:guide id="5" pos="2850">
          <p15:clr>
            <a:srgbClr val="E46962"/>
          </p15:clr>
        </p15:guide>
        <p15:guide id="6" pos="2910">
          <p15:clr>
            <a:srgbClr val="E46962"/>
          </p15:clr>
        </p15:guide>
        <p15:guide id="7" pos="1468">
          <p15:clr>
            <a:srgbClr val="E46962"/>
          </p15:clr>
        </p15:guide>
        <p15:guide id="8" pos="1527">
          <p15:clr>
            <a:srgbClr val="E46962"/>
          </p15:clr>
        </p15:guide>
        <p15:guide id="9" pos="4233">
          <p15:clr>
            <a:srgbClr val="E46962"/>
          </p15:clr>
        </p15:guide>
        <p15:guide id="10" pos="4292">
          <p15:clr>
            <a:srgbClr val="E46962"/>
          </p15:clr>
        </p15:guide>
        <p15:guide id="11" pos="3773">
          <p15:clr>
            <a:srgbClr val="E46962"/>
          </p15:clr>
        </p15:guide>
        <p15:guide id="12" pos="3830">
          <p15:clr>
            <a:srgbClr val="E46962"/>
          </p15:clr>
        </p15:guide>
        <p15:guide id="13" pos="1930">
          <p15:clr>
            <a:srgbClr val="E46962"/>
          </p15:clr>
        </p15:guide>
        <p15:guide id="14" pos="1987">
          <p15:clr>
            <a:srgbClr val="E46962"/>
          </p15:clr>
        </p15:guide>
        <p15:guide id="15" orient="horz" pos="288">
          <p15:clr>
            <a:srgbClr val="E46962"/>
          </p15:clr>
        </p15:guide>
        <p15:guide id="16" orient="horz" pos="2950">
          <p15:clr>
            <a:srgbClr val="E46962"/>
          </p15:clr>
        </p15:guide>
        <p15:guide id="17" orient="horz" pos="1135">
          <p15:clr>
            <a:srgbClr val="E46962"/>
          </p15:clr>
        </p15:guide>
        <p15:guide id="18" orient="horz" pos="1194">
          <p15:clr>
            <a:srgbClr val="E46962"/>
          </p15:clr>
        </p15:guide>
        <p15:guide id="19" orient="horz" pos="2043">
          <p15:clr>
            <a:srgbClr val="E46962"/>
          </p15:clr>
        </p15:guide>
        <p15:guide id="20" orient="horz" pos="2103">
          <p15:clr>
            <a:srgbClr val="E46962"/>
          </p15:clr>
        </p15:guide>
      </p15:sldGuideLst>
    </p:ext>
  </p:extLst>
</p:sldMaster>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explorer.testnet.chain.robinhood.com/tx/0x0023f35941a1490017d220c94b41124f53b044b7416f59ea278208ee500e3b03" TargetMode="External"/><Relationship Id="rId3" Type="http://schemas.openxmlformats.org/officeDocument/2006/relationships/hyperlink" Target="https://explorer.testnet.chain.robinhood.com/tx/0xf98156ad950c82abe4ce3ab0eac3da0ae860d1abd91fdb9eb545aa87e7e2fcc8" TargetMode="Externa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2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explorer.testnet.chain.robinhood.com/tx/0x0023f35941a1490017d220c94b41124f53b044b7416f59ea278208ee500e3b03" TargetMode="External"/><Relationship Id="rId3"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s>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47"/>
          <p:cNvSpPr txBox="1"/>
          <p:nvPr>
            <p:ph idx="13" type="subTitle"/>
          </p:nvPr>
        </p:nvSpPr>
        <p:spPr>
          <a:xfrm>
            <a:off x="3154650" y="4675975"/>
            <a:ext cx="2835000" cy="466800"/>
          </a:xfrm>
          <a:prstGeom prst="rect">
            <a:avLst/>
          </a:prstGeom>
        </p:spPr>
        <p:txBody>
          <a:bodyPr anchorCtr="0" anchor="ctr" bIns="0" lIns="0" spcFirstLastPara="1" rIns="0" wrap="square" tIns="0">
            <a:noAutofit/>
          </a:bodyPr>
          <a:lstStyle/>
          <a:p>
            <a:pPr indent="0" lvl="0" marL="0" rtl="0" algn="ctr">
              <a:spcBef>
                <a:spcPts val="0"/>
              </a:spcBef>
              <a:spcAft>
                <a:spcPts val="0"/>
              </a:spcAft>
              <a:buNone/>
            </a:pPr>
            <a:r>
              <a:rPr lang="en">
                <a:solidFill>
                  <a:schemeClr val="lt1"/>
                </a:solidFill>
              </a:rPr>
              <a:t>Open House Singapore</a:t>
            </a:r>
            <a:endParaRPr/>
          </a:p>
        </p:txBody>
      </p:sp>
      <p:sp>
        <p:nvSpPr>
          <p:cNvPr id="525" name="Google Shape;525;p47"/>
          <p:cNvSpPr txBox="1"/>
          <p:nvPr>
            <p:ph idx="1" type="subTitle"/>
          </p:nvPr>
        </p:nvSpPr>
        <p:spPr>
          <a:xfrm>
            <a:off x="6859200" y="4683725"/>
            <a:ext cx="2056500" cy="228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a:t/>
            </a:r>
            <a:endParaRPr/>
          </a:p>
        </p:txBody>
      </p:sp>
      <p:sp>
        <p:nvSpPr>
          <p:cNvPr id="526" name="Google Shape;526;p47"/>
          <p:cNvSpPr txBox="1"/>
          <p:nvPr>
            <p:ph idx="2" type="subTitle"/>
          </p:nvPr>
        </p:nvSpPr>
        <p:spPr>
          <a:xfrm>
            <a:off x="320625" y="4675975"/>
            <a:ext cx="2700000" cy="2364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1100"/>
              <a:buNone/>
            </a:pPr>
            <a:r>
              <a:rPr lang="en"/>
              <a:t/>
            </a:r>
            <a:endParaRPr/>
          </a:p>
        </p:txBody>
      </p:sp>
      <p:sp>
        <p:nvSpPr>
          <p:cNvPr id="527" name="Google Shape;527;p47"/>
          <p:cNvSpPr txBox="1"/>
          <p:nvPr>
            <p:ph idx="4294967295" type="sldNum"/>
          </p:nvPr>
        </p:nvSpPr>
        <p:spPr>
          <a:xfrm>
            <a:off x="8556784" y="4749851"/>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
        <p:nvSpPr>
          <p:cNvPr id="528" name="Google Shape;528;p47"/>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
        <p:nvSpPr>
          <p:cNvPr id="529" name="Google Shape;529;p47"/>
          <p:cNvSpPr/>
          <p:nvPr/>
        </p:nvSpPr>
        <p:spPr>
          <a:xfrm>
            <a:off x="102062" y="114500"/>
            <a:ext cx="8919600" cy="489000"/>
          </a:xfrm>
          <a:prstGeom prst="rect">
            <a:avLst/>
          </a:prstGeom>
          <a:noFill/>
          <a:ln cap="flat" cmpd="sng" w="2857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sz="1500" b="0">
                <a:solidFill>
                  <a:srgbClr val="D4FF00"/>
                </a:solidFill>
                <a:latin typeface="Urbanist SemiBold"/>
              </a:rPr>
              <a:t>Team Name: Signet</a:t>
            </a:r>
            <a:endParaRPr b="1">
              <a:solidFill>
                <a:schemeClr val="lt1"/>
              </a:solidFill>
            </a:endParaRPr>
          </a:p>
          <a:p>
            <a:r>
              <a:rPr sz="1200" b="0">
                <a:solidFill>
                  <a:srgbClr val="FFFFFF"/>
                </a:solidFill>
                <a:latin typeface="Urbanist Medium"/>
              </a:rPr>
              <a:t>One line: What You’re Building: trading agents with a provable record and a private strategy</a:t>
            </a:r>
          </a:p>
        </p:txBody>
      </p:sp>
      <p:sp>
        <p:nvSpPr>
          <p:cNvPr id="530" name="Google Shape;530;p47"/>
          <p:cNvSpPr/>
          <p:nvPr/>
        </p:nvSpPr>
        <p:spPr>
          <a:xfrm>
            <a:off x="65338" y="765133"/>
            <a:ext cx="2788500" cy="1070100"/>
          </a:xfrm>
          <a:prstGeom prst="rect">
            <a:avLst/>
          </a:prstGeom>
          <a:noFill/>
          <a:ln cap="flat" cmpd="sng" w="16675">
            <a:solidFill>
              <a:schemeClr val="dk2"/>
            </a:solidFill>
            <a:prstDash val="solid"/>
            <a:round/>
            <a:headEnd len="sm" w="sm" type="none"/>
            <a:tailEnd len="sm" w="sm" type="none"/>
          </a:ln>
        </p:spPr>
        <p:txBody>
          <a:bodyPr anchorCtr="0" anchor="t" bIns="53300" lIns="53300" spcFirstLastPara="1" rIns="53300" wrap="square" tIns="53300">
            <a:noAutofit/>
          </a:bodyPr>
          <a:lstStyle/>
          <a:p>
            <a:pPr indent="0" lvl="0" marL="0" rtl="0" algn="l">
              <a:spcBef>
                <a:spcPts val="0"/>
              </a:spcBef>
              <a:spcAft>
                <a:spcPts val="0"/>
              </a:spcAft>
              <a:buNone/>
            </a:pPr>
            <a:r>
              <a:rPr sz="1200" b="0">
                <a:solidFill>
                  <a:srgbClr val="D4FF00"/>
                </a:solidFill>
                <a:latin typeface="Urbanist SemiBold"/>
              </a:rPr>
              <a:t>Who is This For</a:t>
            </a:r>
            <a:endParaRPr b="1" sz="1316">
              <a:solidFill>
                <a:schemeClr val="lt1"/>
              </a:solidFill>
            </a:endParaRPr>
          </a:p>
          <a:p>
            <a:r>
              <a:rPr sz="900" b="0">
                <a:solidFill>
                  <a:srgbClr val="FFFFFF"/>
                </a:solidFill>
                <a:latin typeface="Urbanist Medium"/>
              </a:rPr>
              <a:t>a stock token bot operator on Robinhood Chain, like @HarmonicAgents (2,502 followers), who posts pool volume and has no way to show a follower which code is trading</a:t>
            </a:r>
          </a:p>
        </p:txBody>
      </p:sp>
      <p:sp>
        <p:nvSpPr>
          <p:cNvPr id="531" name="Google Shape;531;p47"/>
          <p:cNvSpPr/>
          <p:nvPr/>
        </p:nvSpPr>
        <p:spPr>
          <a:xfrm>
            <a:off x="3130808" y="765133"/>
            <a:ext cx="2788500" cy="1070100"/>
          </a:xfrm>
          <a:prstGeom prst="rect">
            <a:avLst/>
          </a:prstGeom>
          <a:noFill/>
          <a:ln cap="flat" cmpd="sng" w="16675">
            <a:solidFill>
              <a:schemeClr val="dk2"/>
            </a:solidFill>
            <a:prstDash val="solid"/>
            <a:round/>
            <a:headEnd len="sm" w="sm" type="none"/>
            <a:tailEnd len="sm" w="sm" type="none"/>
          </a:ln>
        </p:spPr>
        <p:txBody>
          <a:bodyPr anchorCtr="0" anchor="t" bIns="53300" lIns="53300" spcFirstLastPara="1" rIns="53300" wrap="square" tIns="53300">
            <a:noAutofit/>
          </a:bodyPr>
          <a:lstStyle/>
          <a:p>
            <a:pPr indent="0" lvl="0" marL="0" rtl="0" algn="l">
              <a:spcBef>
                <a:spcPts val="0"/>
              </a:spcBef>
              <a:spcAft>
                <a:spcPts val="0"/>
              </a:spcAft>
              <a:buNone/>
            </a:pPr>
            <a:r>
              <a:rPr sz="1200" b="0">
                <a:solidFill>
                  <a:srgbClr val="D4FF00"/>
                </a:solidFill>
                <a:latin typeface="Urbanist SemiBold"/>
              </a:rPr>
              <a:t>What They Do Today</a:t>
            </a:r>
            <a:endParaRPr b="1" sz="1316">
              <a:solidFill>
                <a:schemeClr val="lt1"/>
              </a:solidFill>
            </a:endParaRPr>
          </a:p>
          <a:p>
            <a:r>
              <a:rPr sz="900" b="0">
                <a:solidFill>
                  <a:srgbClr val="FFFFFF"/>
                </a:solidFill>
                <a:latin typeface="Urbanist Medium"/>
              </a:rPr>
              <a:t>post a screenshot or a wallet link. 0 of 22 viral AI trading bot posts gave a wallet to check (@Meta_ZET, 7,321 followers)</a:t>
            </a:r>
          </a:p>
        </p:txBody>
      </p:sp>
      <p:sp>
        <p:nvSpPr>
          <p:cNvPr id="532" name="Google Shape;532;p47"/>
          <p:cNvSpPr/>
          <p:nvPr/>
        </p:nvSpPr>
        <p:spPr>
          <a:xfrm>
            <a:off x="65338" y="1943976"/>
            <a:ext cx="2788500" cy="1070100"/>
          </a:xfrm>
          <a:prstGeom prst="rect">
            <a:avLst/>
          </a:prstGeom>
          <a:noFill/>
          <a:ln cap="flat" cmpd="sng" w="38100">
            <a:solidFill>
              <a:schemeClr val="dk2"/>
            </a:solidFill>
            <a:prstDash val="solid"/>
            <a:round/>
            <a:headEnd len="sm" w="sm" type="none"/>
            <a:tailEnd len="sm" w="sm" type="none"/>
          </a:ln>
        </p:spPr>
        <p:txBody>
          <a:bodyPr anchorCtr="0" anchor="t" bIns="53300" lIns="53300" spcFirstLastPara="1" rIns="53300" wrap="square" tIns="53300">
            <a:noAutofit/>
          </a:bodyPr>
          <a:lstStyle/>
          <a:p>
            <a:pPr indent="0" lvl="0" marL="0" rtl="0" algn="l">
              <a:spcBef>
                <a:spcPts val="0"/>
              </a:spcBef>
              <a:spcAft>
                <a:spcPts val="0"/>
              </a:spcAft>
              <a:buNone/>
            </a:pPr>
            <a:r>
              <a:rPr sz="1200" b="0">
                <a:solidFill>
                  <a:srgbClr val="D4FF00"/>
                </a:solidFill>
                <a:latin typeface="Urbanist SemiBold"/>
              </a:rPr>
              <a:t>The Wedge</a:t>
            </a:r>
            <a:endParaRPr b="1" sz="1316">
              <a:solidFill>
                <a:schemeClr val="lt1"/>
              </a:solidFill>
            </a:endParaRPr>
          </a:p>
          <a:p>
            <a:r>
              <a:rPr sz="900" b="0">
                <a:solidFill>
                  <a:srgbClr val="FFFFFF"/>
                </a:solidFill>
                <a:latin typeface="Urbanist Medium"/>
              </a:rPr>
              <a:t>the follower's account refuses every workload except the one it approved, so a trade belongs to code the follower chose</a:t>
            </a:r>
          </a:p>
        </p:txBody>
      </p:sp>
      <p:sp>
        <p:nvSpPr>
          <p:cNvPr id="533" name="Google Shape;533;p47"/>
          <p:cNvSpPr/>
          <p:nvPr/>
        </p:nvSpPr>
        <p:spPr>
          <a:xfrm>
            <a:off x="3130806" y="1943976"/>
            <a:ext cx="2788500" cy="1070100"/>
          </a:xfrm>
          <a:prstGeom prst="rect">
            <a:avLst/>
          </a:prstGeom>
          <a:noFill/>
          <a:ln cap="flat" cmpd="sng" w="16675">
            <a:solidFill>
              <a:schemeClr val="dk2"/>
            </a:solidFill>
            <a:prstDash val="solid"/>
            <a:round/>
            <a:headEnd len="sm" w="sm" type="none"/>
            <a:tailEnd len="sm" w="sm" type="none"/>
          </a:ln>
        </p:spPr>
        <p:txBody>
          <a:bodyPr anchorCtr="0" anchor="t" bIns="53300" lIns="53300" spcFirstLastPara="1" rIns="53300" wrap="square" tIns="53300">
            <a:noAutofit/>
          </a:bodyPr>
          <a:lstStyle/>
          <a:p>
            <a:pPr indent="0" lvl="0" marL="0" rtl="0" algn="l">
              <a:spcBef>
                <a:spcPts val="0"/>
              </a:spcBef>
              <a:spcAft>
                <a:spcPts val="0"/>
              </a:spcAft>
              <a:buNone/>
            </a:pPr>
            <a:r>
              <a:rPr sz="1200" b="0">
                <a:solidFill>
                  <a:srgbClr val="D4FF00"/>
                </a:solidFill>
                <a:latin typeface="Urbanist SemiBold"/>
              </a:rPr>
              <a:t>Why Now</a:t>
            </a:r>
            <a:endParaRPr b="1" sz="1316">
              <a:solidFill>
                <a:schemeClr val="lt1"/>
              </a:solidFill>
            </a:endParaRPr>
          </a:p>
          <a:p>
            <a:r>
              <a:rPr sz="900" b="0">
                <a:solidFill>
                  <a:srgbClr val="FFFFFF"/>
                </a:solidFill>
                <a:latin typeface="Urbanist Medium"/>
              </a:rPr>
              <a:t>Robinhood Agents launched on 2026-09-29 and states it does not audit agents. Stock Tokens became Morpho collateral on Oct 22 (https://x.com/RobinhoodCrypto/status/2113270580472381515)</a:t>
            </a:r>
          </a:p>
        </p:txBody>
      </p:sp>
      <p:sp>
        <p:nvSpPr>
          <p:cNvPr id="534" name="Google Shape;534;p47"/>
          <p:cNvSpPr/>
          <p:nvPr/>
        </p:nvSpPr>
        <p:spPr>
          <a:xfrm>
            <a:off x="6196266" y="765112"/>
            <a:ext cx="2788500" cy="1070100"/>
          </a:xfrm>
          <a:prstGeom prst="rect">
            <a:avLst/>
          </a:prstGeom>
          <a:noFill/>
          <a:ln cap="flat" cmpd="sng" w="16675">
            <a:solidFill>
              <a:schemeClr val="dk2"/>
            </a:solidFill>
            <a:prstDash val="solid"/>
            <a:round/>
            <a:headEnd len="sm" w="sm" type="none"/>
            <a:tailEnd len="sm" w="sm" type="none"/>
          </a:ln>
        </p:spPr>
        <p:txBody>
          <a:bodyPr anchorCtr="0" anchor="t" bIns="53300" lIns="53300" spcFirstLastPara="1" rIns="53300" wrap="square" tIns="53300">
            <a:noAutofit/>
          </a:bodyPr>
          <a:lstStyle/>
          <a:p>
            <a:pPr indent="0" lvl="0" marL="0" rtl="0" algn="l">
              <a:spcBef>
                <a:spcPts val="0"/>
              </a:spcBef>
              <a:spcAft>
                <a:spcPts val="0"/>
              </a:spcAft>
              <a:buNone/>
            </a:pPr>
            <a:r>
              <a:rPr sz="1200" b="0">
                <a:solidFill>
                  <a:srgbClr val="D4FF00"/>
                </a:solidFill>
                <a:latin typeface="Urbanist SemiBold"/>
              </a:rPr>
              <a:t>Alternatives and Gaps</a:t>
            </a:r>
            <a:endParaRPr b="1" sz="1316">
              <a:solidFill>
                <a:schemeClr val="lt1"/>
              </a:solidFill>
            </a:endParaRPr>
          </a:p>
          <a:p>
            <a:r>
              <a:rPr sz="900" b="0">
                <a:solidFill>
                  <a:srgbClr val="FFFFFF"/>
                </a:solidFill>
                <a:latin typeface="Urbanist Medium"/>
              </a:rPr>
              <a:t>ARCANA: the platform holds the keys and prompts. Hyperliquid: 9,478 vaults, no proof of which code trades. Robinhood Agents: limits, no audit. Knidos: proves rules, not the model. Automata: verifies TDX quotes onchain (~4M gas), no trading account</a:t>
            </a:r>
          </a:p>
        </p:txBody>
      </p:sp>
      <p:sp>
        <p:nvSpPr>
          <p:cNvPr id="535" name="Google Shape;535;p47"/>
          <p:cNvSpPr/>
          <p:nvPr/>
        </p:nvSpPr>
        <p:spPr>
          <a:xfrm>
            <a:off x="6196265" y="1943955"/>
            <a:ext cx="2788500" cy="1070100"/>
          </a:xfrm>
          <a:prstGeom prst="rect">
            <a:avLst/>
          </a:prstGeom>
          <a:noFill/>
          <a:ln cap="flat" cmpd="sng" w="16675">
            <a:solidFill>
              <a:schemeClr val="dk2"/>
            </a:solidFill>
            <a:prstDash val="solid"/>
            <a:round/>
            <a:headEnd len="sm" w="sm" type="none"/>
            <a:tailEnd len="sm" w="sm" type="none"/>
          </a:ln>
        </p:spPr>
        <p:txBody>
          <a:bodyPr anchorCtr="0" anchor="t" bIns="53300" lIns="53300" spcFirstLastPara="1" rIns="53300" wrap="square" tIns="53300">
            <a:noAutofit/>
          </a:bodyPr>
          <a:lstStyle/>
          <a:p>
            <a:pPr indent="0" lvl="0" marL="0" rtl="0" algn="l">
              <a:spcBef>
                <a:spcPts val="0"/>
              </a:spcBef>
              <a:spcAft>
                <a:spcPts val="0"/>
              </a:spcAft>
              <a:buNone/>
            </a:pPr>
            <a:r>
              <a:rPr sz="1200" b="0">
                <a:solidFill>
                  <a:srgbClr val="D4FF00"/>
                </a:solidFill>
                <a:latin typeface="Urbanist SemiBold"/>
              </a:rPr>
              <a:t>Why Onchain, Why Arbitrum</a:t>
            </a:r>
            <a:endParaRPr b="1" sz="1316">
              <a:solidFill>
                <a:schemeClr val="lt1"/>
              </a:solidFill>
            </a:endParaRPr>
          </a:p>
          <a:p>
            <a:r>
              <a:rPr sz="900" b="0">
                <a:solidFill>
                  <a:srgbClr val="FFFFFF"/>
                </a:solidFill>
                <a:latin typeface="Urbanist Medium"/>
              </a:rPr>
              <a:t>the Stylus verifier walks Intel's cert chain in one tx anyone can replay: 2,584,842 gas to admit, 2,349,054 to refuse, 504,449 per attested trade. The Stock Tokens and the canonical Uniswap v4 pool live on Robinhood Chain</a:t>
            </a:r>
          </a:p>
        </p:txBody>
      </p:sp>
      <p:sp>
        <p:nvSpPr>
          <p:cNvPr id="536" name="Google Shape;536;p47"/>
          <p:cNvSpPr/>
          <p:nvPr/>
        </p:nvSpPr>
        <p:spPr>
          <a:xfrm>
            <a:off x="65275" y="3151285"/>
            <a:ext cx="4331400" cy="1301400"/>
          </a:xfrm>
          <a:prstGeom prst="rect">
            <a:avLst/>
          </a:prstGeom>
          <a:noFill/>
          <a:ln cap="flat" cmpd="sng" w="20100">
            <a:solidFill>
              <a:schemeClr val="dk2"/>
            </a:solidFill>
            <a:prstDash val="solid"/>
            <a:round/>
            <a:headEnd len="sm" w="sm" type="none"/>
            <a:tailEnd len="sm" w="sm" type="none"/>
          </a:ln>
        </p:spPr>
        <p:txBody>
          <a:bodyPr anchorCtr="0" anchor="t" bIns="64175" lIns="64175" spcFirstLastPara="1" rIns="64175" wrap="square" tIns="64175">
            <a:noAutofit/>
          </a:bodyPr>
          <a:lstStyle/>
          <a:p>
            <a:pPr indent="0" lvl="0" marL="0" rtl="0" algn="l">
              <a:spcBef>
                <a:spcPts val="0"/>
              </a:spcBef>
              <a:spcAft>
                <a:spcPts val="0"/>
              </a:spcAft>
              <a:buNone/>
            </a:pPr>
            <a:r>
              <a:rPr sz="1300" b="0">
                <a:solidFill>
                  <a:srgbClr val="D4FF00"/>
                </a:solidFill>
                <a:latin typeface="Urbanist SemiBold"/>
              </a:rPr>
              <a:t>First 5-10 Users</a:t>
            </a:r>
            <a:endParaRPr b="1" sz="1383">
              <a:solidFill>
                <a:schemeClr val="lt1"/>
              </a:solidFill>
            </a:endParaRPr>
          </a:p>
          <a:p>
            <a:r>
              <a:rPr sz="1050" b="0">
                <a:solidFill>
                  <a:srgbClr val="FFFFFF"/>
                </a:solidFill>
                <a:latin typeface="Urbanist Medium"/>
              </a:rPr>
              <a:t>@HarmonicAgents (2,502), Meridian402 (stock token market maker), @OxSimpleFarmer (28,443), @Agent_Minimum (470), @DeployFinance (7,295), @GrowiHF (1,592), @senpi_ai (14,741), @betashop (22,573), @the_nof1 (54,390). the first five get a dm this weekend with the TSLA receipt</a:t>
            </a:r>
          </a:p>
        </p:txBody>
      </p:sp>
      <p:sp>
        <p:nvSpPr>
          <p:cNvPr id="537" name="Google Shape;537;p47"/>
          <p:cNvSpPr/>
          <p:nvPr/>
        </p:nvSpPr>
        <p:spPr>
          <a:xfrm>
            <a:off x="4653427" y="3151285"/>
            <a:ext cx="4331400" cy="1301400"/>
          </a:xfrm>
          <a:prstGeom prst="rect">
            <a:avLst/>
          </a:prstGeom>
          <a:noFill/>
          <a:ln cap="flat" cmpd="sng" w="20100">
            <a:solidFill>
              <a:schemeClr val="dk2"/>
            </a:solidFill>
            <a:prstDash val="solid"/>
            <a:round/>
            <a:headEnd len="sm" w="sm" type="none"/>
            <a:tailEnd len="sm" w="sm" type="none"/>
          </a:ln>
        </p:spPr>
        <p:txBody>
          <a:bodyPr anchorCtr="0" anchor="t" bIns="64175" lIns="64175" spcFirstLastPara="1" rIns="64175" wrap="square" tIns="64175">
            <a:noAutofit/>
          </a:bodyPr>
          <a:lstStyle/>
          <a:p>
            <a:pPr indent="0" lvl="0" marL="0" rtl="0" algn="l">
              <a:spcBef>
                <a:spcPts val="0"/>
              </a:spcBef>
              <a:spcAft>
                <a:spcPts val="0"/>
              </a:spcAft>
              <a:buNone/>
            </a:pPr>
            <a:r>
              <a:rPr sz="1300" b="0">
                <a:solidFill>
                  <a:srgbClr val="D4FF00"/>
                </a:solidFill>
                <a:latin typeface="Urbanist SemiBold"/>
              </a:rPr>
              <a:t>Ship This Weekend</a:t>
            </a:r>
            <a:endParaRPr b="1" sz="1383">
              <a:solidFill>
                <a:schemeClr val="lt1"/>
              </a:solidFill>
            </a:endParaRPr>
          </a:p>
          <a:p>
            <a:r>
              <a:rPr sz="1050" b="0">
                <a:solidFill>
                  <a:srgbClr val="FFFFFF"/>
                </a:solidFill>
                <a:latin typeface="Urbanist Medium"/>
              </a:rPr>
              <a:t>the measured compose pins the strategy's hash and the decision loop runs inside the enclave; that CVM is admitted on Robinhood Chain testnet (tx 0x5fdc4acb...965c). following leaves exactly one measurement approved. demo: the attested TSLA trade and a different workload refused, both read from the chain</a:t>
            </a:r>
          </a:p>
        </p:txBody>
      </p:sp>
      <p:sp>
        <p:nvSpPr>
          <p:cNvPr id="538" name="TextBox 537"/>
          <p:cNvSpPr txBox="1"/>
          <p:nvPr/>
        </p:nvSpPr>
        <p:spPr>
          <a:xfrm>
            <a:off x="109728" y="4462272"/>
            <a:ext cx="8924544" cy="219456"/>
          </a:xfrm>
          <a:prstGeom prst="rect">
            <a:avLst/>
          </a:prstGeom>
          <a:noFill/>
        </p:spPr>
        <p:txBody>
          <a:bodyPr wrap="square" anchor="t" lIns="18288" rIns="18288" tIns="12801" bIns="12801">
            <a:spAutoFit/>
          </a:bodyPr>
          <a:lstStyle/>
          <a:p>
            <a:pPr algn="l">
              <a:spcBef>
                <a:spcPts val="0"/>
              </a:spcBef>
              <a:spcAft>
                <a:spcPts val="0"/>
              </a:spcAft>
            </a:pPr>
            <a:r>
              <a:rPr sz="650" b="0">
                <a:solidFill>
                  <a:srgbClr val="FFFFFF"/>
                </a:solidFill>
                <a:latin typeface="Urbanist Medium"/>
              </a:rPr>
              <a:t>Sources: fxtwitter 2026-10-24 (posts, followers); cast receipt, chain 46630: txs 0x1f15df28...8134, 0xf98156ad...fcc8, 0x0023f359...3b03; Robinhood newsroom 2026-09-29; Morpho collateral post 2026-10-22, https://x.com/RobinhoodCrypto/status/2113270580472381515; arcana-arena.com block 95,182,673; Hyperliquid stats API 2026-10-24; Automata DCAP README.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01" name="Rectangle 500"/>
          <p:cNvSpPr/>
          <p:nvPr/>
        </p:nvSpPr>
        <p:spPr>
          <a:xfrm>
            <a:off x="365760" y="777240"/>
            <a:ext cx="5943600" cy="1828800"/>
          </a:xfrm>
          <a:prstGeom prst="rect">
            <a:avLst/>
          </a:prstGeom>
          <a:solidFill>
            <a:srgbClr val="000000"/>
          </a:solidFill>
          <a:ln w="3810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502920" y="914400"/>
            <a:ext cx="5669280" cy="1554480"/>
          </a:xfrm>
        </p:spPr>
        <p:txBody>
          <a:bodyPr wrap="square" anchor="ctr" lIns="45720" rIns="45720" tIns="32003" bIns="32003"/>
          <a:lstStyle/>
          <a:p>
            <a:pPr algn="ctr">
              <a:spcBef>
                <a:spcPts val="0"/>
              </a:spcBef>
              <a:spcAft>
                <a:spcPts val="0"/>
              </a:spcAft>
            </a:pPr>
            <a:r>
              <a:rPr sz="8800" b="0">
                <a:solidFill>
                  <a:srgbClr val="D4FF00"/>
                </a:solidFill>
                <a:latin typeface="Urbanist SemiBold"/>
              </a:rPr>
              <a:t>SIGNET</a:t>
            </a:r>
          </a:p>
        </p:txBody>
      </p:sp>
      <p:sp>
        <p:nvSpPr>
          <p:cNvPr id="497" name="Google Shape;497;p45"/>
          <p:cNvSpPr txBox="1"/>
          <p:nvPr>
            <p:ph idx="7" type="subTitle"/>
          </p:nvPr>
        </p:nvSpPr>
        <p:spPr>
          <a:xfrm>
            <a:off x="3154650" y="4675975"/>
            <a:ext cx="2835000" cy="466800"/>
          </a:xfrm>
          <a:prstGeom prst="rect">
            <a:avLst/>
          </a:prstGeom>
        </p:spPr>
        <p:txBody>
          <a:bodyPr anchorCtr="0" anchor="ctr" bIns="0" lIns="0" spcFirstLastPara="1" rIns="0" wrap="square" tIns="0">
            <a:noAutofit/>
          </a:bodyPr>
          <a:lstStyle/>
          <a:p>
            <a:pPr indent="0" lvl="0" marL="0" rtl="0" algn="ctr">
              <a:spcBef>
                <a:spcPts val="0"/>
              </a:spcBef>
              <a:spcAft>
                <a:spcPts val="0"/>
              </a:spcAft>
              <a:buNone/>
            </a:pPr>
            <a:r>
              <a:rPr lang="en"/>
              <a:t>Open House Singapore</a:t>
            </a:r>
            <a:endParaRPr/>
          </a:p>
        </p:txBody>
      </p:sp>
      <p:sp>
        <p:nvSpPr>
          <p:cNvPr id="500" name="Google Shape;500;p45"/>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
        <p:nvSpPr>
          <p:cNvPr id="502" name="TextBox 501"/>
          <p:cNvSpPr txBox="1"/>
          <p:nvPr/>
        </p:nvSpPr>
        <p:spPr>
          <a:xfrm>
            <a:off x="365760" y="2788920"/>
            <a:ext cx="6035040" cy="1005840"/>
          </a:xfrm>
          <a:prstGeom prst="rect">
            <a:avLst/>
          </a:prstGeom>
          <a:noFill/>
        </p:spPr>
        <p:txBody>
          <a:bodyPr wrap="square" anchor="t" lIns="45720" rIns="45720" tIns="32003" bIns="32003">
            <a:spAutoFit/>
          </a:bodyPr>
          <a:lstStyle/>
          <a:p>
            <a:pPr algn="l">
              <a:spcBef>
                <a:spcPts val="0"/>
              </a:spcBef>
              <a:spcAft>
                <a:spcPts val="0"/>
              </a:spcAft>
            </a:pPr>
            <a:r>
              <a:rPr sz="2600" b="0">
                <a:solidFill>
                  <a:srgbClr val="FFFFFF"/>
                </a:solidFill>
                <a:latin typeface="Urbanist SemiBold"/>
              </a:rPr>
              <a:t>AI trading agents with a provable record and a private strategy</a:t>
            </a:r>
          </a:p>
        </p:txBody>
      </p:sp>
      <p:sp>
        <p:nvSpPr>
          <p:cNvPr id="503" name="TextBox 502"/>
          <p:cNvSpPr txBox="1"/>
          <p:nvPr/>
        </p:nvSpPr>
        <p:spPr>
          <a:xfrm>
            <a:off x="365760" y="3931920"/>
            <a:ext cx="6217920" cy="365760"/>
          </a:xfrm>
          <a:prstGeom prst="rect">
            <a:avLst/>
          </a:prstGeom>
          <a:noFill/>
        </p:spPr>
        <p:txBody>
          <a:bodyPr wrap="square" anchor="t" lIns="45720" rIns="45720" tIns="32003" bIns="32003">
            <a:spAutoFit/>
          </a:bodyPr>
          <a:lstStyle/>
          <a:p>
            <a:pPr algn="l">
              <a:spcBef>
                <a:spcPts val="0"/>
              </a:spcBef>
              <a:spcAft>
                <a:spcPts val="0"/>
              </a:spcAft>
            </a:pPr>
            <a:r>
              <a:rPr sz="1400" b="0">
                <a:solidFill>
                  <a:srgbClr val="00125F"/>
                </a:solidFill>
                <a:latin typeface="Urbanist SemiBold"/>
              </a:rPr>
              <a:t>On Robinhood Chain  |  Arbitrum Founder House Singapore</a:t>
            </a:r>
          </a:p>
        </p:txBody>
      </p:sp>
      <p:pic>
        <p:nvPicPr>
          <p:cNvPr id="504" name="Picture 503" descr="image.png"/>
          <p:cNvPicPr>
            <a:picLocks noChangeAspect="1"/>
          </p:cNvPicPr>
          <p:nvPr/>
        </p:nvPicPr>
        <p:blipFill>
          <a:blip r:embed="rId2"/>
          <a:stretch>
            <a:fillRect/>
          </a:stretch>
        </p:blipFill>
        <p:spPr>
          <a:xfrm>
            <a:off x="6309360" y="320040"/>
            <a:ext cx="3017520" cy="3017520"/>
          </a:xfrm>
          <a:prstGeom prst="rect">
            <a:avLst/>
          </a:prstGeom>
        </p:spPr>
      </p:pic>
      <p:pic>
        <p:nvPicPr>
          <p:cNvPr id="505" name="Picture 504" descr="image.png"/>
          <p:cNvPicPr>
            <a:picLocks noChangeAspect="1"/>
          </p:cNvPicPr>
          <p:nvPr/>
        </p:nvPicPr>
        <p:blipFill>
          <a:blip r:embed="rId3"/>
          <a:stretch>
            <a:fillRect/>
          </a:stretch>
        </p:blipFill>
        <p:spPr>
          <a:xfrm>
            <a:off x="6400800" y="3246120"/>
            <a:ext cx="2377440" cy="82296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82880"/>
            <a:ext cx="8595360" cy="960120"/>
          </a:xfrm>
        </p:spPr>
        <p:txBody>
          <a:bodyPr wrap="square" anchor="ctr" lIns="45720" rIns="45720" tIns="32003" bIns="32003"/>
          <a:lstStyle/>
          <a:p>
            <a:pPr algn="l">
              <a:spcBef>
                <a:spcPts val="0"/>
              </a:spcBef>
              <a:spcAft>
                <a:spcPts val="0"/>
              </a:spcAft>
            </a:pPr>
            <a:r>
              <a:rPr sz="2800" b="0">
                <a:solidFill>
                  <a:srgbClr val="D4FF00"/>
                </a:solidFill>
                <a:latin typeface="Urbanist SemiBold"/>
              </a:rPr>
              <a:t>0 of 22 viral AI trading bot posts gave a wallet you could check</a:t>
            </a:r>
          </a:p>
        </p:txBody>
      </p:sp>
      <p:sp>
        <p:nvSpPr>
          <p:cNvPr id="497" name="Google Shape;497;p45"/>
          <p:cNvSpPr txBox="1"/>
          <p:nvPr>
            <p:ph idx="7" type="subTitle"/>
          </p:nvPr>
        </p:nvSpPr>
        <p:spPr>
          <a:xfrm>
            <a:off x="3154650" y="4675975"/>
            <a:ext cx="2835000" cy="466800"/>
          </a:xfrm>
          <a:prstGeom prst="rect">
            <a:avLst/>
          </a:prstGeom>
        </p:spPr>
        <p:txBody>
          <a:bodyPr anchorCtr="0" anchor="ctr" bIns="0" lIns="0" spcFirstLastPara="1" rIns="0" wrap="square" tIns="0">
            <a:noAutofit/>
          </a:bodyPr>
          <a:lstStyle/>
          <a:p>
            <a:pPr indent="0" lvl="0" marL="0" rtl="0" algn="ctr">
              <a:spcBef>
                <a:spcPts val="0"/>
              </a:spcBef>
              <a:spcAft>
                <a:spcPts val="0"/>
              </a:spcAft>
              <a:buNone/>
            </a:pPr>
            <a:r>
              <a:rPr lang="en"/>
              <a:t>Open House Singapore</a:t>
            </a:r>
            <a:endParaRPr/>
          </a:p>
        </p:txBody>
      </p:sp>
      <p:sp>
        <p:nvSpPr>
          <p:cNvPr id="500" name="Google Shape;500;p45"/>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
        <p:nvSpPr>
          <p:cNvPr id="501" name="Rectangle 500"/>
          <p:cNvSpPr/>
          <p:nvPr/>
        </p:nvSpPr>
        <p:spPr>
          <a:xfrm>
            <a:off x="274320" y="1280160"/>
            <a:ext cx="4023360" cy="292608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6809" bIns="76809"/>
          <a:lstStyle/>
          <a:p>
            <a:pPr algn="ctr">
              <a:spcBef>
                <a:spcPts val="0"/>
              </a:spcBef>
              <a:spcAft>
                <a:spcPts val="400"/>
              </a:spcAft>
            </a:pPr>
            <a:r>
              <a:rPr sz="8000" b="0">
                <a:solidFill>
                  <a:srgbClr val="D4FF00"/>
                </a:solidFill>
                <a:latin typeface="Urbanist SemiBold"/>
              </a:rPr>
              <a:t>0 / 22</a:t>
            </a:r>
          </a:p>
          <a:p>
            <a:pPr algn="ctr">
              <a:spcBef>
                <a:spcPts val="0"/>
              </a:spcBef>
              <a:spcAft>
                <a:spcPts val="0"/>
              </a:spcAft>
            </a:pPr>
            <a:r>
              <a:rPr sz="1500" b="0">
                <a:solidFill>
                  <a:srgbClr val="FFFFFF"/>
                </a:solidFill>
                <a:latin typeface="Urbanist Medium"/>
              </a:rPr>
              <a:t>viral “my AI trading bot made 200x” posts that gave a wallet address to check. @Meta_ZET vetted all 22.</a:t>
            </a:r>
          </a:p>
        </p:txBody>
      </p:sp>
      <p:sp>
        <p:nvSpPr>
          <p:cNvPr id="502" name="Rectangle 501"/>
          <p:cNvSpPr/>
          <p:nvPr/>
        </p:nvSpPr>
        <p:spPr>
          <a:xfrm>
            <a:off x="4480560" y="1280160"/>
            <a:ext cx="4389120" cy="292608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0020" bIns="160020"/>
          <a:lstStyle/>
          <a:p>
            <a:pPr algn="l">
              <a:spcBef>
                <a:spcPts val="0"/>
              </a:spcBef>
              <a:spcAft>
                <a:spcPts val="1000"/>
              </a:spcAft>
            </a:pPr>
            <a:r>
              <a:rPr sz="2400" b="0">
                <a:solidFill>
                  <a:srgbClr val="FFFFFF"/>
                </a:solidFill>
                <a:latin typeface="Urbanist SemiBold"/>
              </a:rPr>
              <a:t>“Until an agent can prove its track record without human intervention, it's just a cool demo.”</a:t>
            </a:r>
          </a:p>
          <a:p>
            <a:pPr algn="l">
              <a:spcBef>
                <a:spcPts val="0"/>
              </a:spcBef>
              <a:spcAft>
                <a:spcPts val="0"/>
              </a:spcAft>
            </a:pPr>
            <a:r>
              <a:rPr sz="1200" b="0">
                <a:solidFill>
                  <a:srgbClr val="D4FF00"/>
                </a:solidFill>
                <a:latin typeface="Urbanist SemiBold"/>
              </a:rPr>
              <a:t>@AndresLeo383120, 522 followers, 2026-07-14</a:t>
            </a:r>
          </a:p>
        </p:txBody>
      </p:sp>
      <p:sp>
        <p:nvSpPr>
          <p:cNvPr id="503" name="TextBox 502"/>
          <p:cNvSpPr txBox="1"/>
          <p:nvPr/>
        </p:nvSpPr>
        <p:spPr>
          <a:xfrm>
            <a:off x="274320" y="4334256"/>
            <a:ext cx="8595360" cy="329184"/>
          </a:xfrm>
          <a:prstGeom prst="rect">
            <a:avLst/>
          </a:prstGeom>
          <a:noFill/>
        </p:spPr>
        <p:txBody>
          <a:bodyPr wrap="square" anchor="ctr" lIns="18288" rIns="18288" tIns="12801" bIns="12801">
            <a:spAutoFit/>
          </a:bodyPr>
          <a:lstStyle/>
          <a:p>
            <a:pPr algn="l">
              <a:spcBef>
                <a:spcPts val="0"/>
              </a:spcBef>
              <a:spcAft>
                <a:spcPts val="0"/>
              </a:spcAft>
            </a:pPr>
            <a:r>
              <a:rPr sz="900" b="0">
                <a:solidFill>
                  <a:srgbClr val="00125F"/>
                </a:solidFill>
                <a:latin typeface="Urbanist SemiBold"/>
              </a:rPr>
              <a:t>Source: gtm/signals.md rows 1 and 14, both re-read through api.fxtwitter.com on 2026-10-24; text verbatim, follower counts as of that read.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82880"/>
            <a:ext cx="8595360" cy="960120"/>
          </a:xfrm>
        </p:spPr>
        <p:txBody>
          <a:bodyPr wrap="square" anchor="ctr" lIns="45720" rIns="45720" tIns="32003" bIns="32003"/>
          <a:lstStyle/>
          <a:p>
            <a:pPr algn="l">
              <a:spcBef>
                <a:spcPts val="0"/>
              </a:spcBef>
              <a:spcAft>
                <a:spcPts val="0"/>
              </a:spcAft>
            </a:pPr>
            <a:r>
              <a:rPr sz="2800" b="0">
                <a:solidFill>
                  <a:srgbClr val="D4FF00"/>
                </a:solidFill>
                <a:latin typeface="Urbanist SemiBold"/>
              </a:rPr>
              <a:t>150,000+ customers run agentic accounts at Robinhood. Nobody can check which code trades.</a:t>
            </a:r>
          </a:p>
        </p:txBody>
      </p:sp>
      <p:sp>
        <p:nvSpPr>
          <p:cNvPr id="497" name="Google Shape;497;p45"/>
          <p:cNvSpPr txBox="1"/>
          <p:nvPr>
            <p:ph idx="7" type="subTitle"/>
          </p:nvPr>
        </p:nvSpPr>
        <p:spPr>
          <a:xfrm>
            <a:off x="3154650" y="4675975"/>
            <a:ext cx="2835000" cy="466800"/>
          </a:xfrm>
          <a:prstGeom prst="rect">
            <a:avLst/>
          </a:prstGeom>
        </p:spPr>
        <p:txBody>
          <a:bodyPr anchorCtr="0" anchor="ctr" bIns="0" lIns="0" spcFirstLastPara="1" rIns="0" wrap="square" tIns="0">
            <a:noAutofit/>
          </a:bodyPr>
          <a:lstStyle/>
          <a:p>
            <a:pPr indent="0" lvl="0" marL="0" rtl="0" algn="ctr">
              <a:spcBef>
                <a:spcPts val="0"/>
              </a:spcBef>
              <a:spcAft>
                <a:spcPts val="0"/>
              </a:spcAft>
              <a:buNone/>
            </a:pPr>
            <a:r>
              <a:rPr lang="en"/>
              <a:t>Open House Singapore</a:t>
            </a:r>
            <a:endParaRPr/>
          </a:p>
        </p:txBody>
      </p:sp>
      <p:sp>
        <p:nvSpPr>
          <p:cNvPr id="500" name="Google Shape;500;p45"/>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
        <p:nvSpPr>
          <p:cNvPr id="501" name="Rectangle 500"/>
          <p:cNvSpPr/>
          <p:nvPr/>
        </p:nvSpPr>
        <p:spPr>
          <a:xfrm>
            <a:off x="274320" y="1280160"/>
            <a:ext cx="2743200" cy="137160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6809" bIns="76809"/>
          <a:lstStyle/>
          <a:p>
            <a:pPr algn="l">
              <a:spcBef>
                <a:spcPts val="0"/>
              </a:spcBef>
              <a:spcAft>
                <a:spcPts val="200"/>
              </a:spcAft>
            </a:pPr>
            <a:r>
              <a:rPr sz="4000" b="0">
                <a:solidFill>
                  <a:srgbClr val="D4FF00"/>
                </a:solidFill>
                <a:latin typeface="Urbanist SemiBold"/>
              </a:rPr>
              <a:t>150,000+</a:t>
            </a:r>
          </a:p>
          <a:p>
            <a:pPr algn="l">
              <a:spcBef>
                <a:spcPts val="0"/>
              </a:spcBef>
              <a:spcAft>
                <a:spcPts val="0"/>
              </a:spcAft>
            </a:pPr>
            <a:r>
              <a:rPr sz="1300" b="0">
                <a:solidFill>
                  <a:srgbClr val="FFFFFF"/>
                </a:solidFill>
                <a:latin typeface="Urbanist Medium"/>
              </a:rPr>
              <a:t>customers with agentic trading accounts</a:t>
            </a:r>
          </a:p>
        </p:txBody>
      </p:sp>
      <p:sp>
        <p:nvSpPr>
          <p:cNvPr id="502" name="Rectangle 501"/>
          <p:cNvSpPr/>
          <p:nvPr/>
        </p:nvSpPr>
        <p:spPr>
          <a:xfrm>
            <a:off x="3200400" y="1280160"/>
            <a:ext cx="2743200" cy="137160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6809" bIns="76809"/>
          <a:lstStyle/>
          <a:p>
            <a:pPr algn="l">
              <a:spcBef>
                <a:spcPts val="0"/>
              </a:spcBef>
              <a:spcAft>
                <a:spcPts val="200"/>
              </a:spcAft>
            </a:pPr>
            <a:r>
              <a:rPr sz="4000" b="0">
                <a:solidFill>
                  <a:srgbClr val="D4FF00"/>
                </a:solidFill>
                <a:latin typeface="Urbanist SemiBold"/>
              </a:rPr>
              <a:t>~30M</a:t>
            </a:r>
          </a:p>
          <a:p>
            <a:pPr algn="l">
              <a:spcBef>
                <a:spcPts val="0"/>
              </a:spcBef>
              <a:spcAft>
                <a:spcPts val="0"/>
              </a:spcAft>
            </a:pPr>
            <a:r>
              <a:rPr sz="1300" b="0">
                <a:solidFill>
                  <a:srgbClr val="FFFFFF"/>
                </a:solidFill>
                <a:latin typeface="Urbanist Medium"/>
              </a:rPr>
              <a:t>agent tool uses a day</a:t>
            </a:r>
          </a:p>
        </p:txBody>
      </p:sp>
      <p:sp>
        <p:nvSpPr>
          <p:cNvPr id="503" name="Rectangle 502"/>
          <p:cNvSpPr/>
          <p:nvPr/>
        </p:nvSpPr>
        <p:spPr>
          <a:xfrm>
            <a:off x="6126480" y="1280160"/>
            <a:ext cx="2743200" cy="137160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6809" bIns="76809"/>
          <a:lstStyle/>
          <a:p>
            <a:pPr algn="l">
              <a:spcBef>
                <a:spcPts val="0"/>
              </a:spcBef>
              <a:spcAft>
                <a:spcPts val="0"/>
              </a:spcAft>
            </a:pPr>
            <a:r>
              <a:rPr sz="1400" b="0">
                <a:solidFill>
                  <a:srgbClr val="FFFFFF"/>
                </a:solidFill>
                <a:latin typeface="Urbanist SemiBold"/>
              </a:rPr>
              <a:t>“Robinhood does not control, supervise, monitor, recommend, or audit agents.”</a:t>
            </a:r>
          </a:p>
        </p:txBody>
      </p:sp>
      <p:sp>
        <p:nvSpPr>
          <p:cNvPr id="504" name="Rectangle 503"/>
          <p:cNvSpPr/>
          <p:nvPr/>
        </p:nvSpPr>
        <p:spPr>
          <a:xfrm>
            <a:off x="274320" y="2788920"/>
            <a:ext cx="8595360" cy="146304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spcBef>
                <a:spcPts val="0"/>
              </a:spcBef>
              <a:spcAft>
                <a:spcPts val="0"/>
              </a:spcAft>
            </a:pPr>
            <a:r>
              <a:rPr sz="2000" b="0">
                <a:solidFill>
                  <a:srgbClr val="FFFFFF"/>
                </a:solidFill>
                <a:latin typeface="Urbanist SemiBold"/>
              </a:rPr>
              <a:t>The account answers how much an agent can lose. </a:t>
            </a:r>
            <a:r>
              <a:rPr sz="2000" b="0">
                <a:solidFill>
                  <a:srgbClr val="D4FF00"/>
                </a:solidFill>
                <a:latin typeface="Urbanist SemiBold"/>
              </a:rPr>
              <a:t>It does not say which code is trading.</a:t>
            </a:r>
          </a:p>
        </p:txBody>
      </p:sp>
      <p:sp>
        <p:nvSpPr>
          <p:cNvPr id="505" name="TextBox 504"/>
          <p:cNvSpPr txBox="1"/>
          <p:nvPr/>
        </p:nvSpPr>
        <p:spPr>
          <a:xfrm>
            <a:off x="274320" y="4334256"/>
            <a:ext cx="8595360" cy="329184"/>
          </a:xfrm>
          <a:prstGeom prst="rect">
            <a:avLst/>
          </a:prstGeom>
          <a:noFill/>
        </p:spPr>
        <p:txBody>
          <a:bodyPr wrap="square" anchor="ctr" lIns="18288" rIns="18288" tIns="12801" bIns="12801">
            <a:spAutoFit/>
          </a:bodyPr>
          <a:lstStyle/>
          <a:p>
            <a:pPr algn="l">
              <a:spcBef>
                <a:spcPts val="0"/>
              </a:spcBef>
              <a:spcAft>
                <a:spcPts val="0"/>
              </a:spcAft>
            </a:pPr>
            <a:r>
              <a:rPr sz="900" b="0">
                <a:solidFill>
                  <a:srgbClr val="00125F"/>
                </a:solidFill>
                <a:latin typeface="Urbanist SemiBold"/>
              </a:rPr>
              <a:t>Sources: Robinhood newsroom, HOOD Summit, 2026-09-29 (150,000+ customers with agentic accounts, ~30M tool uses a day, audit statement).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82880"/>
            <a:ext cx="8595360" cy="960120"/>
          </a:xfrm>
        </p:spPr>
        <p:txBody>
          <a:bodyPr wrap="square" anchor="ctr" lIns="45720" rIns="45720" tIns="32003" bIns="32003"/>
          <a:lstStyle/>
          <a:p>
            <a:pPr algn="l">
              <a:spcBef>
                <a:spcPts val="0"/>
              </a:spcBef>
              <a:spcAft>
                <a:spcPts val="0"/>
              </a:spcAft>
            </a:pPr>
            <a:r>
              <a:rPr sz="2800" b="0">
                <a:solidFill>
                  <a:srgbClr val="D4FF00"/>
                </a:solidFill>
                <a:latin typeface="Urbanist SemiBold"/>
              </a:rPr>
              <a:t>A follower's account admits one workload and refuses the rest</a:t>
            </a:r>
          </a:p>
        </p:txBody>
      </p:sp>
      <p:sp>
        <p:nvSpPr>
          <p:cNvPr id="497" name="Google Shape;497;p45"/>
          <p:cNvSpPr txBox="1"/>
          <p:nvPr>
            <p:ph idx="7" type="subTitle"/>
          </p:nvPr>
        </p:nvSpPr>
        <p:spPr>
          <a:xfrm>
            <a:off x="3154650" y="4675975"/>
            <a:ext cx="2835000" cy="466800"/>
          </a:xfrm>
          <a:prstGeom prst="rect">
            <a:avLst/>
          </a:prstGeom>
        </p:spPr>
        <p:txBody>
          <a:bodyPr anchorCtr="0" anchor="ctr" bIns="0" lIns="0" spcFirstLastPara="1" rIns="0" wrap="square" tIns="0">
            <a:noAutofit/>
          </a:bodyPr>
          <a:lstStyle/>
          <a:p>
            <a:pPr indent="0" lvl="0" marL="0" rtl="0" algn="ctr">
              <a:spcBef>
                <a:spcPts val="0"/>
              </a:spcBef>
              <a:spcAft>
                <a:spcPts val="0"/>
              </a:spcAft>
              <a:buNone/>
            </a:pPr>
            <a:r>
              <a:rPr lang="en"/>
              <a:t>Open House Singapore</a:t>
            </a:r>
            <a:endParaRPr/>
          </a:p>
        </p:txBody>
      </p:sp>
      <p:sp>
        <p:nvSpPr>
          <p:cNvPr id="500" name="Google Shape;500;p45"/>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
        <p:nvSpPr>
          <p:cNvPr id="501" name="Rectangle 500"/>
          <p:cNvSpPr/>
          <p:nvPr/>
        </p:nvSpPr>
        <p:spPr>
          <a:xfrm>
            <a:off x="274320" y="1371600"/>
            <a:ext cx="1920240" cy="192024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89611" bIns="89611"/>
          <a:lstStyle/>
          <a:p>
            <a:pPr algn="l">
              <a:spcBef>
                <a:spcPts val="0"/>
              </a:spcBef>
              <a:spcAft>
                <a:spcPts val="600"/>
              </a:spcAft>
            </a:pPr>
            <a:r>
              <a:rPr sz="1700" b="0">
                <a:solidFill>
                  <a:srgbClr val="D4FF00"/>
                </a:solidFill>
                <a:latin typeface="Urbanist SemiBold"/>
              </a:rPr>
              <a:t>Creator's agent</a:t>
            </a:r>
          </a:p>
          <a:p>
            <a:pPr algn="l">
              <a:spcBef>
                <a:spcPts val="0"/>
              </a:spcBef>
              <a:spcAft>
                <a:spcPts val="0"/>
              </a:spcAft>
            </a:pPr>
            <a:r>
              <a:rPr sz="1300" b="0">
                <a:solidFill>
                  <a:srgbClr val="FFFFFF"/>
                </a:solidFill>
                <a:latin typeface="Urbanist Medium"/>
              </a:rPr>
              <a:t>Runs in an Intel TDX confidential VM. Makes its key inside. Strategy text is sealed config.</a:t>
            </a:r>
          </a:p>
        </p:txBody>
      </p:sp>
      <p:sp>
        <p:nvSpPr>
          <p:cNvPr id="502" name="Right Arrow 501"/>
          <p:cNvSpPr/>
          <p:nvPr/>
        </p:nvSpPr>
        <p:spPr>
          <a:xfrm>
            <a:off x="2212848" y="2148840"/>
            <a:ext cx="219456" cy="292608"/>
          </a:xfrm>
          <a:prstGeom prst="rightArrow">
            <a:avLst/>
          </a:prstGeom>
          <a:solidFill>
            <a:srgbClr val="D4F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3" name="Rectangle 502"/>
          <p:cNvSpPr/>
          <p:nvPr/>
        </p:nvSpPr>
        <p:spPr>
          <a:xfrm>
            <a:off x="2450591" y="1371600"/>
            <a:ext cx="1920240" cy="192024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89611" bIns="89611"/>
          <a:lstStyle/>
          <a:p>
            <a:pPr algn="l">
              <a:spcBef>
                <a:spcPts val="0"/>
              </a:spcBef>
              <a:spcAft>
                <a:spcPts val="600"/>
              </a:spcAft>
            </a:pPr>
            <a:r>
              <a:rPr sz="1700" b="0">
                <a:solidFill>
                  <a:srgbClr val="D4FF00"/>
                </a:solidFill>
                <a:latin typeface="Urbanist SemiBold"/>
              </a:rPr>
              <a:t>Stylus Verifier</a:t>
            </a:r>
          </a:p>
          <a:p>
            <a:pPr algn="l">
              <a:spcBef>
                <a:spcPts val="0"/>
              </a:spcBef>
              <a:spcAft>
                <a:spcPts val="0"/>
              </a:spcAft>
            </a:pPr>
            <a:r>
              <a:rPr sz="1300" b="0">
                <a:solidFill>
                  <a:srgbClr val="FFFFFF"/>
                </a:solidFill>
                <a:latin typeface="Urbanist Medium"/>
              </a:rPr>
              <a:t>Walks Intel's cert chain on chain, in the admitting transaction.</a:t>
            </a:r>
          </a:p>
        </p:txBody>
      </p:sp>
      <p:sp>
        <p:nvSpPr>
          <p:cNvPr id="504" name="Right Arrow 503"/>
          <p:cNvSpPr/>
          <p:nvPr/>
        </p:nvSpPr>
        <p:spPr>
          <a:xfrm>
            <a:off x="4389120" y="2148840"/>
            <a:ext cx="219456" cy="292608"/>
          </a:xfrm>
          <a:prstGeom prst="rightArrow">
            <a:avLst/>
          </a:prstGeom>
          <a:solidFill>
            <a:srgbClr val="D4F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5" name="Rectangle 504"/>
          <p:cNvSpPr/>
          <p:nvPr/>
        </p:nvSpPr>
        <p:spPr>
          <a:xfrm>
            <a:off x="4626864" y="1371600"/>
            <a:ext cx="1920240" cy="192024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89611" bIns="89611"/>
          <a:lstStyle/>
          <a:p>
            <a:pPr algn="l">
              <a:spcBef>
                <a:spcPts val="0"/>
              </a:spcBef>
              <a:spcAft>
                <a:spcPts val="600"/>
              </a:spcAft>
            </a:pPr>
            <a:r>
              <a:rPr sz="1700" b="0">
                <a:solidFill>
                  <a:srgbClr val="D4FF00"/>
                </a:solidFill>
                <a:latin typeface="Urbanist SemiBold"/>
              </a:rPr>
              <a:t>Follower's AgentAccount</a:t>
            </a:r>
          </a:p>
          <a:p>
            <a:pPr algn="l">
              <a:spcBef>
                <a:spcPts val="0"/>
              </a:spcBef>
              <a:spcAft>
                <a:spcPts val="0"/>
              </a:spcAft>
            </a:pPr>
            <a:r>
              <a:rPr sz="1300" b="0">
                <a:solidFill>
                  <a:srgbClr val="FFFFFF"/>
                </a:solidFill>
                <a:latin typeface="Urbanist Medium"/>
              </a:rPr>
              <a:t>Stores the agent key only for a measurement the follower approved.</a:t>
            </a:r>
          </a:p>
        </p:txBody>
      </p:sp>
      <p:sp>
        <p:nvSpPr>
          <p:cNvPr id="506" name="Right Arrow 505"/>
          <p:cNvSpPr/>
          <p:nvPr/>
        </p:nvSpPr>
        <p:spPr>
          <a:xfrm>
            <a:off x="6565392" y="2148840"/>
            <a:ext cx="219456" cy="292608"/>
          </a:xfrm>
          <a:prstGeom prst="rightArrow">
            <a:avLst/>
          </a:prstGeom>
          <a:solidFill>
            <a:srgbClr val="D4F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7" name="Rectangle 506"/>
          <p:cNvSpPr/>
          <p:nvPr/>
        </p:nvSpPr>
        <p:spPr>
          <a:xfrm>
            <a:off x="6803136" y="1371600"/>
            <a:ext cx="1920240" cy="192024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89611" bIns="89611"/>
          <a:lstStyle/>
          <a:p>
            <a:pPr algn="l">
              <a:spcBef>
                <a:spcPts val="0"/>
              </a:spcBef>
              <a:spcAft>
                <a:spcPts val="600"/>
              </a:spcAft>
            </a:pPr>
            <a:r>
              <a:rPr sz="1700" b="0">
                <a:solidFill>
                  <a:srgbClr val="D4FF00"/>
                </a:solidFill>
                <a:latin typeface="Urbanist SemiBold"/>
              </a:rPr>
              <a:t>Uniswap v4</a:t>
            </a:r>
          </a:p>
          <a:p>
            <a:pPr algn="l">
              <a:spcBef>
                <a:spcPts val="0"/>
              </a:spcBef>
              <a:spcAft>
                <a:spcPts val="0"/>
              </a:spcAft>
            </a:pPr>
            <a:r>
              <a:rPr sz="1300" b="0">
                <a:solidFill>
                  <a:srgbClr val="FFFFFF"/>
                </a:solidFill>
                <a:latin typeface="Urbanist Medium"/>
              </a:rPr>
              <a:t>Swaps settle through the canonical PoolManager inside the account's caps.</a:t>
            </a:r>
          </a:p>
        </p:txBody>
      </p:sp>
      <p:sp>
        <p:nvSpPr>
          <p:cNvPr id="508" name="Rectangle 507"/>
          <p:cNvSpPr/>
          <p:nvPr/>
        </p:nvSpPr>
        <p:spPr>
          <a:xfrm>
            <a:off x="274320" y="3474720"/>
            <a:ext cx="8595360" cy="77724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102412" bIns="102412"/>
          <a:lstStyle/>
          <a:p>
            <a:pPr algn="l">
              <a:spcBef>
                <a:spcPts val="0"/>
              </a:spcBef>
              <a:spcAft>
                <a:spcPts val="0"/>
              </a:spcAft>
            </a:pPr>
            <a:r>
              <a:rPr sz="1500" b="0">
                <a:solidFill>
                  <a:srgbClr val="D4FF00"/>
                </a:solidFill>
                <a:latin typeface="Urbanist SemiBold"/>
              </a:rPr>
              <a:t>Every TradeExecuted </a:t>
            </a:r>
            <a:r>
              <a:rPr sz="1500" b="0">
                <a:solidFill>
                  <a:srgbClr val="FFFFFF"/>
                </a:solidFill>
                <a:latin typeface="Urbanist Medium"/>
              </a:rPr>
              <a:t>names the measurement the agent was admitted under and the model hash of its verified inference receipt. A different workload is refused.</a:t>
            </a:r>
          </a:p>
        </p:txBody>
      </p:sp>
      <p:sp>
        <p:nvSpPr>
          <p:cNvPr id="509" name="TextBox 508"/>
          <p:cNvSpPr txBox="1"/>
          <p:nvPr/>
        </p:nvSpPr>
        <p:spPr>
          <a:xfrm>
            <a:off x="274320" y="4334256"/>
            <a:ext cx="8595360" cy="329184"/>
          </a:xfrm>
          <a:prstGeom prst="rect">
            <a:avLst/>
          </a:prstGeom>
          <a:noFill/>
        </p:spPr>
        <p:txBody>
          <a:bodyPr wrap="square" anchor="ctr" lIns="18288" rIns="18288" tIns="12801" bIns="12801">
            <a:spAutoFit/>
          </a:bodyPr>
          <a:lstStyle/>
          <a:p>
            <a:pPr algn="l">
              <a:spcBef>
                <a:spcPts val="0"/>
              </a:spcBef>
              <a:spcAft>
                <a:spcPts val="0"/>
              </a:spcAft>
            </a:pPr>
            <a:r>
              <a:rPr sz="900" b="0">
                <a:solidFill>
                  <a:srgbClr val="00125F"/>
                </a:solidFill>
                <a:latin typeface="Urbanist SemiBold"/>
              </a:rPr>
              <a:t>Sources: README.md, contracts/src/AgentAccount.sol. The measurement is Intel TDX's hash of the workload; the account checks it in the transaction that admits the key.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82880"/>
            <a:ext cx="8595360" cy="960120"/>
          </a:xfrm>
        </p:spPr>
        <p:txBody>
          <a:bodyPr wrap="square" anchor="ctr" lIns="45720" rIns="45720" tIns="32003" bIns="32003"/>
          <a:lstStyle/>
          <a:p>
            <a:pPr algn="l">
              <a:spcBef>
                <a:spcPts val="0"/>
              </a:spcBef>
              <a:spcAft>
                <a:spcPts val="0"/>
              </a:spcAft>
            </a:pPr>
            <a:r>
              <a:rPr sz="2800" b="0">
                <a:solidFill>
                  <a:srgbClr val="D4FF00"/>
                </a:solidFill>
                <a:latin typeface="Urbanist SemiBold"/>
              </a:rPr>
              <a:t>One real trade and one real refusal, both on chain</a:t>
            </a:r>
          </a:p>
        </p:txBody>
      </p:sp>
      <p:sp>
        <p:nvSpPr>
          <p:cNvPr id="497" name="Google Shape;497;p45"/>
          <p:cNvSpPr txBox="1"/>
          <p:nvPr>
            <p:ph idx="7" type="subTitle"/>
          </p:nvPr>
        </p:nvSpPr>
        <p:spPr>
          <a:xfrm>
            <a:off x="3154650" y="4675975"/>
            <a:ext cx="2835000" cy="466800"/>
          </a:xfrm>
          <a:prstGeom prst="rect">
            <a:avLst/>
          </a:prstGeom>
        </p:spPr>
        <p:txBody>
          <a:bodyPr anchorCtr="0" anchor="ctr" bIns="0" lIns="0" spcFirstLastPara="1" rIns="0" wrap="square" tIns="0">
            <a:noAutofit/>
          </a:bodyPr>
          <a:lstStyle/>
          <a:p>
            <a:pPr indent="0" lvl="0" marL="0" rtl="0" algn="ctr">
              <a:spcBef>
                <a:spcPts val="0"/>
              </a:spcBef>
              <a:spcAft>
                <a:spcPts val="0"/>
              </a:spcAft>
              <a:buNone/>
            </a:pPr>
            <a:r>
              <a:rPr lang="en"/>
              <a:t>Open House Singapore</a:t>
            </a:r>
            <a:endParaRPr/>
          </a:p>
        </p:txBody>
      </p:sp>
      <p:sp>
        <p:nvSpPr>
          <p:cNvPr id="500" name="Google Shape;500;p45"/>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
        <p:nvSpPr>
          <p:cNvPr id="501" name="Rectangle 500"/>
          <p:cNvSpPr/>
          <p:nvPr/>
        </p:nvSpPr>
        <p:spPr>
          <a:xfrm>
            <a:off x="274320" y="1234440"/>
            <a:ext cx="5029200" cy="301752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102412" bIns="102412"/>
          <a:lstStyle/>
          <a:p>
            <a:pPr algn="l">
              <a:spcBef>
                <a:spcPts val="0"/>
              </a:spcBef>
              <a:spcAft>
                <a:spcPts val="400"/>
              </a:spcAft>
            </a:pPr>
            <a:r>
              <a:rPr sz="1300" b="0">
                <a:solidFill>
                  <a:srgbClr val="D4FF00"/>
                </a:solidFill>
                <a:latin typeface="Urbanist SemiBold"/>
              </a:rPr>
              <a:t>ATTESTED TRADE  </a:t>
            </a:r>
            <a:r>
              <a:rPr sz="1300" b="0">
                <a:solidFill>
                  <a:srgbClr val="FFFFFF"/>
                </a:solidFill>
                <a:latin typeface="Urbanist SemiBold"/>
              </a:rPr>
              <a:t>bought TSLA with 1 USDG</a:t>
            </a:r>
          </a:p>
          <a:p>
            <a:pPr algn="l">
              <a:spcBef>
                <a:spcPts val="0"/>
              </a:spcBef>
              <a:spcAft>
                <a:spcPts val="200"/>
              </a:spcAft>
            </a:pPr>
            <a:r>
              <a:rPr sz="1400" b="0">
                <a:solidFill>
                  <a:srgbClr val="D4FF00"/>
                </a:solidFill>
                <a:latin typeface="Courier New"/>
              </a:rPr>
              <a:t>TradeExecuted</a:t>
            </a:r>
          </a:p>
          <a:p>
            <a:pPr algn="l">
              <a:spcBef>
                <a:spcPts val="0"/>
              </a:spcBef>
              <a:spcAft>
                <a:spcPts val="200"/>
              </a:spcAft>
            </a:pPr>
            <a:r>
              <a:rPr sz="1100" b="0">
                <a:solidFill>
                  <a:srgbClr val="FFFFFF"/>
                </a:solidFill>
                <a:latin typeface="Courier New"/>
              </a:rPr>
              <a:t>amountIn  1 USDG   amountOut  0.00391 TSLA</a:t>
            </a:r>
          </a:p>
          <a:p>
            <a:pPr algn="l">
              <a:spcBef>
                <a:spcPts val="0"/>
              </a:spcBef>
              <a:spcAft>
                <a:spcPts val="0"/>
              </a:spcAft>
            </a:pPr>
            <a:r>
              <a:rPr sz="1100" b="0">
                <a:solidFill>
                  <a:srgbClr val="FFFFFF"/>
                </a:solidFill>
                <a:latin typeface="Courier New"/>
              </a:rPr>
              <a:t>agentMeasurement</a:t>
            </a:r>
          </a:p>
          <a:p>
            <a:pPr algn="l">
              <a:spcBef>
                <a:spcPts val="0"/>
              </a:spcBef>
              <a:spcAft>
                <a:spcPts val="200"/>
              </a:spcAft>
            </a:pPr>
            <a:r>
              <a:rPr sz="900" b="0">
                <a:solidFill>
                  <a:srgbClr val="D4FF00"/>
                </a:solidFill>
                <a:latin typeface="Courier New"/>
              </a:rPr>
              <a:t>0xeb2d9462332712d80fc18b2a8c07124096b55c3f94a8c8de6ff34692e9396829</a:t>
            </a:r>
          </a:p>
          <a:p>
            <a:pPr algn="l">
              <a:spcBef>
                <a:spcPts val="0"/>
              </a:spcBef>
              <a:spcAft>
                <a:spcPts val="0"/>
              </a:spcAft>
            </a:pPr>
            <a:r>
              <a:rPr sz="1100" b="0">
                <a:solidFill>
                  <a:srgbClr val="FFFFFF"/>
                </a:solidFill>
                <a:latin typeface="Courier New"/>
              </a:rPr>
              <a:t>servedModelHash</a:t>
            </a:r>
          </a:p>
          <a:p>
            <a:pPr algn="l">
              <a:spcBef>
                <a:spcPts val="0"/>
              </a:spcBef>
              <a:spcAft>
                <a:spcPts val="600"/>
              </a:spcAft>
            </a:pPr>
            <a:r>
              <a:rPr sz="900" b="0">
                <a:solidFill>
                  <a:srgbClr val="D4FF00"/>
                </a:solidFill>
                <a:latin typeface="Courier New"/>
              </a:rPr>
              <a:t>0xc8536dbf086093b9b12c84bc9c4448f0c36c74d9b4a65cda6667d9d99f78df59</a:t>
            </a:r>
          </a:p>
          <a:p>
            <a:pPr algn="l">
              <a:spcBef>
                <a:spcPts val="0"/>
              </a:spcBef>
              <a:spcAft>
                <a:spcPts val="400"/>
              </a:spcAft>
            </a:pPr>
            <a:r>
              <a:rPr sz="1300" b="0">
                <a:solidFill>
                  <a:srgbClr val="FFFFFF"/>
                </a:solidFill>
                <a:latin typeface="Urbanist Medium"/>
              </a:rPr>
              <a:t>Open the Logs tab on the explorer: the event carries the workload measurement and the model hash.</a:t>
            </a:r>
          </a:p>
          <a:p>
            <a:pPr algn="l">
              <a:spcBef>
                <a:spcPts val="0"/>
              </a:spcBef>
              <a:spcAft>
                <a:spcPts val="200"/>
              </a:spcAft>
            </a:pPr>
            <a:r>
              <a:rPr sz="1300" b="0">
                <a:solidFill>
                  <a:srgbClr val="FFFFFF"/>
                </a:solidFill>
                <a:latin typeface="Urbanist SemiBold"/>
              </a:rPr>
              <a:t>success, 504,449 gas, block 127,188,951</a:t>
            </a:r>
          </a:p>
          <a:p>
            <a:pPr algn="l">
              <a:spcBef>
                <a:spcPts val="0"/>
              </a:spcBef>
              <a:spcAft>
                <a:spcPts val="0"/>
              </a:spcAft>
            </a:pPr>
            <a:r>
              <a:rPr sz="1400" b="0">
                <a:solidFill>
                  <a:srgbClr val="D4FF00"/>
                </a:solidFill>
                <a:latin typeface="Urbanist SemiBold"/>
                <a:hlinkClick r:id="rId2"/>
              </a:rPr>
              <a:t>tx 0x0023f359…3b03</a:t>
            </a:r>
          </a:p>
        </p:txBody>
      </p:sp>
      <p:sp>
        <p:nvSpPr>
          <p:cNvPr id="502" name="Rectangle 501"/>
          <p:cNvSpPr/>
          <p:nvPr/>
        </p:nvSpPr>
        <p:spPr>
          <a:xfrm>
            <a:off x="5486400" y="1234440"/>
            <a:ext cx="3383280" cy="301752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102412" bIns="102412"/>
          <a:lstStyle/>
          <a:p>
            <a:pPr algn="l">
              <a:spcBef>
                <a:spcPts val="0"/>
              </a:spcBef>
              <a:spcAft>
                <a:spcPts val="400"/>
              </a:spcAft>
            </a:pPr>
            <a:r>
              <a:rPr sz="1300" b="0">
                <a:solidFill>
                  <a:srgbClr val="D4FF00"/>
                </a:solidFill>
                <a:latin typeface="Urbanist SemiBold"/>
              </a:rPr>
              <a:t>REFUSED WORKLOAD</a:t>
            </a:r>
          </a:p>
          <a:p>
            <a:pPr algn="l">
              <a:spcBef>
                <a:spcPts val="0"/>
              </a:spcBef>
              <a:spcAft>
                <a:spcPts val="600"/>
              </a:spcAft>
            </a:pPr>
            <a:r>
              <a:rPr sz="1800" b="0">
                <a:solidFill>
                  <a:srgbClr val="FFFFFF"/>
                </a:solidFill>
                <a:latin typeface="Urbanist SemiBold"/>
              </a:rPr>
              <a:t>A genuine Intel quote from other code</a:t>
            </a:r>
          </a:p>
          <a:p>
            <a:pPr algn="l">
              <a:spcBef>
                <a:spcPts val="0"/>
              </a:spcBef>
              <a:spcAft>
                <a:spcPts val="600"/>
              </a:spcAft>
            </a:pPr>
            <a:r>
              <a:rPr sz="1400" b="0">
                <a:solidFill>
                  <a:srgbClr val="FFFFFF"/>
                </a:solidFill>
                <a:latin typeface="Urbanist Medium"/>
              </a:rPr>
              <a:t>registerAgent reverts MeasurementNotApproved</a:t>
            </a:r>
          </a:p>
          <a:p>
            <a:pPr algn="l">
              <a:spcBef>
                <a:spcPts val="0"/>
              </a:spcBef>
              <a:spcAft>
                <a:spcPts val="400"/>
              </a:spcAft>
            </a:pPr>
            <a:r>
              <a:rPr sz="1300" b="0">
                <a:solidFill>
                  <a:srgbClr val="FFFFFF"/>
                </a:solidFill>
                <a:latin typeface="Urbanist SemiBold"/>
              </a:rPr>
              <a:t>failed, 2,349,054 gas, block 127,632,496</a:t>
            </a:r>
          </a:p>
          <a:p>
            <a:pPr algn="l">
              <a:spcBef>
                <a:spcPts val="0"/>
              </a:spcBef>
              <a:spcAft>
                <a:spcPts val="0"/>
              </a:spcAft>
            </a:pPr>
            <a:r>
              <a:rPr sz="1400" b="0">
                <a:solidFill>
                  <a:srgbClr val="D4FF00"/>
                </a:solidFill>
                <a:latin typeface="Urbanist SemiBold"/>
                <a:hlinkClick r:id="rId3"/>
              </a:rPr>
              <a:t>tx 0xf98156ad…fcc8</a:t>
            </a:r>
          </a:p>
        </p:txBody>
      </p:sp>
      <p:sp>
        <p:nvSpPr>
          <p:cNvPr id="503" name="TextBox 502"/>
          <p:cNvSpPr txBox="1"/>
          <p:nvPr/>
        </p:nvSpPr>
        <p:spPr>
          <a:xfrm>
            <a:off x="274320" y="4334256"/>
            <a:ext cx="8595360" cy="329184"/>
          </a:xfrm>
          <a:prstGeom prst="rect">
            <a:avLst/>
          </a:prstGeom>
          <a:noFill/>
        </p:spPr>
        <p:txBody>
          <a:bodyPr wrap="square" anchor="ctr" lIns="18288" rIns="18288" tIns="12801" bIns="12801">
            <a:spAutoFit/>
          </a:bodyPr>
          <a:lstStyle/>
          <a:p>
            <a:pPr algn="l">
              <a:spcBef>
                <a:spcPts val="0"/>
              </a:spcBef>
              <a:spcAft>
                <a:spcPts val="0"/>
              </a:spcAft>
            </a:pPr>
            <a:r>
              <a:rPr sz="900" b="0">
                <a:solidFill>
                  <a:srgbClr val="00125F"/>
                </a:solidFill>
                <a:latin typeface="Urbanist SemiBold"/>
              </a:rPr>
              <a:t>Sources: cast receipt, chain 46630 (rpc.testnet.chain.robinhood.com), 2026-10-24: trade status 1, 504,449 gas; refusal status 0, 2,349,054 gas. Log fields decoded from the trade's receipt logs.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82880"/>
            <a:ext cx="8595360" cy="960120"/>
          </a:xfrm>
        </p:spPr>
        <p:txBody>
          <a:bodyPr wrap="square" anchor="ctr" lIns="45720" rIns="45720" tIns="32003" bIns="32003"/>
          <a:lstStyle/>
          <a:p>
            <a:pPr algn="l">
              <a:spcBef>
                <a:spcPts val="0"/>
              </a:spcBef>
              <a:spcAft>
                <a:spcPts val="0"/>
              </a:spcAft>
            </a:pPr>
            <a:r>
              <a:rPr sz="2800" b="0">
                <a:solidFill>
                  <a:srgbClr val="D4FF00"/>
                </a:solidFill>
                <a:latin typeface="Urbanist SemiBold"/>
              </a:rPr>
              <a:t>The leaderboard re-reads every trade from the chain</a:t>
            </a:r>
          </a:p>
        </p:txBody>
      </p:sp>
      <p:sp>
        <p:nvSpPr>
          <p:cNvPr id="497" name="Google Shape;497;p45"/>
          <p:cNvSpPr txBox="1"/>
          <p:nvPr>
            <p:ph idx="7" type="subTitle"/>
          </p:nvPr>
        </p:nvSpPr>
        <p:spPr>
          <a:xfrm>
            <a:off x="3154650" y="4675975"/>
            <a:ext cx="2835000" cy="466800"/>
          </a:xfrm>
          <a:prstGeom prst="rect">
            <a:avLst/>
          </a:prstGeom>
        </p:spPr>
        <p:txBody>
          <a:bodyPr anchorCtr="0" anchor="ctr" bIns="0" lIns="0" spcFirstLastPara="1" rIns="0" wrap="square" tIns="0">
            <a:noAutofit/>
          </a:bodyPr>
          <a:lstStyle/>
          <a:p>
            <a:pPr indent="0" lvl="0" marL="0" rtl="0" algn="ctr">
              <a:spcBef>
                <a:spcPts val="0"/>
              </a:spcBef>
              <a:spcAft>
                <a:spcPts val="0"/>
              </a:spcAft>
              <a:buNone/>
            </a:pPr>
            <a:r>
              <a:rPr lang="en"/>
              <a:t>Open House Singapore</a:t>
            </a:r>
            <a:endParaRPr/>
          </a:p>
        </p:txBody>
      </p:sp>
      <p:sp>
        <p:nvSpPr>
          <p:cNvPr id="500" name="Google Shape;500;p45"/>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pic>
        <p:nvPicPr>
          <p:cNvPr id="501" name="Picture 500" descr="leaderboard.png"/>
          <p:cNvPicPr>
            <a:picLocks noChangeAspect="1"/>
          </p:cNvPicPr>
          <p:nvPr/>
        </p:nvPicPr>
        <p:blipFill>
          <a:blip r:embed="rId2"/>
          <a:stretch>
            <a:fillRect/>
          </a:stretch>
        </p:blipFill>
        <p:spPr>
          <a:xfrm>
            <a:off x="274320" y="1234440"/>
            <a:ext cx="8595360" cy="2059305"/>
          </a:xfrm>
          <a:prstGeom prst="rect">
            <a:avLst/>
          </a:prstGeom>
        </p:spPr>
      </p:pic>
      <p:sp>
        <p:nvSpPr>
          <p:cNvPr id="502" name="Rectangle 501"/>
          <p:cNvSpPr/>
          <p:nvPr/>
        </p:nvSpPr>
        <p:spPr>
          <a:xfrm>
            <a:off x="274320" y="3429000"/>
            <a:ext cx="2743200" cy="82296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6809" bIns="76809"/>
          <a:lstStyle/>
          <a:p>
            <a:pPr algn="l">
              <a:spcBef>
                <a:spcPts val="0"/>
              </a:spcBef>
              <a:spcAft>
                <a:spcPts val="200"/>
              </a:spcAft>
            </a:pPr>
            <a:r>
              <a:rPr sz="2800" b="0">
                <a:solidFill>
                  <a:srgbClr val="D4FF00"/>
                </a:solidFill>
                <a:latin typeface="Urbanist SemiBold"/>
              </a:rPr>
              <a:t>3 of 3</a:t>
            </a:r>
          </a:p>
          <a:p>
            <a:pPr algn="l">
              <a:spcBef>
                <a:spcPts val="0"/>
              </a:spcBef>
              <a:spcAft>
                <a:spcPts val="0"/>
              </a:spcAft>
            </a:pPr>
            <a:r>
              <a:rPr sz="1200" b="0">
                <a:solidFill>
                  <a:srgbClr val="FFFFFF"/>
                </a:solidFill>
                <a:latin typeface="Urbanist Medium"/>
              </a:rPr>
              <a:t>receipts re-read and verified</a:t>
            </a:r>
          </a:p>
        </p:txBody>
      </p:sp>
      <p:sp>
        <p:nvSpPr>
          <p:cNvPr id="503" name="Rectangle 502"/>
          <p:cNvSpPr/>
          <p:nvPr/>
        </p:nvSpPr>
        <p:spPr>
          <a:xfrm>
            <a:off x="3200400" y="3429000"/>
            <a:ext cx="2743200" cy="82296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6809" bIns="76809"/>
          <a:lstStyle/>
          <a:p>
            <a:pPr algn="l">
              <a:spcBef>
                <a:spcPts val="0"/>
              </a:spcBef>
              <a:spcAft>
                <a:spcPts val="200"/>
              </a:spcAft>
            </a:pPr>
            <a:r>
              <a:rPr sz="2800" b="0">
                <a:solidFill>
                  <a:srgbClr val="D4FF00"/>
                </a:solidFill>
                <a:latin typeface="Urbanist SemiBold"/>
              </a:rPr>
              <a:t>1 strategy</a:t>
            </a:r>
          </a:p>
          <a:p>
            <a:pPr algn="l">
              <a:spcBef>
                <a:spcPts val="0"/>
              </a:spcBef>
              <a:spcAft>
                <a:spcPts val="0"/>
              </a:spcAft>
            </a:pPr>
            <a:r>
              <a:rPr sz="1200" b="0">
                <a:solidFill>
                  <a:srgbClr val="FFFFFF"/>
                </a:solidFill>
                <a:latin typeface="Urbanist Medium"/>
              </a:rPr>
              <a:t>2 measurements, one compose hash</a:t>
            </a:r>
          </a:p>
        </p:txBody>
      </p:sp>
      <p:sp>
        <p:nvSpPr>
          <p:cNvPr id="504" name="Rectangle 503"/>
          <p:cNvSpPr/>
          <p:nvPr/>
        </p:nvSpPr>
        <p:spPr>
          <a:xfrm>
            <a:off x="6126480" y="3429000"/>
            <a:ext cx="2743200" cy="82296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6809" bIns="76809"/>
          <a:lstStyle/>
          <a:p>
            <a:pPr algn="l">
              <a:spcBef>
                <a:spcPts val="0"/>
              </a:spcBef>
              <a:spcAft>
                <a:spcPts val="0"/>
              </a:spcAft>
            </a:pPr>
            <a:r>
              <a:rPr sz="1200" b="0">
                <a:solidFill>
                  <a:srgbClr val="FFFFFF"/>
                </a:solidFill>
                <a:latin typeface="Urbanist Medium"/>
              </a:rPr>
              <a:t>The return marks testnet fills to the mainnet Chainlink price. The receipts are the proof.</a:t>
            </a:r>
          </a:p>
        </p:txBody>
      </p:sp>
      <p:sp>
        <p:nvSpPr>
          <p:cNvPr id="505" name="TextBox 504"/>
          <p:cNvSpPr txBox="1"/>
          <p:nvPr/>
        </p:nvSpPr>
        <p:spPr>
          <a:xfrm>
            <a:off x="274320" y="4334256"/>
            <a:ext cx="8595360" cy="329184"/>
          </a:xfrm>
          <a:prstGeom prst="rect">
            <a:avLst/>
          </a:prstGeom>
          <a:noFill/>
        </p:spPr>
        <p:txBody>
          <a:bodyPr wrap="square" anchor="ctr" lIns="18288" rIns="18288" tIns="12801" bIns="12801">
            <a:spAutoFit/>
          </a:bodyPr>
          <a:lstStyle/>
          <a:p>
            <a:pPr algn="l">
              <a:spcBef>
                <a:spcPts val="0"/>
              </a:spcBef>
              <a:spcAft>
                <a:spcPts val="0"/>
              </a:spcAft>
            </a:pPr>
            <a:r>
              <a:rPr sz="900" b="0">
                <a:solidFill>
                  <a:srgbClr val="00125F"/>
                </a:solidFill>
                <a:latin typeface="Urbanist SemiBold"/>
              </a:rPr>
              <a:t>Source: the Signet app built from web/ in this repository, record read at block 141,782,630 (web/lib/track-record.json); Chainlink RHTSLA/USD 0x4A1166a6...7C38 on chain 4663.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82880"/>
            <a:ext cx="8595360" cy="960120"/>
          </a:xfrm>
        </p:spPr>
        <p:txBody>
          <a:bodyPr wrap="square" anchor="ctr" lIns="45720" rIns="45720" tIns="32003" bIns="32003"/>
          <a:lstStyle/>
          <a:p>
            <a:pPr algn="l">
              <a:spcBef>
                <a:spcPts val="0"/>
              </a:spcBef>
              <a:spcAft>
                <a:spcPts val="0"/>
              </a:spcAft>
            </a:pPr>
            <a:r>
              <a:rPr sz="2800" b="0">
                <a:solidFill>
                  <a:srgbClr val="D4FF00"/>
                </a:solidFill>
                <a:latin typeface="Urbanist SemiBold"/>
              </a:rPr>
              <a:t>Private strategy, public proof</a:t>
            </a:r>
          </a:p>
        </p:txBody>
      </p:sp>
      <p:sp>
        <p:nvSpPr>
          <p:cNvPr id="497" name="Google Shape;497;p45"/>
          <p:cNvSpPr txBox="1"/>
          <p:nvPr>
            <p:ph idx="7" type="subTitle"/>
          </p:nvPr>
        </p:nvSpPr>
        <p:spPr>
          <a:xfrm>
            <a:off x="3154650" y="4675975"/>
            <a:ext cx="2835000" cy="466800"/>
          </a:xfrm>
          <a:prstGeom prst="rect">
            <a:avLst/>
          </a:prstGeom>
        </p:spPr>
        <p:txBody>
          <a:bodyPr anchorCtr="0" anchor="ctr" bIns="0" lIns="0" spcFirstLastPara="1" rIns="0" wrap="square" tIns="0">
            <a:noAutofit/>
          </a:bodyPr>
          <a:lstStyle/>
          <a:p>
            <a:pPr indent="0" lvl="0" marL="0" rtl="0" algn="ctr">
              <a:spcBef>
                <a:spcPts val="0"/>
              </a:spcBef>
              <a:spcAft>
                <a:spcPts val="0"/>
              </a:spcAft>
              <a:buNone/>
            </a:pPr>
            <a:r>
              <a:rPr lang="en"/>
              <a:t>Open House Singapore</a:t>
            </a:r>
            <a:endParaRPr/>
          </a:p>
        </p:txBody>
      </p:sp>
      <p:sp>
        <p:nvSpPr>
          <p:cNvPr id="500" name="Google Shape;500;p45"/>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
        <p:nvSpPr>
          <p:cNvPr id="501" name="Rectangle 500"/>
          <p:cNvSpPr/>
          <p:nvPr/>
        </p:nvSpPr>
        <p:spPr>
          <a:xfrm>
            <a:off x="274320" y="1280160"/>
            <a:ext cx="2743200" cy="297180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spcBef>
                <a:spcPts val="0"/>
              </a:spcBef>
              <a:spcAft>
                <a:spcPts val="200"/>
              </a:spcAft>
            </a:pPr>
            <a:r>
              <a:rPr sz="3600" b="0">
                <a:solidFill>
                  <a:srgbClr val="D4FF00"/>
                </a:solidFill>
                <a:latin typeface="Urbanist SemiBold"/>
              </a:rPr>
              <a:t>Sealed</a:t>
            </a:r>
          </a:p>
          <a:p>
            <a:pPr algn="l">
              <a:spcBef>
                <a:spcPts val="0"/>
              </a:spcBef>
              <a:spcAft>
                <a:spcPts val="600"/>
              </a:spcAft>
            </a:pPr>
            <a:r>
              <a:rPr sz="1700" b="0">
                <a:solidFill>
                  <a:srgbClr val="FFFFFF"/>
                </a:solidFill>
                <a:latin typeface="Urbanist SemiBold"/>
              </a:rPr>
              <a:t>Strategy hash in the measurement</a:t>
            </a:r>
          </a:p>
          <a:p>
            <a:pPr algn="l">
              <a:spcBef>
                <a:spcPts val="0"/>
              </a:spcBef>
              <a:spcAft>
                <a:spcPts val="0"/>
              </a:spcAft>
            </a:pPr>
            <a:r>
              <a:rPr sz="1400" b="0">
                <a:solidFill>
                  <a:srgbClr val="FFFFFF"/>
                </a:solidFill>
                <a:latin typeface="Urbanist Medium"/>
              </a:rPr>
              <a:t>The measured compose pins the strategy's hash and the CVM boots only on a match. The text is sealed config. That CVM is admitted on 46630.</a:t>
            </a:r>
          </a:p>
        </p:txBody>
      </p:sp>
      <p:sp>
        <p:nvSpPr>
          <p:cNvPr id="502" name="Rectangle 501"/>
          <p:cNvSpPr/>
          <p:nvPr/>
        </p:nvSpPr>
        <p:spPr>
          <a:xfrm>
            <a:off x="3200400" y="1280160"/>
            <a:ext cx="2743200" cy="297180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spcBef>
                <a:spcPts val="0"/>
              </a:spcBef>
              <a:spcAft>
                <a:spcPts val="200"/>
              </a:spcAft>
            </a:pPr>
            <a:r>
              <a:rPr sz="3600" b="0">
                <a:solidFill>
                  <a:srgbClr val="D4FF00"/>
                </a:solidFill>
                <a:latin typeface="Urbanist SemiBold"/>
              </a:rPr>
              <a:t>2.37M gas</a:t>
            </a:r>
          </a:p>
          <a:p>
            <a:pPr algn="l">
              <a:spcBef>
                <a:spcPts val="0"/>
              </a:spcBef>
              <a:spcAft>
                <a:spcPts val="600"/>
              </a:spcAft>
            </a:pPr>
            <a:r>
              <a:rPr sz="1700" b="0">
                <a:solidFill>
                  <a:srgbClr val="FFFFFF"/>
                </a:solidFill>
                <a:latin typeface="Urbanist SemiBold"/>
              </a:rPr>
              <a:t>Intel's cert chain in one transaction</a:t>
            </a:r>
          </a:p>
          <a:p>
            <a:pPr algn="l">
              <a:spcBef>
                <a:spcPts val="0"/>
              </a:spcBef>
              <a:spcAft>
                <a:spcPts val="0"/>
              </a:spcAft>
            </a:pPr>
            <a:r>
              <a:rPr sz="1400" b="0">
                <a:solidFill>
                  <a:srgbClr val="FFFFFF"/>
                </a:solidFill>
                <a:latin typeface="Urbanist Medium"/>
              </a:rPr>
              <a:t>A Stylus verifier in Rust walks the Intel certificate chain in the transaction that admits the key.</a:t>
            </a:r>
          </a:p>
        </p:txBody>
      </p:sp>
      <p:sp>
        <p:nvSpPr>
          <p:cNvPr id="503" name="Rectangle 502"/>
          <p:cNvSpPr/>
          <p:nvPr/>
        </p:nvSpPr>
        <p:spPr>
          <a:xfrm>
            <a:off x="6126480" y="1280160"/>
            <a:ext cx="2743200" cy="297180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spcBef>
                <a:spcPts val="0"/>
              </a:spcBef>
              <a:spcAft>
                <a:spcPts val="200"/>
              </a:spcAft>
            </a:pPr>
            <a:r>
              <a:rPr sz="3600" b="0">
                <a:solidFill>
                  <a:srgbClr val="D4FF00"/>
                </a:solidFill>
                <a:latin typeface="Urbanist SemiBold"/>
              </a:rPr>
              <a:t>43 of 43</a:t>
            </a:r>
          </a:p>
          <a:p>
            <a:pPr algn="l">
              <a:spcBef>
                <a:spcPts val="0"/>
              </a:spcBef>
              <a:spcAft>
                <a:spcPts val="600"/>
              </a:spcAft>
            </a:pPr>
            <a:r>
              <a:rPr sz="1700" b="0">
                <a:solidFill>
                  <a:srgbClr val="FFFFFF"/>
                </a:solidFill>
                <a:latin typeface="Urbanist SemiBold"/>
              </a:rPr>
              <a:t>Guard mutants killed in the TCB and QE checks</a:t>
            </a:r>
          </a:p>
          <a:p>
            <a:pPr algn="l">
              <a:spcBef>
                <a:spcPts val="0"/>
              </a:spcBef>
              <a:spcAft>
                <a:spcPts val="0"/>
              </a:spcAft>
            </a:pPr>
            <a:r>
              <a:rPr sz="1400" b="0">
                <a:solidFill>
                  <a:srgbClr val="FFFFFF"/>
                </a:solidFill>
                <a:latin typeface="Urbanist Medium"/>
              </a:rPr>
              <a:t>The verifier crate checks Intel's signed TCB Info, QE Identity and revocation lists on collateral fetched from Intel PCS.</a:t>
            </a:r>
          </a:p>
        </p:txBody>
      </p:sp>
      <p:sp>
        <p:nvSpPr>
          <p:cNvPr id="504" name="TextBox 503"/>
          <p:cNvSpPr txBox="1"/>
          <p:nvPr/>
        </p:nvSpPr>
        <p:spPr>
          <a:xfrm>
            <a:off x="274320" y="4334256"/>
            <a:ext cx="8595360" cy="329184"/>
          </a:xfrm>
          <a:prstGeom prst="rect">
            <a:avLst/>
          </a:prstGeom>
          <a:noFill/>
        </p:spPr>
        <p:txBody>
          <a:bodyPr wrap="square" anchor="ctr" lIns="18288" rIns="18288" tIns="12801" bIns="12801">
            <a:spAutoFit/>
          </a:bodyPr>
          <a:lstStyle/>
          <a:p>
            <a:pPr algn="l">
              <a:spcBef>
                <a:spcPts val="0"/>
              </a:spcBef>
              <a:spcAft>
                <a:spcPts val="0"/>
              </a:spcAft>
            </a:pPr>
            <a:r>
              <a:rPr sz="900" b="0">
                <a:solidFill>
                  <a:srgbClr val="00125F"/>
                </a:solidFill>
                <a:latin typeface="Urbanist SemiBold"/>
              </a:rPr>
              <a:t>Sources: 2,371,819 gas by cast estimate on chain 46630 (docs/ENGINEERING.md); verifier/MUTATIONS.md; strategy commitment: agent/src/strategy.ts, agent-cvm/deployments/2026-10-24.json, registerAgent tx 0x5fdc4acb...965c.</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82880"/>
            <a:ext cx="8595360" cy="960120"/>
          </a:xfrm>
        </p:spPr>
        <p:txBody>
          <a:bodyPr wrap="square" anchor="ctr" lIns="45720" rIns="45720" tIns="32003" bIns="32003"/>
          <a:lstStyle/>
          <a:p>
            <a:pPr algn="l">
              <a:spcBef>
                <a:spcPts val="0"/>
              </a:spcBef>
              <a:spcAft>
                <a:spcPts val="0"/>
              </a:spcAft>
            </a:pPr>
            <a:r>
              <a:rPr sz="2800" b="0">
                <a:solidFill>
                  <a:srgbClr val="D4FF00"/>
                </a:solidFill>
                <a:latin typeface="Urbanist SemiBold"/>
              </a:rPr>
              <a:t>351 tests and 122 killed mutants guard the follower's account</a:t>
            </a:r>
          </a:p>
        </p:txBody>
      </p:sp>
      <p:sp>
        <p:nvSpPr>
          <p:cNvPr id="497" name="Google Shape;497;p45"/>
          <p:cNvSpPr txBox="1"/>
          <p:nvPr>
            <p:ph idx="7" type="subTitle"/>
          </p:nvPr>
        </p:nvSpPr>
        <p:spPr>
          <a:xfrm>
            <a:off x="3154650" y="4675975"/>
            <a:ext cx="2835000" cy="466800"/>
          </a:xfrm>
          <a:prstGeom prst="rect">
            <a:avLst/>
          </a:prstGeom>
        </p:spPr>
        <p:txBody>
          <a:bodyPr anchorCtr="0" anchor="ctr" bIns="0" lIns="0" spcFirstLastPara="1" rIns="0" wrap="square" tIns="0">
            <a:noAutofit/>
          </a:bodyPr>
          <a:lstStyle/>
          <a:p>
            <a:pPr indent="0" lvl="0" marL="0" rtl="0" algn="ctr">
              <a:spcBef>
                <a:spcPts val="0"/>
              </a:spcBef>
              <a:spcAft>
                <a:spcPts val="0"/>
              </a:spcAft>
              <a:buNone/>
            </a:pPr>
            <a:r>
              <a:rPr lang="en"/>
              <a:t>Open House Singapore</a:t>
            </a:r>
            <a:endParaRPr/>
          </a:p>
        </p:txBody>
      </p:sp>
      <p:sp>
        <p:nvSpPr>
          <p:cNvPr id="500" name="Google Shape;500;p45"/>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
        <p:nvSpPr>
          <p:cNvPr id="501" name="Rectangle 500"/>
          <p:cNvSpPr/>
          <p:nvPr/>
        </p:nvSpPr>
        <p:spPr>
          <a:xfrm>
            <a:off x="274320" y="1280160"/>
            <a:ext cx="2084831" cy="109728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6809" bIns="76809"/>
          <a:lstStyle/>
          <a:p>
            <a:pPr algn="l">
              <a:spcBef>
                <a:spcPts val="0"/>
              </a:spcBef>
              <a:spcAft>
                <a:spcPts val="200"/>
              </a:spcAft>
            </a:pPr>
            <a:r>
              <a:rPr sz="3000" b="0">
                <a:solidFill>
                  <a:srgbClr val="D4FF00"/>
                </a:solidFill>
                <a:latin typeface="Urbanist SemiBold"/>
              </a:rPr>
              <a:t>351</a:t>
            </a:r>
          </a:p>
          <a:p>
            <a:pPr algn="l">
              <a:spcBef>
                <a:spcPts val="0"/>
              </a:spcBef>
              <a:spcAft>
                <a:spcPts val="0"/>
              </a:spcAft>
            </a:pPr>
            <a:r>
              <a:rPr sz="1200" b="0">
                <a:solidFill>
                  <a:srgbClr val="FFFFFF"/>
                </a:solidFill>
                <a:latin typeface="Urbanist Medium"/>
              </a:rPr>
              <a:t>forge tests, 25 suites</a:t>
            </a:r>
          </a:p>
        </p:txBody>
      </p:sp>
      <p:sp>
        <p:nvSpPr>
          <p:cNvPr id="502" name="Rectangle 501"/>
          <p:cNvSpPr/>
          <p:nvPr/>
        </p:nvSpPr>
        <p:spPr>
          <a:xfrm>
            <a:off x="2450591" y="1280160"/>
            <a:ext cx="2084831" cy="109728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6809" bIns="76809"/>
          <a:lstStyle/>
          <a:p>
            <a:pPr algn="l">
              <a:spcBef>
                <a:spcPts val="0"/>
              </a:spcBef>
              <a:spcAft>
                <a:spcPts val="200"/>
              </a:spcAft>
            </a:pPr>
            <a:r>
              <a:rPr sz="3000" b="0">
                <a:solidFill>
                  <a:srgbClr val="D4FF00"/>
                </a:solidFill>
                <a:latin typeface="Urbanist SemiBold"/>
              </a:rPr>
              <a:t>122 / 123</a:t>
            </a:r>
          </a:p>
          <a:p>
            <a:pPr algn="l">
              <a:spcBef>
                <a:spcPts val="0"/>
              </a:spcBef>
              <a:spcAft>
                <a:spcPts val="0"/>
              </a:spcAft>
            </a:pPr>
            <a:r>
              <a:rPr sz="1200" b="0">
                <a:solidFill>
                  <a:srgbClr val="FFFFFF"/>
                </a:solidFill>
                <a:latin typeface="Urbanist Medium"/>
              </a:rPr>
              <a:t>AgentAccount guard mutants killed</a:t>
            </a:r>
          </a:p>
        </p:txBody>
      </p:sp>
      <p:sp>
        <p:nvSpPr>
          <p:cNvPr id="503" name="Rectangle 502"/>
          <p:cNvSpPr/>
          <p:nvPr/>
        </p:nvSpPr>
        <p:spPr>
          <a:xfrm>
            <a:off x="4626864" y="1280160"/>
            <a:ext cx="2084831" cy="109728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6809" bIns="76809"/>
          <a:lstStyle/>
          <a:p>
            <a:pPr algn="l">
              <a:spcBef>
                <a:spcPts val="0"/>
              </a:spcBef>
              <a:spcAft>
                <a:spcPts val="200"/>
              </a:spcAft>
            </a:pPr>
            <a:r>
              <a:rPr sz="3000" b="0">
                <a:solidFill>
                  <a:srgbClr val="D4FF00"/>
                </a:solidFill>
                <a:latin typeface="Urbanist SemiBold"/>
              </a:rPr>
              <a:t>31 / 31</a:t>
            </a:r>
          </a:p>
          <a:p>
            <a:pPr algn="l">
              <a:spcBef>
                <a:spcPts val="0"/>
              </a:spcBef>
              <a:spcAft>
                <a:spcPts val="0"/>
              </a:spcAft>
            </a:pPr>
            <a:r>
              <a:rPr sz="1200" b="0">
                <a:solidFill>
                  <a:srgbClr val="FFFFFF"/>
                </a:solidFill>
                <a:latin typeface="Urbanist Medium"/>
              </a:rPr>
              <a:t>Assay gate guards killed</a:t>
            </a:r>
          </a:p>
        </p:txBody>
      </p:sp>
      <p:sp>
        <p:nvSpPr>
          <p:cNvPr id="504" name="Rectangle 503"/>
          <p:cNvSpPr/>
          <p:nvPr/>
        </p:nvSpPr>
        <p:spPr>
          <a:xfrm>
            <a:off x="6803136" y="1280160"/>
            <a:ext cx="2084831" cy="109728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6809" bIns="76809"/>
          <a:lstStyle/>
          <a:p>
            <a:pPr algn="l">
              <a:spcBef>
                <a:spcPts val="0"/>
              </a:spcBef>
              <a:spcAft>
                <a:spcPts val="200"/>
              </a:spcAft>
            </a:pPr>
            <a:r>
              <a:rPr sz="3000" b="0">
                <a:solidFill>
                  <a:srgbClr val="D4FF00"/>
                </a:solidFill>
                <a:latin typeface="Urbanist SemiBold"/>
              </a:rPr>
              <a:t>85</a:t>
            </a:r>
          </a:p>
          <a:p>
            <a:pPr algn="l">
              <a:spcBef>
                <a:spcPts val="0"/>
              </a:spcBef>
              <a:spcAft>
                <a:spcPts val="0"/>
              </a:spcAft>
            </a:pPr>
            <a:r>
              <a:rPr sz="1200" b="0">
                <a:solidFill>
                  <a:srgbClr val="FFFFFF"/>
                </a:solidFill>
                <a:latin typeface="Urbanist Medium"/>
              </a:rPr>
              <a:t>Rust tests across both verifiers</a:t>
            </a:r>
          </a:p>
        </p:txBody>
      </p:sp>
      <p:sp>
        <p:nvSpPr>
          <p:cNvPr id="505" name="Rectangle 504"/>
          <p:cNvSpPr/>
          <p:nvPr/>
        </p:nvSpPr>
        <p:spPr>
          <a:xfrm>
            <a:off x="274320" y="2514600"/>
            <a:ext cx="4206240" cy="173736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89611" bIns="89611"/>
          <a:lstStyle/>
          <a:p>
            <a:pPr algn="l">
              <a:spcBef>
                <a:spcPts val="0"/>
              </a:spcBef>
              <a:spcAft>
                <a:spcPts val="300"/>
              </a:spcAft>
            </a:pPr>
            <a:r>
              <a:rPr sz="1300" b="0">
                <a:solidFill>
                  <a:srgbClr val="D4FF00"/>
                </a:solidFill>
                <a:latin typeface="Urbanist SemiBold"/>
              </a:rPr>
              <a:t>ROLES</a:t>
            </a:r>
          </a:p>
          <a:p>
            <a:pPr algn="l">
              <a:spcBef>
                <a:spcPts val="0"/>
              </a:spcBef>
              <a:spcAft>
                <a:spcPts val="300"/>
              </a:spcAft>
            </a:pPr>
            <a:r>
              <a:rPr sz="1300" b="0">
                <a:solidFill>
                  <a:srgbClr val="FFFFFF"/>
                </a:solidFill>
                <a:latin typeface="Urbanist SemiBold"/>
              </a:rPr>
              <a:t>Owner (follower): </a:t>
            </a:r>
            <a:r>
              <a:rPr sz="1300" b="0">
                <a:solidFill>
                  <a:srgbClr val="FFFFFF"/>
                </a:solidFill>
                <a:latin typeface="Urbanist Medium"/>
              </a:rPr>
              <a:t>approves a measurement, sets caps, pools and the model pin, pauses, revokes, withdraws. Two-step ownership.</a:t>
            </a:r>
          </a:p>
          <a:p>
            <a:pPr algn="l">
              <a:spcBef>
                <a:spcPts val="0"/>
              </a:spcBef>
              <a:spcAft>
                <a:spcPts val="300"/>
              </a:spcAft>
            </a:pPr>
            <a:r>
              <a:rPr sz="1300" b="0">
                <a:solidFill>
                  <a:srgbClr val="FFFFFF"/>
                </a:solidFill>
                <a:latin typeface="Urbanist SemiBold"/>
              </a:rPr>
              <a:t>Agent key: </a:t>
            </a:r>
            <a:r>
              <a:rPr sz="1300" b="0">
                <a:solidFill>
                  <a:srgbClr val="FFFFFF"/>
                </a:solidFill>
                <a:latin typeface="Urbanist Medium"/>
              </a:rPr>
              <a:t>calls execute with a receipt. Can never become owner.</a:t>
            </a:r>
          </a:p>
          <a:p>
            <a:pPr algn="l">
              <a:spcBef>
                <a:spcPts val="0"/>
              </a:spcBef>
              <a:spcAft>
                <a:spcPts val="0"/>
              </a:spcAft>
            </a:pPr>
            <a:r>
              <a:rPr sz="1300" b="0">
                <a:solidFill>
                  <a:srgbClr val="FFFFFF"/>
                </a:solidFill>
                <a:latin typeface="Urbanist SemiBold"/>
              </a:rPr>
              <a:t>Stylus verifiers: </a:t>
            </a:r>
            <a:r>
              <a:rPr sz="1300" b="0">
                <a:solidFill>
                  <a:srgbClr val="FFFFFF"/>
                </a:solidFill>
                <a:latin typeface="Urbanist Medium"/>
              </a:rPr>
              <a:t>admit the key, check the receipt.</a:t>
            </a:r>
          </a:p>
        </p:txBody>
      </p:sp>
      <p:sp>
        <p:nvSpPr>
          <p:cNvPr id="506" name="Rectangle 505"/>
          <p:cNvSpPr/>
          <p:nvPr/>
        </p:nvSpPr>
        <p:spPr>
          <a:xfrm>
            <a:off x="4663440" y="2514600"/>
            <a:ext cx="4206240" cy="173736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89611" bIns="89611"/>
          <a:lstStyle/>
          <a:p>
            <a:pPr algn="l">
              <a:spcBef>
                <a:spcPts val="0"/>
              </a:spcBef>
              <a:spcAft>
                <a:spcPts val="300"/>
              </a:spcAft>
            </a:pPr>
            <a:r>
              <a:rPr sz="1300" b="0">
                <a:solidFill>
                  <a:srgbClr val="D4FF00"/>
                </a:solidFill>
                <a:latin typeface="Urbanist SemiBold"/>
              </a:rPr>
              <a:t>GUARDS ENFORCED IN THE SWAP</a:t>
            </a:r>
          </a:p>
          <a:p>
            <a:pPr algn="l">
              <a:spcBef>
                <a:spcPts val="0"/>
              </a:spcBef>
              <a:spcAft>
                <a:spcPts val="300"/>
              </a:spcAft>
            </a:pPr>
            <a:r>
              <a:rPr sz="1300" b="0">
                <a:solidFill>
                  <a:srgbClr val="FFFFFF"/>
                </a:solidFill>
                <a:latin typeface="Urbanist Medium"/>
              </a:rPr>
              <a:t>Per-trade cap, rolling 24-hour cap, owner approval above a threshold</a:t>
            </a:r>
          </a:p>
          <a:p>
            <a:pPr algn="l">
              <a:spcBef>
                <a:spcPts val="0"/>
              </a:spcBef>
              <a:spcAft>
                <a:spcPts val="300"/>
              </a:spcAft>
            </a:pPr>
            <a:r>
              <a:rPr sz="1300" b="0">
                <a:solidFill>
                  <a:srgbClr val="FFFFFF"/>
                </a:solidFill>
                <a:latin typeface="Urbanist Medium"/>
              </a:rPr>
              <a:t>Canonical Uniswap v4 pools only, settled by balance delta</a:t>
            </a:r>
          </a:p>
          <a:p>
            <a:pPr algn="l">
              <a:spcBef>
                <a:spcPts val="0"/>
              </a:spcBef>
              <a:spcAft>
                <a:spcPts val="0"/>
              </a:spcAft>
            </a:pPr>
            <a:r>
              <a:rPr sz="1300" b="0">
                <a:solidFill>
                  <a:srgbClr val="FFFFFF"/>
                </a:solidFill>
                <a:latin typeface="Urbanist Medium"/>
              </a:rPr>
              <a:t>ERC-8056 corporate-action guard; unapprove revokes in the same transaction</a:t>
            </a:r>
          </a:p>
        </p:txBody>
      </p:sp>
      <p:sp>
        <p:nvSpPr>
          <p:cNvPr id="507" name="TextBox 506"/>
          <p:cNvSpPr txBox="1"/>
          <p:nvPr/>
        </p:nvSpPr>
        <p:spPr>
          <a:xfrm>
            <a:off x="274320" y="4334256"/>
            <a:ext cx="8595360" cy="329184"/>
          </a:xfrm>
          <a:prstGeom prst="rect">
            <a:avLst/>
          </a:prstGeom>
          <a:noFill/>
        </p:spPr>
        <p:txBody>
          <a:bodyPr wrap="square" anchor="ctr" lIns="18288" rIns="18288" tIns="12801" bIns="12801">
            <a:spAutoFit/>
          </a:bodyPr>
          <a:lstStyle/>
          <a:p>
            <a:pPr algn="l">
              <a:spcBef>
                <a:spcPts val="0"/>
              </a:spcBef>
              <a:spcAft>
                <a:spcPts val="0"/>
              </a:spcAft>
            </a:pPr>
            <a:r>
              <a:rPr sz="900" b="0">
                <a:solidFill>
                  <a:srgbClr val="00125F"/>
                </a:solidFill>
                <a:latin typeface="Urbanist SemiBold"/>
              </a:rPr>
              <a:t>forge test -j 1 on the integrated tree: 351 passed, 0 failed, 25 suites (docs/test-logs/forge-test-signet-2026-10-24.log). cargo test --release: verifier 67, receipt-verifier 18. docs/SECURITY.md, docs/security/agent-account-mutations.md.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82880"/>
            <a:ext cx="8595360" cy="960120"/>
          </a:xfrm>
        </p:spPr>
        <p:txBody>
          <a:bodyPr wrap="square" anchor="ctr" lIns="45720" rIns="45720" tIns="32003" bIns="32003"/>
          <a:lstStyle/>
          <a:p>
            <a:pPr algn="l">
              <a:spcBef>
                <a:spcPts val="0"/>
              </a:spcBef>
              <a:spcAft>
                <a:spcPts val="0"/>
              </a:spcAft>
            </a:pPr>
            <a:r>
              <a:rPr sz="2800" b="0">
                <a:solidFill>
                  <a:srgbClr val="D4FF00"/>
                </a:solidFill>
                <a:latin typeface="Urbanist SemiBold"/>
              </a:rPr>
              <a:t>Named creators already publish returns and keep the strategy sealed</a:t>
            </a:r>
          </a:p>
        </p:txBody>
      </p:sp>
      <p:sp>
        <p:nvSpPr>
          <p:cNvPr id="497" name="Google Shape;497;p45"/>
          <p:cNvSpPr txBox="1"/>
          <p:nvPr>
            <p:ph idx="7" type="subTitle"/>
          </p:nvPr>
        </p:nvSpPr>
        <p:spPr>
          <a:xfrm>
            <a:off x="3154650" y="4675975"/>
            <a:ext cx="2835000" cy="466800"/>
          </a:xfrm>
          <a:prstGeom prst="rect">
            <a:avLst/>
          </a:prstGeom>
        </p:spPr>
        <p:txBody>
          <a:bodyPr anchorCtr="0" anchor="ctr" bIns="0" lIns="0" spcFirstLastPara="1" rIns="0" wrap="square" tIns="0">
            <a:noAutofit/>
          </a:bodyPr>
          <a:lstStyle/>
          <a:p>
            <a:pPr indent="0" lvl="0" marL="0" rtl="0" algn="ctr">
              <a:spcBef>
                <a:spcPts val="0"/>
              </a:spcBef>
              <a:spcAft>
                <a:spcPts val="0"/>
              </a:spcAft>
              <a:buNone/>
            </a:pPr>
            <a:r>
              <a:rPr lang="en"/>
              <a:t>Open House Singapore</a:t>
            </a:r>
            <a:endParaRPr/>
          </a:p>
        </p:txBody>
      </p:sp>
      <p:sp>
        <p:nvSpPr>
          <p:cNvPr id="500" name="Google Shape;500;p45"/>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
        <p:nvSpPr>
          <p:cNvPr id="501" name="Rectangle 500"/>
          <p:cNvSpPr/>
          <p:nvPr/>
        </p:nvSpPr>
        <p:spPr>
          <a:xfrm>
            <a:off x="274320" y="1280160"/>
            <a:ext cx="4023360" cy="137160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6012" bIns="96012"/>
          <a:lstStyle/>
          <a:p>
            <a:pPr algn="l">
              <a:spcBef>
                <a:spcPts val="0"/>
              </a:spcBef>
              <a:spcAft>
                <a:spcPts val="400"/>
              </a:spcAft>
            </a:pPr>
            <a:r>
              <a:rPr sz="1500" b="0">
                <a:solidFill>
                  <a:srgbClr val="FFFFFF"/>
                </a:solidFill>
                <a:latin typeface="Urbanist SemiBold"/>
              </a:rPr>
              <a:t>“If someone shows you a PnL, but not the thinking behind it, where's the credibility?”</a:t>
            </a:r>
          </a:p>
          <a:p>
            <a:pPr algn="l">
              <a:spcBef>
                <a:spcPts val="0"/>
              </a:spcBef>
              <a:spcAft>
                <a:spcPts val="0"/>
              </a:spcAft>
            </a:pPr>
            <a:r>
              <a:rPr sz="1100" b="0">
                <a:solidFill>
                  <a:srgbClr val="D4FF00"/>
                </a:solidFill>
                <a:latin typeface="Urbanist SemiBold"/>
              </a:rPr>
              <a:t>@KillaXBT, 239,232 followers, 2025-12-08</a:t>
            </a:r>
          </a:p>
        </p:txBody>
      </p:sp>
      <p:sp>
        <p:nvSpPr>
          <p:cNvPr id="502" name="Rectangle 501"/>
          <p:cNvSpPr/>
          <p:nvPr/>
        </p:nvSpPr>
        <p:spPr>
          <a:xfrm>
            <a:off x="274320" y="2788920"/>
            <a:ext cx="4023360" cy="146304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6012" bIns="96012"/>
          <a:lstStyle/>
          <a:p>
            <a:pPr algn="l">
              <a:spcBef>
                <a:spcPts val="0"/>
              </a:spcBef>
              <a:spcAft>
                <a:spcPts val="300"/>
              </a:spcAft>
            </a:pPr>
            <a:r>
              <a:rPr sz="1300" b="0">
                <a:solidFill>
                  <a:srgbClr val="D4FF00"/>
                </a:solidFill>
                <a:latin typeface="Urbanist SemiBold"/>
              </a:rPr>
              <a:t>ARCANA</a:t>
            </a:r>
          </a:p>
          <a:p>
            <a:pPr algn="l">
              <a:spcBef>
                <a:spcPts val="0"/>
              </a:spcBef>
              <a:spcAft>
                <a:spcPts val="0"/>
              </a:spcAft>
            </a:pPr>
            <a:r>
              <a:rPr sz="1400" b="0">
                <a:solidFill>
                  <a:srgbClr val="FFFFFF"/>
                </a:solidFill>
                <a:latin typeface="Urbanist Medium"/>
              </a:rPr>
              <a:t>40 creators and 51 agents compete on Robinhood Chain. The leaderboard host we ask to add a measurement column.</a:t>
            </a:r>
          </a:p>
        </p:txBody>
      </p:sp>
      <p:sp>
        <p:nvSpPr>
          <p:cNvPr id="503" name="Rectangle 502"/>
          <p:cNvSpPr/>
          <p:nvPr/>
        </p:nvSpPr>
        <p:spPr>
          <a:xfrm>
            <a:off x="4480560" y="1280160"/>
            <a:ext cx="4389120" cy="297180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spcBef>
                <a:spcPts val="0"/>
              </a:spcBef>
              <a:spcAft>
                <a:spcPts val="400"/>
              </a:spcAft>
            </a:pPr>
            <a:r>
              <a:rPr sz="1300" b="0">
                <a:solidFill>
                  <a:srgbClr val="D4FF00"/>
                </a:solidFill>
                <a:latin typeface="Urbanist SemiBold"/>
              </a:rPr>
              <a:t>FIRST TARGETS</a:t>
            </a:r>
          </a:p>
          <a:p>
            <a:pPr algn="l">
              <a:spcBef>
                <a:spcPts val="0"/>
              </a:spcBef>
              <a:spcAft>
                <a:spcPts val="0"/>
              </a:spcAft>
            </a:pPr>
            <a:r>
              <a:rPr sz="1400" b="0">
                <a:solidFill>
                  <a:srgbClr val="D4FF00"/>
                </a:solidFill>
                <a:latin typeface="Urbanist SemiBold"/>
              </a:rPr>
              <a:t>@DeployFinance</a:t>
            </a:r>
            <a:r>
              <a:rPr sz="1200" b="0">
                <a:solidFill>
                  <a:srgbClr val="FFFFFF"/>
                </a:solidFill>
                <a:latin typeface="Urbanist SemiBold"/>
              </a:rPr>
              <a:t>  7,295</a:t>
            </a:r>
          </a:p>
          <a:p>
            <a:pPr algn="l">
              <a:spcBef>
                <a:spcPts val="0"/>
              </a:spcBef>
              <a:spcAft>
                <a:spcPts val="500"/>
              </a:spcAft>
            </a:pPr>
            <a:r>
              <a:rPr sz="1300" b="0">
                <a:solidFill>
                  <a:srgbClr val="FFFFFF"/>
                </a:solidFill>
                <a:latin typeface="Urbanist Medium"/>
              </a:rPr>
              <a:t>$100,000 agent wallet, 70 days</a:t>
            </a:r>
          </a:p>
          <a:p>
            <a:pPr algn="l">
              <a:spcBef>
                <a:spcPts val="0"/>
              </a:spcBef>
              <a:spcAft>
                <a:spcPts val="0"/>
              </a:spcAft>
            </a:pPr>
            <a:r>
              <a:rPr sz="1400" b="0">
                <a:solidFill>
                  <a:srgbClr val="D4FF00"/>
                </a:solidFill>
                <a:latin typeface="Urbanist SemiBold"/>
              </a:rPr>
              <a:t>@GrowiHF</a:t>
            </a:r>
            <a:r>
              <a:rPr sz="1200" b="0">
                <a:solidFill>
                  <a:srgbClr val="FFFFFF"/>
                </a:solidFill>
                <a:latin typeface="Urbanist SemiBold"/>
              </a:rPr>
              <a:t>  1,592</a:t>
            </a:r>
          </a:p>
          <a:p>
            <a:pPr algn="l">
              <a:spcBef>
                <a:spcPts val="0"/>
              </a:spcBef>
              <a:spcAft>
                <a:spcPts val="500"/>
              </a:spcAft>
            </a:pPr>
            <a:r>
              <a:rPr sz="1300" b="0">
                <a:solidFill>
                  <a:srgbClr val="FFFFFF"/>
                </a:solidFill>
                <a:latin typeface="Urbanist Medium"/>
              </a:rPr>
              <a:t>vault at +$2.94M all-time PnL, strategy undisclosed</a:t>
            </a:r>
          </a:p>
          <a:p>
            <a:pPr algn="l">
              <a:spcBef>
                <a:spcPts val="0"/>
              </a:spcBef>
              <a:spcAft>
                <a:spcPts val="0"/>
              </a:spcAft>
            </a:pPr>
            <a:r>
              <a:rPr sz="1400" b="0">
                <a:solidFill>
                  <a:srgbClr val="D4FF00"/>
                </a:solidFill>
                <a:latin typeface="Urbanist SemiBold"/>
              </a:rPr>
              <a:t>@HarmonicAgents</a:t>
            </a:r>
            <a:r>
              <a:rPr sz="1200" b="0">
                <a:solidFill>
                  <a:srgbClr val="FFFFFF"/>
                </a:solidFill>
                <a:latin typeface="Urbanist SemiBold"/>
              </a:rPr>
              <a:t>  2,502</a:t>
            </a:r>
          </a:p>
          <a:p>
            <a:pPr algn="l">
              <a:spcBef>
                <a:spcPts val="0"/>
              </a:spcBef>
              <a:spcAft>
                <a:spcPts val="500"/>
              </a:spcAft>
            </a:pPr>
            <a:r>
              <a:rPr sz="1300" b="0">
                <a:solidFill>
                  <a:srgbClr val="FFFFFF"/>
                </a:solidFill>
                <a:latin typeface="Urbanist Medium"/>
              </a:rPr>
              <a:t>posts Stock Token pool volume</a:t>
            </a:r>
          </a:p>
          <a:p>
            <a:pPr algn="l">
              <a:spcBef>
                <a:spcPts val="0"/>
              </a:spcBef>
              <a:spcAft>
                <a:spcPts val="0"/>
              </a:spcAft>
            </a:pPr>
            <a:r>
              <a:rPr sz="1400" b="0">
                <a:solidFill>
                  <a:srgbClr val="D4FF00"/>
                </a:solidFill>
                <a:latin typeface="Urbanist SemiBold"/>
              </a:rPr>
              <a:t>@OxSimpleFarmer</a:t>
            </a:r>
            <a:r>
              <a:rPr sz="1200" b="0">
                <a:solidFill>
                  <a:srgbClr val="FFFFFF"/>
                </a:solidFill>
                <a:latin typeface="Urbanist SemiBold"/>
              </a:rPr>
              <a:t>  28,443</a:t>
            </a:r>
          </a:p>
          <a:p>
            <a:pPr algn="l">
              <a:spcBef>
                <a:spcPts val="0"/>
              </a:spcBef>
              <a:spcAft>
                <a:spcPts val="500"/>
              </a:spcAft>
            </a:pPr>
            <a:r>
              <a:rPr sz="1300" b="0">
                <a:solidFill>
                  <a:srgbClr val="FFFFFF"/>
                </a:solidFill>
                <a:latin typeface="Urbanist Medium"/>
              </a:rPr>
              <a:t>Stock Token LP bots, 5-15% APY claimed</a:t>
            </a:r>
          </a:p>
          <a:p>
            <a:pPr algn="l">
              <a:spcBef>
                <a:spcPts val="0"/>
              </a:spcBef>
              <a:spcAft>
                <a:spcPts val="0"/>
              </a:spcAft>
            </a:pPr>
            <a:r>
              <a:rPr sz="1400" b="0">
                <a:solidFill>
                  <a:srgbClr val="D4FF00"/>
                </a:solidFill>
                <a:latin typeface="Urbanist SemiBold"/>
              </a:rPr>
              <a:t>@senpi_ai</a:t>
            </a:r>
            <a:r>
              <a:rPr sz="1200" b="0">
                <a:solidFill>
                  <a:srgbClr val="FFFFFF"/>
                </a:solidFill>
                <a:latin typeface="Urbanist SemiBold"/>
              </a:rPr>
              <a:t>  14,741</a:t>
            </a:r>
          </a:p>
          <a:p>
            <a:pPr algn="l">
              <a:spcBef>
                <a:spcPts val="0"/>
              </a:spcBef>
              <a:spcAft>
                <a:spcPts val="500"/>
              </a:spcAft>
            </a:pPr>
            <a:r>
              <a:rPr sz="1300" b="0">
                <a:solidFill>
                  <a:srgbClr val="FFFFFF"/>
                </a:solidFill>
                <a:latin typeface="Urbanist Medium"/>
              </a:rPr>
              <a:t>114 strategy templates</a:t>
            </a:r>
          </a:p>
        </p:txBody>
      </p:sp>
      <p:sp>
        <p:nvSpPr>
          <p:cNvPr id="504" name="TextBox 503"/>
          <p:cNvSpPr txBox="1"/>
          <p:nvPr/>
        </p:nvSpPr>
        <p:spPr>
          <a:xfrm>
            <a:off x="274320" y="4334256"/>
            <a:ext cx="8595360" cy="329184"/>
          </a:xfrm>
          <a:prstGeom prst="rect">
            <a:avLst/>
          </a:prstGeom>
          <a:noFill/>
        </p:spPr>
        <p:txBody>
          <a:bodyPr wrap="square" anchor="ctr" lIns="18288" rIns="18288" tIns="12801" bIns="12801">
            <a:spAutoFit/>
          </a:bodyPr>
          <a:lstStyle/>
          <a:p>
            <a:pPr algn="l">
              <a:spcBef>
                <a:spcPts val="0"/>
              </a:spcBef>
              <a:spcAft>
                <a:spcPts val="0"/>
              </a:spcAft>
            </a:pPr>
            <a:r>
              <a:rPr sz="900" b="0">
                <a:solidFill>
                  <a:srgbClr val="00125F"/>
                </a:solidFill>
                <a:latin typeface="Urbanist SemiBold"/>
              </a:rPr>
              <a:t>Sources: gtm/USERS.md rows 1, 2, 3, 8, 10, 13 (followers per fxtwitter 2026-10-24; arcana-arena.com block 95,182,673; Hyperliquid vaultDetails 2026-10-24); quote gtm/signals.md row 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82880"/>
            <a:ext cx="8595360" cy="960120"/>
          </a:xfrm>
        </p:spPr>
        <p:txBody>
          <a:bodyPr wrap="square" anchor="ctr" lIns="45720" rIns="45720" tIns="32003" bIns="32003"/>
          <a:lstStyle/>
          <a:p>
            <a:pPr algn="l">
              <a:spcBef>
                <a:spcPts val="0"/>
              </a:spcBef>
              <a:spcAft>
                <a:spcPts val="0"/>
              </a:spcAft>
            </a:pPr>
            <a:r>
              <a:rPr sz="2800" b="0">
                <a:solidFill>
                  <a:srgbClr val="D4FF00"/>
                </a:solidFill>
                <a:latin typeface="Urbanist SemiBold"/>
              </a:rPr>
              <a:t>Creators earn on new profit. Followers pay for the code they approved.</a:t>
            </a:r>
          </a:p>
        </p:txBody>
      </p:sp>
      <p:sp>
        <p:nvSpPr>
          <p:cNvPr id="497" name="Google Shape;497;p45"/>
          <p:cNvSpPr txBox="1"/>
          <p:nvPr>
            <p:ph idx="7" type="subTitle"/>
          </p:nvPr>
        </p:nvSpPr>
        <p:spPr>
          <a:xfrm>
            <a:off x="3154650" y="4675975"/>
            <a:ext cx="2835000" cy="466800"/>
          </a:xfrm>
          <a:prstGeom prst="rect">
            <a:avLst/>
          </a:prstGeom>
        </p:spPr>
        <p:txBody>
          <a:bodyPr anchorCtr="0" anchor="ctr" bIns="0" lIns="0" spcFirstLastPara="1" rIns="0" wrap="square" tIns="0">
            <a:noAutofit/>
          </a:bodyPr>
          <a:lstStyle/>
          <a:p>
            <a:pPr indent="0" lvl="0" marL="0" rtl="0" algn="ctr">
              <a:spcBef>
                <a:spcPts val="0"/>
              </a:spcBef>
              <a:spcAft>
                <a:spcPts val="0"/>
              </a:spcAft>
              <a:buNone/>
            </a:pPr>
            <a:r>
              <a:rPr lang="en"/>
              <a:t>Open House Singapore</a:t>
            </a:r>
            <a:endParaRPr/>
          </a:p>
        </p:txBody>
      </p:sp>
      <p:sp>
        <p:nvSpPr>
          <p:cNvPr id="500" name="Google Shape;500;p45"/>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
        <p:nvSpPr>
          <p:cNvPr id="501" name="Rectangle 500"/>
          <p:cNvSpPr/>
          <p:nvPr/>
        </p:nvSpPr>
        <p:spPr>
          <a:xfrm>
            <a:off x="274320" y="1280160"/>
            <a:ext cx="4206240" cy="169164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spcBef>
                <a:spcPts val="0"/>
              </a:spcBef>
              <a:spcAft>
                <a:spcPts val="300"/>
              </a:spcAft>
            </a:pPr>
            <a:r>
              <a:rPr sz="1300" b="0">
                <a:solidFill>
                  <a:srgbClr val="D4FF00"/>
                </a:solidFill>
                <a:latin typeface="Urbanist SemiBold"/>
              </a:rPr>
              <a:t>CREATOR PERFORMANCE FEE</a:t>
            </a:r>
          </a:p>
          <a:p>
            <a:pPr algn="l">
              <a:spcBef>
                <a:spcPts val="0"/>
              </a:spcBef>
              <a:spcAft>
                <a:spcPts val="0"/>
              </a:spcAft>
            </a:pPr>
            <a:r>
              <a:rPr sz="2000" b="0">
                <a:solidFill>
                  <a:srgbClr val="FFFFFF"/>
                </a:solidFill>
                <a:latin typeface="Urbanist SemiBold"/>
              </a:rPr>
              <a:t>A share of profit above the follower's high-water mark, so a creator is paid only for new profit.</a:t>
            </a:r>
          </a:p>
        </p:txBody>
      </p:sp>
      <p:sp>
        <p:nvSpPr>
          <p:cNvPr id="502" name="Rectangle 501"/>
          <p:cNvSpPr/>
          <p:nvPr/>
        </p:nvSpPr>
        <p:spPr>
          <a:xfrm>
            <a:off x="4663440" y="1280160"/>
            <a:ext cx="4206240" cy="169164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spcBef>
                <a:spcPts val="0"/>
              </a:spcBef>
              <a:spcAft>
                <a:spcPts val="300"/>
              </a:spcAft>
            </a:pPr>
            <a:r>
              <a:rPr sz="1300" b="0">
                <a:solidFill>
                  <a:srgbClr val="D4FF00"/>
                </a:solidFill>
                <a:latin typeface="Urbanist SemiBold"/>
              </a:rPr>
              <a:t>FOLLOWER SUBSCRIPTION</a:t>
            </a:r>
          </a:p>
          <a:p>
            <a:pPr algn="l">
              <a:spcBef>
                <a:spcPts val="0"/>
              </a:spcBef>
              <a:spcAft>
                <a:spcPts val="0"/>
              </a:spcAft>
            </a:pPr>
            <a:r>
              <a:rPr sz="2000" b="0">
                <a:solidFill>
                  <a:srgbClr val="FFFFFF"/>
                </a:solidFill>
                <a:latin typeface="Urbanist SemiBold"/>
              </a:rPr>
              <a:t>A flat monthly fee for an agent whose measurement the follower admitted.</a:t>
            </a:r>
          </a:p>
        </p:txBody>
      </p:sp>
      <p:sp>
        <p:nvSpPr>
          <p:cNvPr id="503" name="Rectangle 502"/>
          <p:cNvSpPr/>
          <p:nvPr/>
        </p:nvSpPr>
        <p:spPr>
          <a:xfrm>
            <a:off x="274320" y="3108960"/>
            <a:ext cx="8595360" cy="114300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spcBef>
                <a:spcPts val="0"/>
              </a:spcBef>
              <a:spcAft>
                <a:spcPts val="0"/>
              </a:spcAft>
            </a:pPr>
            <a:r>
              <a:rPr sz="1800" b="0">
                <a:solidFill>
                  <a:srgbClr val="D4FF00"/>
                </a:solidFill>
                <a:latin typeface="Urbanist SemiBold"/>
              </a:rPr>
              <a:t>Signet takes a share of each fee. </a:t>
            </a:r>
            <a:r>
              <a:rPr sz="1700" b="0">
                <a:solidFill>
                  <a:srgbClr val="FFFFFF"/>
                </a:solidFill>
                <a:latin typeface="Urbanist Medium"/>
              </a:rPr>
              <a:t>The audience already sits in public-PnL venues: Hyperliquid lists 9,478 vaults and $405,600,393 of TVL, and none can say which code trades.</a:t>
            </a:r>
          </a:p>
        </p:txBody>
      </p:sp>
      <p:sp>
        <p:nvSpPr>
          <p:cNvPr id="504" name="TextBox 503"/>
          <p:cNvSpPr txBox="1"/>
          <p:nvPr/>
        </p:nvSpPr>
        <p:spPr>
          <a:xfrm>
            <a:off x="274320" y="4334256"/>
            <a:ext cx="8595360" cy="329184"/>
          </a:xfrm>
          <a:prstGeom prst="rect">
            <a:avLst/>
          </a:prstGeom>
          <a:noFill/>
        </p:spPr>
        <p:txBody>
          <a:bodyPr wrap="square" anchor="ctr" lIns="18288" rIns="18288" tIns="12801" bIns="12801">
            <a:spAutoFit/>
          </a:bodyPr>
          <a:lstStyle/>
          <a:p>
            <a:pPr algn="l">
              <a:spcBef>
                <a:spcPts val="0"/>
              </a:spcBef>
              <a:spcAft>
                <a:spcPts val="0"/>
              </a:spcAft>
            </a:pPr>
            <a:r>
              <a:rPr sz="900" b="0">
                <a:solidFill>
                  <a:srgbClr val="00125F"/>
                </a:solidFill>
                <a:latin typeface="Urbanist SemiBold"/>
              </a:rPr>
              <a:t>Source: stats-data.hyperliquid.xyz/Mainnet/vaults, read 2026-10-24 (gtm/COMPETITORS.md section 2). Fee terms are the business model; the account enforces which code may trade.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82880"/>
            <a:ext cx="8595360" cy="960120"/>
          </a:xfrm>
        </p:spPr>
        <p:txBody>
          <a:bodyPr wrap="square" anchor="ctr" lIns="45720" rIns="45720" tIns="32003" bIns="32003"/>
          <a:lstStyle/>
          <a:p>
            <a:pPr algn="l">
              <a:spcBef>
                <a:spcPts val="0"/>
              </a:spcBef>
              <a:spcAft>
                <a:spcPts val="0"/>
              </a:spcAft>
            </a:pPr>
            <a:r>
              <a:rPr sz="2800" b="0">
                <a:solidFill>
                  <a:srgbClr val="D4FF00"/>
                </a:solidFill>
                <a:latin typeface="Urbanist SemiBold"/>
              </a:rPr>
              <a:t>Others prove the number or the platform. Signet proves the workload.</a:t>
            </a:r>
          </a:p>
        </p:txBody>
      </p:sp>
      <p:sp>
        <p:nvSpPr>
          <p:cNvPr id="497" name="Google Shape;497;p45"/>
          <p:cNvSpPr txBox="1"/>
          <p:nvPr>
            <p:ph idx="7" type="subTitle"/>
          </p:nvPr>
        </p:nvSpPr>
        <p:spPr>
          <a:xfrm>
            <a:off x="3154650" y="4675975"/>
            <a:ext cx="2835000" cy="466800"/>
          </a:xfrm>
          <a:prstGeom prst="rect">
            <a:avLst/>
          </a:prstGeom>
        </p:spPr>
        <p:txBody>
          <a:bodyPr anchorCtr="0" anchor="ctr" bIns="0" lIns="0" spcFirstLastPara="1" rIns="0" wrap="square" tIns="0">
            <a:noAutofit/>
          </a:bodyPr>
          <a:lstStyle/>
          <a:p>
            <a:pPr indent="0" lvl="0" marL="0" rtl="0" algn="ctr">
              <a:spcBef>
                <a:spcPts val="0"/>
              </a:spcBef>
              <a:spcAft>
                <a:spcPts val="0"/>
              </a:spcAft>
              <a:buNone/>
            </a:pPr>
            <a:r>
              <a:rPr lang="en"/>
              <a:t>Open House Singapore</a:t>
            </a:r>
            <a:endParaRPr/>
          </a:p>
        </p:txBody>
      </p:sp>
      <p:sp>
        <p:nvSpPr>
          <p:cNvPr id="500" name="Google Shape;500;p45"/>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graphicFrame>
        <p:nvGraphicFramePr>
          <p:cNvPr id="501" name="Table 500"/>
          <p:cNvGraphicFramePr>
            <a:graphicFrameLocks noGrp="1"/>
          </p:cNvGraphicFramePr>
          <p:nvPr/>
        </p:nvGraphicFramePr>
        <p:xfrm>
          <a:off x="274320" y="1234440"/>
          <a:ext cx="8595360" cy="2999232"/>
        </p:xfrm>
        <a:graphic>
          <a:graphicData uri="http://schemas.openxmlformats.org/drawingml/2006/table">
            <a:tbl>
              <a:tblPr firstRow="0" bandRow="0"/>
              <a:tblGrid>
                <a:gridCol w="1737360"/>
                <a:gridCol w="3657600"/>
                <a:gridCol w="3200400"/>
              </a:tblGrid>
              <a:tr h="310896">
                <a:tc>
                  <a:txBody>
                    <a:bodyPr wrap="square"/>
                    <a:lstStyle/>
                    <a:p>
                      <a:r>
                        <a:rPr sz="1300" b="0">
                          <a:solidFill>
                            <a:srgbClr val="00125F"/>
                          </a:solidFill>
                          <a:latin typeface="Urbanist SemiBold"/>
                        </a:rPr>
                        <a:t>Product</a:t>
                      </a:r>
                    </a:p>
                  </a:txBody>
                  <a:tcPr anchor="ctr" marL="91440" marR="91440" marT="27432" marB="27432">
                    <a:lnL w="12700">
                      <a:solidFill>
                        <a:srgbClr val="D4FF00"/>
                      </a:solidFill>
                    </a:lnL>
                    <a:lnR w="12700">
                      <a:solidFill>
                        <a:srgbClr val="D4FF00"/>
                      </a:solidFill>
                    </a:lnR>
                    <a:lnT w="12700">
                      <a:solidFill>
                        <a:srgbClr val="D4FF00"/>
                      </a:solidFill>
                    </a:lnT>
                    <a:lnB w="12700">
                      <a:solidFill>
                        <a:srgbClr val="D4FF00"/>
                      </a:solidFill>
                    </a:lnB>
                    <a:solidFill>
                      <a:srgbClr val="D4FF00"/>
                    </a:solidFill>
                  </a:tcPr>
                </a:tc>
                <a:tc>
                  <a:txBody>
                    <a:bodyPr wrap="square"/>
                    <a:lstStyle/>
                    <a:p>
                      <a:r>
                        <a:rPr sz="1300" b="0">
                          <a:solidFill>
                            <a:srgbClr val="00125F"/>
                          </a:solidFill>
                          <a:latin typeface="Urbanist SemiBold"/>
                        </a:rPr>
                        <a:t>What it proves</a:t>
                      </a:r>
                    </a:p>
                  </a:txBody>
                  <a:tcPr anchor="ctr" marL="91440" marR="91440" marT="27432" marB="27432">
                    <a:lnL w="12700">
                      <a:solidFill>
                        <a:srgbClr val="D4FF00"/>
                      </a:solidFill>
                    </a:lnL>
                    <a:lnR w="12700">
                      <a:solidFill>
                        <a:srgbClr val="D4FF00"/>
                      </a:solidFill>
                    </a:lnR>
                    <a:lnT w="12700">
                      <a:solidFill>
                        <a:srgbClr val="D4FF00"/>
                      </a:solidFill>
                    </a:lnT>
                    <a:lnB w="12700">
                      <a:solidFill>
                        <a:srgbClr val="D4FF00"/>
                      </a:solidFill>
                    </a:lnB>
                    <a:solidFill>
                      <a:srgbClr val="D4FF00"/>
                    </a:solidFill>
                  </a:tcPr>
                </a:tc>
                <a:tc>
                  <a:txBody>
                    <a:bodyPr wrap="square"/>
                    <a:lstStyle/>
                    <a:p>
                      <a:r>
                        <a:rPr sz="1300" b="0">
                          <a:solidFill>
                            <a:srgbClr val="00125F"/>
                          </a:solidFill>
                          <a:latin typeface="Urbanist SemiBold"/>
                        </a:rPr>
                        <a:t>What it leaves open</a:t>
                      </a:r>
                    </a:p>
                  </a:txBody>
                  <a:tcPr anchor="ctr" marL="91440" marR="91440" marT="27432" marB="27432">
                    <a:lnL w="12700">
                      <a:solidFill>
                        <a:srgbClr val="D4FF00"/>
                      </a:solidFill>
                    </a:lnL>
                    <a:lnR w="12700">
                      <a:solidFill>
                        <a:srgbClr val="D4FF00"/>
                      </a:solidFill>
                    </a:lnR>
                    <a:lnT w="12700">
                      <a:solidFill>
                        <a:srgbClr val="D4FF00"/>
                      </a:solidFill>
                    </a:lnT>
                    <a:lnB w="12700">
                      <a:solidFill>
                        <a:srgbClr val="D4FF00"/>
                      </a:solidFill>
                    </a:lnB>
                    <a:solidFill>
                      <a:srgbClr val="D4FF00"/>
                    </a:solidFill>
                  </a:tcPr>
                </a:tc>
              </a:tr>
              <a:tr h="384048">
                <a:tc>
                  <a:txBody>
                    <a:bodyPr wrap="square"/>
                    <a:lstStyle/>
                    <a:p>
                      <a:r>
                        <a:rPr sz="1400" b="0">
                          <a:solidFill>
                            <a:srgbClr val="D4FF00"/>
                          </a:solidFill>
                          <a:latin typeface="Urbanist SemiBold"/>
                        </a:rPr>
                        <a:t>ARCANA</a:t>
                      </a:r>
                    </a:p>
                  </a:txBody>
                  <a:tcPr anchor="ctr" marL="91440" marR="91440" marT="27432" marB="27432">
                    <a:lnL w="12700">
                      <a:solidFill>
                        <a:srgbClr val="D4FF00"/>
                      </a:solidFill>
                    </a:lnL>
                    <a:lnR w="12700">
                      <a:solidFill>
                        <a:srgbClr val="D4FF00"/>
                      </a:solidFill>
                    </a:lnR>
                    <a:lnT w="12700">
                      <a:solidFill>
                        <a:srgbClr val="D4FF00"/>
                      </a:solidFill>
                    </a:lnT>
                    <a:lnB w="12700">
                      <a:solidFill>
                        <a:srgbClr val="D4FF00"/>
                      </a:solidFill>
                    </a:lnB>
                    <a:solidFill>
                      <a:srgbClr val="00125F"/>
                    </a:solidFill>
                  </a:tcPr>
                </a:tc>
                <a:tc>
                  <a:txBody>
                    <a:bodyPr wrap="square"/>
                    <a:lstStyle/>
                    <a:p>
                      <a:r>
                        <a:rPr sz="1200" b="0">
                          <a:solidFill>
                            <a:srgbClr val="FFFFFF"/>
                          </a:solidFill>
                          <a:latin typeface="Urbanist Medium"/>
                        </a:rPr>
                        <a:t>Decisions were not edited after the fact</a:t>
                      </a:r>
                    </a:p>
                  </a:txBody>
                  <a:tcPr anchor="ctr" marL="91440" marR="91440" marT="27432" marB="27432">
                    <a:lnL w="12700">
                      <a:solidFill>
                        <a:srgbClr val="D4FF00"/>
                      </a:solidFill>
                    </a:lnL>
                    <a:lnR w="12700">
                      <a:solidFill>
                        <a:srgbClr val="D4FF00"/>
                      </a:solidFill>
                    </a:lnR>
                    <a:lnT w="12700">
                      <a:solidFill>
                        <a:srgbClr val="D4FF00"/>
                      </a:solidFill>
                    </a:lnT>
                    <a:lnB w="12700">
                      <a:solidFill>
                        <a:srgbClr val="D4FF00"/>
                      </a:solidFill>
                    </a:lnB>
                    <a:solidFill>
                      <a:srgbClr val="00125F"/>
                    </a:solidFill>
                  </a:tcPr>
                </a:tc>
                <a:tc>
                  <a:txBody>
                    <a:bodyPr wrap="square"/>
                    <a:lstStyle/>
                    <a:p>
                      <a:r>
                        <a:rPr sz="1200" b="0">
                          <a:solidFill>
                            <a:srgbClr val="FFFFFF"/>
                          </a:solidFill>
                          <a:latin typeface="Urbanist Medium"/>
                        </a:rPr>
                        <a:t>Which code ran. The platform holds keys and prompts</a:t>
                      </a:r>
                    </a:p>
                  </a:txBody>
                  <a:tcPr anchor="ctr" marL="91440" marR="91440" marT="27432" marB="27432">
                    <a:lnL w="12700">
                      <a:solidFill>
                        <a:srgbClr val="D4FF00"/>
                      </a:solidFill>
                    </a:lnL>
                    <a:lnR w="12700">
                      <a:solidFill>
                        <a:srgbClr val="D4FF00"/>
                      </a:solidFill>
                    </a:lnR>
                    <a:lnT w="12700">
                      <a:solidFill>
                        <a:srgbClr val="D4FF00"/>
                      </a:solidFill>
                    </a:lnT>
                    <a:lnB w="12700">
                      <a:solidFill>
                        <a:srgbClr val="D4FF00"/>
                      </a:solidFill>
                    </a:lnB>
                    <a:solidFill>
                      <a:srgbClr val="00125F"/>
                    </a:solidFill>
                  </a:tcPr>
                </a:tc>
              </a:tr>
              <a:tr h="384048">
                <a:tc>
                  <a:txBody>
                    <a:bodyPr wrap="square"/>
                    <a:lstStyle/>
                    <a:p>
                      <a:r>
                        <a:rPr sz="1400" b="0">
                          <a:solidFill>
                            <a:srgbClr val="D4FF00"/>
                          </a:solidFill>
                          <a:latin typeface="Urbanist SemiBold"/>
                        </a:rPr>
                        <a:t>Hyperliquid vaults</a:t>
                      </a:r>
                    </a:p>
                  </a:txBody>
                  <a:tcPr anchor="ctr" marL="91440" marR="91440" marT="27432" marB="27432">
                    <a:lnL w="12700">
                      <a:solidFill>
                        <a:srgbClr val="D4FF00"/>
                      </a:solidFill>
                    </a:lnL>
                    <a:lnR w="12700">
                      <a:solidFill>
                        <a:srgbClr val="D4FF00"/>
                      </a:solidFill>
                    </a:lnR>
                    <a:lnT w="12700">
                      <a:solidFill>
                        <a:srgbClr val="D4FF00"/>
                      </a:solidFill>
                    </a:lnT>
                    <a:lnB w="12700">
                      <a:solidFill>
                        <a:srgbClr val="D4FF00"/>
                      </a:solidFill>
                    </a:lnB>
                    <a:solidFill>
                      <a:srgbClr val="00125F"/>
                    </a:solidFill>
                  </a:tcPr>
                </a:tc>
                <a:tc>
                  <a:txBody>
                    <a:bodyPr wrap="square"/>
                    <a:lstStyle/>
                    <a:p>
                      <a:r>
                        <a:rPr sz="1200" b="0">
                          <a:solidFill>
                            <a:srgbClr val="FFFFFF"/>
                          </a:solidFill>
                          <a:latin typeface="Urbanist Medium"/>
                        </a:rPr>
                        <a:t>PnL and TVL, on chain</a:t>
                      </a:r>
                    </a:p>
                  </a:txBody>
                  <a:tcPr anchor="ctr" marL="91440" marR="91440" marT="27432" marB="27432">
                    <a:lnL w="12700">
                      <a:solidFill>
                        <a:srgbClr val="D4FF00"/>
                      </a:solidFill>
                    </a:lnL>
                    <a:lnR w="12700">
                      <a:solidFill>
                        <a:srgbClr val="D4FF00"/>
                      </a:solidFill>
                    </a:lnR>
                    <a:lnT w="12700">
                      <a:solidFill>
                        <a:srgbClr val="D4FF00"/>
                      </a:solidFill>
                    </a:lnT>
                    <a:lnB w="12700">
                      <a:solidFill>
                        <a:srgbClr val="D4FF00"/>
                      </a:solidFill>
                    </a:lnB>
                    <a:solidFill>
                      <a:srgbClr val="00125F"/>
                    </a:solidFill>
                  </a:tcPr>
                </a:tc>
                <a:tc>
                  <a:txBody>
                    <a:bodyPr wrap="square"/>
                    <a:lstStyle/>
                    <a:p>
                      <a:r>
                        <a:rPr sz="1200" b="0">
                          <a:solidFill>
                            <a:srgbClr val="FFFFFF"/>
                          </a:solidFill>
                          <a:latin typeface="Urbanist Medium"/>
                        </a:rPr>
                        <a:t>Which code or model trades</a:t>
                      </a:r>
                    </a:p>
                  </a:txBody>
                  <a:tcPr anchor="ctr" marL="91440" marR="91440" marT="27432" marB="27432">
                    <a:lnL w="12700">
                      <a:solidFill>
                        <a:srgbClr val="D4FF00"/>
                      </a:solidFill>
                    </a:lnL>
                    <a:lnR w="12700">
                      <a:solidFill>
                        <a:srgbClr val="D4FF00"/>
                      </a:solidFill>
                    </a:lnR>
                    <a:lnT w="12700">
                      <a:solidFill>
                        <a:srgbClr val="D4FF00"/>
                      </a:solidFill>
                    </a:lnT>
                    <a:lnB w="12700">
                      <a:solidFill>
                        <a:srgbClr val="D4FF00"/>
                      </a:solidFill>
                    </a:lnB>
                    <a:solidFill>
                      <a:srgbClr val="00125F"/>
                    </a:solidFill>
                  </a:tcPr>
                </a:tc>
              </a:tr>
              <a:tr h="384048">
                <a:tc>
                  <a:txBody>
                    <a:bodyPr wrap="square"/>
                    <a:lstStyle/>
                    <a:p>
                      <a:r>
                        <a:rPr sz="1400" b="0">
                          <a:solidFill>
                            <a:srgbClr val="D4FF00"/>
                          </a:solidFill>
                          <a:latin typeface="Urbanist SemiBold"/>
                        </a:rPr>
                        <a:t>Robinhood Agents</a:t>
                      </a:r>
                    </a:p>
                  </a:txBody>
                  <a:tcPr anchor="ctr" marL="91440" marR="91440" marT="27432" marB="27432">
                    <a:lnL w="12700">
                      <a:solidFill>
                        <a:srgbClr val="D4FF00"/>
                      </a:solidFill>
                    </a:lnL>
                    <a:lnR w="12700">
                      <a:solidFill>
                        <a:srgbClr val="D4FF00"/>
                      </a:solidFill>
                    </a:lnR>
                    <a:lnT w="12700">
                      <a:solidFill>
                        <a:srgbClr val="D4FF00"/>
                      </a:solidFill>
                    </a:lnT>
                    <a:lnB w="12700">
                      <a:solidFill>
                        <a:srgbClr val="D4FF00"/>
                      </a:solidFill>
                    </a:lnB>
                    <a:solidFill>
                      <a:srgbClr val="00125F"/>
                    </a:solidFill>
                  </a:tcPr>
                </a:tc>
                <a:tc>
                  <a:txBody>
                    <a:bodyPr wrap="square"/>
                    <a:lstStyle/>
                    <a:p>
                      <a:r>
                        <a:rPr sz="1200" b="0">
                          <a:solidFill>
                            <a:srgbClr val="FFFFFF"/>
                          </a:solidFill>
                          <a:latin typeface="Urbanist Medium"/>
                        </a:rPr>
                        <a:t>Limits and approvals on the account</a:t>
                      </a:r>
                    </a:p>
                  </a:txBody>
                  <a:tcPr anchor="ctr" marL="91440" marR="91440" marT="27432" marB="27432">
                    <a:lnL w="12700">
                      <a:solidFill>
                        <a:srgbClr val="D4FF00"/>
                      </a:solidFill>
                    </a:lnL>
                    <a:lnR w="12700">
                      <a:solidFill>
                        <a:srgbClr val="D4FF00"/>
                      </a:solidFill>
                    </a:lnR>
                    <a:lnT w="12700">
                      <a:solidFill>
                        <a:srgbClr val="D4FF00"/>
                      </a:solidFill>
                    </a:lnT>
                    <a:lnB w="12700">
                      <a:solidFill>
                        <a:srgbClr val="D4FF00"/>
                      </a:solidFill>
                    </a:lnB>
                    <a:solidFill>
                      <a:srgbClr val="00125F"/>
                    </a:solidFill>
                  </a:tcPr>
                </a:tc>
                <a:tc>
                  <a:txBody>
                    <a:bodyPr wrap="square"/>
                    <a:lstStyle/>
                    <a:p>
                      <a:r>
                        <a:rPr sz="1200" b="0">
                          <a:solidFill>
                            <a:srgbClr val="FFFFFF"/>
                          </a:solidFill>
                          <a:latin typeface="Urbanist Medium"/>
                        </a:rPr>
                        <a:t>Which agent code is trading</a:t>
                      </a:r>
                    </a:p>
                  </a:txBody>
                  <a:tcPr anchor="ctr" marL="91440" marR="91440" marT="27432" marB="27432">
                    <a:lnL w="12700">
                      <a:solidFill>
                        <a:srgbClr val="D4FF00"/>
                      </a:solidFill>
                    </a:lnL>
                    <a:lnR w="12700">
                      <a:solidFill>
                        <a:srgbClr val="D4FF00"/>
                      </a:solidFill>
                    </a:lnR>
                    <a:lnT w="12700">
                      <a:solidFill>
                        <a:srgbClr val="D4FF00"/>
                      </a:solidFill>
                    </a:lnT>
                    <a:lnB w="12700">
                      <a:solidFill>
                        <a:srgbClr val="D4FF00"/>
                      </a:solidFill>
                    </a:lnB>
                    <a:solidFill>
                      <a:srgbClr val="00125F"/>
                    </a:solidFill>
                  </a:tcPr>
                </a:tc>
              </a:tr>
              <a:tr h="384048">
                <a:tc>
                  <a:txBody>
                    <a:bodyPr wrap="square"/>
                    <a:lstStyle/>
                    <a:p>
                      <a:r>
                        <a:rPr sz="1400" b="0">
                          <a:solidFill>
                            <a:srgbClr val="D4FF00"/>
                          </a:solidFill>
                          <a:latin typeface="Urbanist SemiBold"/>
                        </a:rPr>
                        <a:t>Knidos</a:t>
                      </a:r>
                    </a:p>
                  </a:txBody>
                  <a:tcPr anchor="ctr" marL="91440" marR="91440" marT="27432" marB="27432">
                    <a:lnL w="12700">
                      <a:solidFill>
                        <a:srgbClr val="D4FF00"/>
                      </a:solidFill>
                    </a:lnL>
                    <a:lnR w="12700">
                      <a:solidFill>
                        <a:srgbClr val="D4FF00"/>
                      </a:solidFill>
                    </a:lnR>
                    <a:lnT w="12700">
                      <a:solidFill>
                        <a:srgbClr val="D4FF00"/>
                      </a:solidFill>
                    </a:lnT>
                    <a:lnB w="12700">
                      <a:solidFill>
                        <a:srgbClr val="D4FF00"/>
                      </a:solidFill>
                    </a:lnB>
                    <a:solidFill>
                      <a:srgbClr val="00125F"/>
                    </a:solidFill>
                  </a:tcPr>
                </a:tc>
                <a:tc>
                  <a:txBody>
                    <a:bodyPr wrap="square"/>
                    <a:lstStyle/>
                    <a:p>
                      <a:r>
                        <a:rPr sz="1200" b="0">
                          <a:solidFill>
                            <a:srgbClr val="FFFFFF"/>
                          </a:solidFill>
                          <a:latin typeface="Urbanist Medium"/>
                        </a:rPr>
                        <a:t>ZK proof that trades fit approved parameters</a:t>
                      </a:r>
                    </a:p>
                  </a:txBody>
                  <a:tcPr anchor="ctr" marL="91440" marR="91440" marT="27432" marB="27432">
                    <a:lnL w="12700">
                      <a:solidFill>
                        <a:srgbClr val="D4FF00"/>
                      </a:solidFill>
                    </a:lnL>
                    <a:lnR w="12700">
                      <a:solidFill>
                        <a:srgbClr val="D4FF00"/>
                      </a:solidFill>
                    </a:lnR>
                    <a:lnT w="12700">
                      <a:solidFill>
                        <a:srgbClr val="D4FF00"/>
                      </a:solidFill>
                    </a:lnT>
                    <a:lnB w="12700">
                      <a:solidFill>
                        <a:srgbClr val="D4FF00"/>
                      </a:solidFill>
                    </a:lnB>
                    <a:solidFill>
                      <a:srgbClr val="00125F"/>
                    </a:solidFill>
                  </a:tcPr>
                </a:tc>
                <a:tc>
                  <a:txBody>
                    <a:bodyPr wrap="square"/>
                    <a:lstStyle/>
                    <a:p>
                      <a:r>
                        <a:rPr sz="1200" b="0">
                          <a:solidFill>
                            <a:srgbClr val="FFFFFF"/>
                          </a:solidFill>
                          <a:latin typeface="Urbanist Medium"/>
                        </a:rPr>
                        <a:t>Which model decided</a:t>
                      </a:r>
                    </a:p>
                  </a:txBody>
                  <a:tcPr anchor="ctr" marL="91440" marR="91440" marT="27432" marB="27432">
                    <a:lnL w="12700">
                      <a:solidFill>
                        <a:srgbClr val="D4FF00"/>
                      </a:solidFill>
                    </a:lnL>
                    <a:lnR w="12700">
                      <a:solidFill>
                        <a:srgbClr val="D4FF00"/>
                      </a:solidFill>
                    </a:lnR>
                    <a:lnT w="12700">
                      <a:solidFill>
                        <a:srgbClr val="D4FF00"/>
                      </a:solidFill>
                    </a:lnT>
                    <a:lnB w="12700">
                      <a:solidFill>
                        <a:srgbClr val="D4FF00"/>
                      </a:solidFill>
                    </a:lnB>
                    <a:solidFill>
                      <a:srgbClr val="00125F"/>
                    </a:solidFill>
                  </a:tcPr>
                </a:tc>
              </a:tr>
              <a:tr h="384048">
                <a:tc>
                  <a:txBody>
                    <a:bodyPr wrap="square"/>
                    <a:lstStyle/>
                    <a:p>
                      <a:r>
                        <a:rPr sz="1400" b="0">
                          <a:solidFill>
                            <a:srgbClr val="D4FF00"/>
                          </a:solidFill>
                          <a:latin typeface="Urbanist SemiBold"/>
                        </a:rPr>
                        <a:t>Automata DCAP</a:t>
                      </a:r>
                    </a:p>
                  </a:txBody>
                  <a:tcPr anchor="ctr" marL="91440" marR="91440" marT="27432" marB="27432">
                    <a:lnL w="12700">
                      <a:solidFill>
                        <a:srgbClr val="D4FF00"/>
                      </a:solidFill>
                    </a:lnL>
                    <a:lnR w="12700">
                      <a:solidFill>
                        <a:srgbClr val="D4FF00"/>
                      </a:solidFill>
                    </a:lnR>
                    <a:lnT w="12700">
                      <a:solidFill>
                        <a:srgbClr val="D4FF00"/>
                      </a:solidFill>
                    </a:lnT>
                    <a:lnB w="12700">
                      <a:solidFill>
                        <a:srgbClr val="D4FF00"/>
                      </a:solidFill>
                    </a:lnB>
                    <a:solidFill>
                      <a:srgbClr val="00125F"/>
                    </a:solidFill>
                  </a:tcPr>
                </a:tc>
                <a:tc>
                  <a:txBody>
                    <a:bodyPr wrap="square"/>
                    <a:lstStyle/>
                    <a:p>
                      <a:r>
                        <a:rPr sz="1200" b="0">
                          <a:solidFill>
                            <a:srgbClr val="FFFFFF"/>
                          </a:solidFill>
                          <a:latin typeface="Urbanist Medium"/>
                        </a:rPr>
                        <a:t>TDX quotes verify on chain (~4M gas, per its README)</a:t>
                      </a:r>
                    </a:p>
                  </a:txBody>
                  <a:tcPr anchor="ctr" marL="91440" marR="91440" marT="27432" marB="27432">
                    <a:lnL w="12700">
                      <a:solidFill>
                        <a:srgbClr val="D4FF00"/>
                      </a:solidFill>
                    </a:lnL>
                    <a:lnR w="12700">
                      <a:solidFill>
                        <a:srgbClr val="D4FF00"/>
                      </a:solidFill>
                    </a:lnR>
                    <a:lnT w="12700">
                      <a:solidFill>
                        <a:srgbClr val="D4FF00"/>
                      </a:solidFill>
                    </a:lnT>
                    <a:lnB w="12700">
                      <a:solidFill>
                        <a:srgbClr val="D4FF00"/>
                      </a:solidFill>
                    </a:lnB>
                    <a:solidFill>
                      <a:srgbClr val="00125F"/>
                    </a:solidFill>
                  </a:tcPr>
                </a:tc>
                <a:tc>
                  <a:txBody>
                    <a:bodyPr wrap="square"/>
                    <a:lstStyle/>
                    <a:p>
                      <a:r>
                        <a:rPr sz="1200" b="0">
                          <a:solidFill>
                            <a:srgbClr val="FFFFFF"/>
                          </a:solidFill>
                          <a:latin typeface="Urbanist Medium"/>
                        </a:rPr>
                        <a:t>No trading account and no trade bound to a measurement</a:t>
                      </a:r>
                    </a:p>
                  </a:txBody>
                  <a:tcPr anchor="ctr" marL="91440" marR="91440" marT="27432" marB="27432">
                    <a:lnL w="12700">
                      <a:solidFill>
                        <a:srgbClr val="D4FF00"/>
                      </a:solidFill>
                    </a:lnL>
                    <a:lnR w="12700">
                      <a:solidFill>
                        <a:srgbClr val="D4FF00"/>
                      </a:solidFill>
                    </a:lnR>
                    <a:lnT w="12700">
                      <a:solidFill>
                        <a:srgbClr val="D4FF00"/>
                      </a:solidFill>
                    </a:lnT>
                    <a:lnB w="12700">
                      <a:solidFill>
                        <a:srgbClr val="D4FF00"/>
                      </a:solidFill>
                    </a:lnB>
                    <a:solidFill>
                      <a:srgbClr val="00125F"/>
                    </a:solidFill>
                  </a:tcPr>
                </a:tc>
              </a:tr>
              <a:tr h="384048">
                <a:tc>
                  <a:txBody>
                    <a:bodyPr wrap="square"/>
                    <a:lstStyle/>
                    <a:p>
                      <a:r>
                        <a:rPr sz="1400" b="0">
                          <a:solidFill>
                            <a:srgbClr val="D4FF00"/>
                          </a:solidFill>
                          <a:latin typeface="Urbanist SemiBold"/>
                        </a:rPr>
                        <a:t>Phala agents</a:t>
                      </a:r>
                    </a:p>
                  </a:txBody>
                  <a:tcPr anchor="ctr" marL="91440" marR="91440" marT="27432" marB="27432">
                    <a:lnL w="12700">
                      <a:solidFill>
                        <a:srgbClr val="D4FF00"/>
                      </a:solidFill>
                    </a:lnL>
                    <a:lnR w="12700">
                      <a:solidFill>
                        <a:srgbClr val="D4FF00"/>
                      </a:solidFill>
                    </a:lnR>
                    <a:lnT w="12700">
                      <a:solidFill>
                        <a:srgbClr val="D4FF00"/>
                      </a:solidFill>
                    </a:lnT>
                    <a:lnB w="12700">
                      <a:solidFill>
                        <a:srgbClr val="D4FF00"/>
                      </a:solidFill>
                    </a:lnB>
                    <a:solidFill>
                      <a:srgbClr val="00125F"/>
                    </a:solidFill>
                  </a:tcPr>
                </a:tc>
                <a:tc>
                  <a:txBody>
                    <a:bodyPr wrap="square"/>
                    <a:lstStyle/>
                    <a:p>
                      <a:r>
                        <a:rPr sz="1200" b="0">
                          <a:solidFill>
                            <a:srgbClr val="FFFFFF"/>
                          </a:solidFill>
                          <a:latin typeface="Urbanist Medium"/>
                        </a:rPr>
                        <a:t>A workload ran in a TDX VM</a:t>
                      </a:r>
                    </a:p>
                  </a:txBody>
                  <a:tcPr anchor="ctr" marL="91440" marR="91440" marT="27432" marB="27432">
                    <a:lnL w="12700">
                      <a:solidFill>
                        <a:srgbClr val="D4FF00"/>
                      </a:solidFill>
                    </a:lnL>
                    <a:lnR w="12700">
                      <a:solidFill>
                        <a:srgbClr val="D4FF00"/>
                      </a:solidFill>
                    </a:lnR>
                    <a:lnT w="12700">
                      <a:solidFill>
                        <a:srgbClr val="D4FF00"/>
                      </a:solidFill>
                    </a:lnT>
                    <a:lnB w="12700">
                      <a:solidFill>
                        <a:srgbClr val="D4FF00"/>
                      </a:solidFill>
                    </a:lnB>
                    <a:solidFill>
                      <a:srgbClr val="00125F"/>
                    </a:solidFill>
                  </a:tcPr>
                </a:tc>
                <a:tc>
                  <a:txBody>
                    <a:bodyPr wrap="square"/>
                    <a:lstStyle/>
                    <a:p>
                      <a:r>
                        <a:rPr sz="1200" b="0">
                          <a:solidFill>
                            <a:srgbClr val="FFFFFF"/>
                          </a:solidFill>
                          <a:latin typeface="Urbanist Medium"/>
                        </a:rPr>
                        <a:t>Any account that refuses other code</a:t>
                      </a:r>
                    </a:p>
                  </a:txBody>
                  <a:tcPr anchor="ctr" marL="91440" marR="91440" marT="27432" marB="27432">
                    <a:lnL w="12700">
                      <a:solidFill>
                        <a:srgbClr val="D4FF00"/>
                      </a:solidFill>
                    </a:lnL>
                    <a:lnR w="12700">
                      <a:solidFill>
                        <a:srgbClr val="D4FF00"/>
                      </a:solidFill>
                    </a:lnR>
                    <a:lnT w="12700">
                      <a:solidFill>
                        <a:srgbClr val="D4FF00"/>
                      </a:solidFill>
                    </a:lnT>
                    <a:lnB w="12700">
                      <a:solidFill>
                        <a:srgbClr val="D4FF00"/>
                      </a:solidFill>
                    </a:lnB>
                    <a:solidFill>
                      <a:srgbClr val="00125F"/>
                    </a:solidFill>
                  </a:tcPr>
                </a:tc>
              </a:tr>
              <a:tr h="384048">
                <a:tc>
                  <a:txBody>
                    <a:bodyPr wrap="square"/>
                    <a:lstStyle/>
                    <a:p>
                      <a:r>
                        <a:rPr sz="1400" b="0">
                          <a:solidFill>
                            <a:srgbClr val="D4FF00"/>
                          </a:solidFill>
                          <a:latin typeface="Urbanist SemiBold"/>
                        </a:rPr>
                        <a:t>Signet</a:t>
                      </a:r>
                    </a:p>
                  </a:txBody>
                  <a:tcPr anchor="ctr" marL="91440" marR="91440" marT="27432" marB="27432">
                    <a:lnL w="12700">
                      <a:solidFill>
                        <a:srgbClr val="D4FF00"/>
                      </a:solidFill>
                    </a:lnL>
                    <a:lnR w="12700">
                      <a:solidFill>
                        <a:srgbClr val="D4FF00"/>
                      </a:solidFill>
                    </a:lnR>
                    <a:lnT w="12700">
                      <a:solidFill>
                        <a:srgbClr val="D4FF00"/>
                      </a:solidFill>
                    </a:lnT>
                    <a:lnB w="12700">
                      <a:solidFill>
                        <a:srgbClr val="D4FF00"/>
                      </a:solidFill>
                    </a:lnB>
                    <a:solidFill>
                      <a:srgbClr val="000000"/>
                    </a:solidFill>
                  </a:tcPr>
                </a:tc>
                <a:tc>
                  <a:txBody>
                    <a:bodyPr wrap="square"/>
                    <a:lstStyle/>
                    <a:p>
                      <a:r>
                        <a:rPr sz="1200" b="0">
                          <a:solidFill>
                            <a:srgbClr val="FFFFFF"/>
                          </a:solidFill>
                          <a:latin typeface="Urbanist SemiBold"/>
                        </a:rPr>
                        <a:t>The measurement and model behind every trade, enforced by the follower's account</a:t>
                      </a:r>
                    </a:p>
                  </a:txBody>
                  <a:tcPr anchor="ctr" marL="91440" marR="91440" marT="27432" marB="27432">
                    <a:lnL w="12700">
                      <a:solidFill>
                        <a:srgbClr val="D4FF00"/>
                      </a:solidFill>
                    </a:lnL>
                    <a:lnR w="12700">
                      <a:solidFill>
                        <a:srgbClr val="D4FF00"/>
                      </a:solidFill>
                    </a:lnR>
                    <a:lnT w="12700">
                      <a:solidFill>
                        <a:srgbClr val="D4FF00"/>
                      </a:solidFill>
                    </a:lnT>
                    <a:lnB w="12700">
                      <a:solidFill>
                        <a:srgbClr val="D4FF00"/>
                      </a:solidFill>
                    </a:lnB>
                    <a:solidFill>
                      <a:srgbClr val="000000"/>
                    </a:solidFill>
                  </a:tcPr>
                </a:tc>
                <a:tc>
                  <a:txBody>
                    <a:bodyPr wrap="square"/>
                    <a:lstStyle/>
                    <a:p>
                      <a:r>
                        <a:rPr sz="1200" b="0">
                          <a:solidFill>
                            <a:srgbClr val="FFFFFF"/>
                          </a:solidFill>
                          <a:latin typeface="Urbanist SemiBold"/>
                        </a:rPr>
                        <a:t>Prompt and strategy stay in the enclave</a:t>
                      </a:r>
                    </a:p>
                  </a:txBody>
                  <a:tcPr anchor="ctr" marL="91440" marR="91440" marT="27432" marB="27432">
                    <a:lnL w="12700">
                      <a:solidFill>
                        <a:srgbClr val="D4FF00"/>
                      </a:solidFill>
                    </a:lnL>
                    <a:lnR w="12700">
                      <a:solidFill>
                        <a:srgbClr val="D4FF00"/>
                      </a:solidFill>
                    </a:lnR>
                    <a:lnT w="12700">
                      <a:solidFill>
                        <a:srgbClr val="D4FF00"/>
                      </a:solidFill>
                    </a:lnT>
                    <a:lnB w="12700">
                      <a:solidFill>
                        <a:srgbClr val="D4FF00"/>
                      </a:solidFill>
                    </a:lnB>
                    <a:solidFill>
                      <a:srgbClr val="000000"/>
                    </a:solidFill>
                  </a:tcPr>
                </a:tc>
              </a:tr>
            </a:tbl>
          </a:graphicData>
        </a:graphic>
      </p:graphicFrame>
      <p:sp>
        <p:nvSpPr>
          <p:cNvPr id="502" name="TextBox 501"/>
          <p:cNvSpPr txBox="1"/>
          <p:nvPr/>
        </p:nvSpPr>
        <p:spPr>
          <a:xfrm>
            <a:off x="274320" y="4334256"/>
            <a:ext cx="8595360" cy="329184"/>
          </a:xfrm>
          <a:prstGeom prst="rect">
            <a:avLst/>
          </a:prstGeom>
          <a:noFill/>
        </p:spPr>
        <p:txBody>
          <a:bodyPr wrap="square" anchor="ctr" lIns="18288" rIns="18288" tIns="12801" bIns="12801">
            <a:spAutoFit/>
          </a:bodyPr>
          <a:lstStyle/>
          <a:p>
            <a:pPr algn="l">
              <a:spcBef>
                <a:spcPts val="0"/>
              </a:spcBef>
              <a:spcAft>
                <a:spcPts val="0"/>
              </a:spcAft>
            </a:pPr>
            <a:r>
              <a:rPr sz="900" b="0">
                <a:solidFill>
                  <a:srgbClr val="00125F"/>
                </a:solidFill>
                <a:latin typeface="Urbanist SemiBold"/>
              </a:rPr>
              <a:t>Sources: gtm/COMPETITORS.md (arcana-arena.com docs read 2026-10-24; Hyperliquid stats API; Robinhood newsroom 2026-09-29; knidos.xyz; Phala 2025 report); Automata: github.com/automata-network/automata-dcap-attestation README.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82880"/>
            <a:ext cx="8595360" cy="960120"/>
          </a:xfrm>
        </p:spPr>
        <p:txBody>
          <a:bodyPr wrap="square" anchor="ctr" lIns="45720" rIns="45720" tIns="32003" bIns="32003"/>
          <a:lstStyle/>
          <a:p>
            <a:pPr algn="l">
              <a:spcBef>
                <a:spcPts val="0"/>
              </a:spcBef>
              <a:spcAft>
                <a:spcPts val="0"/>
              </a:spcAft>
            </a:pPr>
            <a:r>
              <a:rPr sz="2800" b="0">
                <a:solidFill>
                  <a:srgbClr val="D4FF00"/>
                </a:solidFill>
                <a:latin typeface="Urbanist SemiBold"/>
              </a:rPr>
              <a:t>Five named creators, one receipt, one message</a:t>
            </a:r>
          </a:p>
        </p:txBody>
      </p:sp>
      <p:sp>
        <p:nvSpPr>
          <p:cNvPr id="497" name="Google Shape;497;p45"/>
          <p:cNvSpPr txBox="1"/>
          <p:nvPr>
            <p:ph idx="7" type="subTitle"/>
          </p:nvPr>
        </p:nvSpPr>
        <p:spPr>
          <a:xfrm>
            <a:off x="3154650" y="4675975"/>
            <a:ext cx="2835000" cy="466800"/>
          </a:xfrm>
          <a:prstGeom prst="rect">
            <a:avLst/>
          </a:prstGeom>
        </p:spPr>
        <p:txBody>
          <a:bodyPr anchorCtr="0" anchor="ctr" bIns="0" lIns="0" spcFirstLastPara="1" rIns="0" wrap="square" tIns="0">
            <a:noAutofit/>
          </a:bodyPr>
          <a:lstStyle/>
          <a:p>
            <a:pPr indent="0" lvl="0" marL="0" rtl="0" algn="ctr">
              <a:spcBef>
                <a:spcPts val="0"/>
              </a:spcBef>
              <a:spcAft>
                <a:spcPts val="0"/>
              </a:spcAft>
              <a:buNone/>
            </a:pPr>
            <a:r>
              <a:rPr lang="en"/>
              <a:t>Open House Singapore</a:t>
            </a:r>
            <a:endParaRPr/>
          </a:p>
        </p:txBody>
      </p:sp>
      <p:sp>
        <p:nvSpPr>
          <p:cNvPr id="500" name="Google Shape;500;p45"/>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
        <p:nvSpPr>
          <p:cNvPr id="501" name="Rectangle 500"/>
          <p:cNvSpPr/>
          <p:nvPr/>
        </p:nvSpPr>
        <p:spPr>
          <a:xfrm>
            <a:off x="274320" y="1280160"/>
            <a:ext cx="8595360" cy="73152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6809" bIns="76809"/>
          <a:lstStyle/>
          <a:p>
            <a:pPr algn="ctr">
              <a:spcBef>
                <a:spcPts val="0"/>
              </a:spcBef>
              <a:spcAft>
                <a:spcPts val="0"/>
              </a:spcAft>
            </a:pPr>
            <a:r>
              <a:rPr sz="2200" b="0">
                <a:solidFill>
                  <a:srgbClr val="D4FF00"/>
                </a:solidFill>
                <a:latin typeface="Urbanist SemiBold"/>
              </a:rPr>
              <a:t>“Your next record can be a measurement, not a screenshot.”</a:t>
            </a:r>
          </a:p>
        </p:txBody>
      </p:sp>
      <p:sp>
        <p:nvSpPr>
          <p:cNvPr id="502" name="Rectangle 501"/>
          <p:cNvSpPr/>
          <p:nvPr/>
        </p:nvSpPr>
        <p:spPr>
          <a:xfrm>
            <a:off x="274320" y="2148840"/>
            <a:ext cx="2743200" cy="132588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89611" bIns="89611"/>
          <a:lstStyle/>
          <a:p>
            <a:pPr algn="l">
              <a:spcBef>
                <a:spcPts val="0"/>
              </a:spcBef>
              <a:spcAft>
                <a:spcPts val="200"/>
              </a:spcAft>
            </a:pPr>
            <a:r>
              <a:rPr sz="1200" b="0">
                <a:solidFill>
                  <a:srgbClr val="D4FF00"/>
                </a:solidFill>
                <a:latin typeface="Urbanist SemiBold"/>
              </a:rPr>
              <a:t>FIRST AUDIENCE</a:t>
            </a:r>
          </a:p>
          <a:p>
            <a:pPr algn="l">
              <a:spcBef>
                <a:spcPts val="0"/>
              </a:spcBef>
              <a:spcAft>
                <a:spcPts val="0"/>
              </a:spcAft>
            </a:pPr>
            <a:r>
              <a:rPr sz="1400" b="0">
                <a:solidFill>
                  <a:srgbClr val="FFFFFF"/>
                </a:solidFill>
                <a:latin typeface="Urbanist Medium"/>
              </a:rPr>
              <a:t>40 creators and 51 agents on ARCANA's Season 2 US Equities board</a:t>
            </a:r>
          </a:p>
        </p:txBody>
      </p:sp>
      <p:sp>
        <p:nvSpPr>
          <p:cNvPr id="503" name="Rectangle 502"/>
          <p:cNvSpPr/>
          <p:nvPr/>
        </p:nvSpPr>
        <p:spPr>
          <a:xfrm>
            <a:off x="3200400" y="2148840"/>
            <a:ext cx="2743200" cy="132588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89611" bIns="89611"/>
          <a:lstStyle/>
          <a:p>
            <a:pPr algn="l">
              <a:spcBef>
                <a:spcPts val="0"/>
              </a:spcBef>
              <a:spcAft>
                <a:spcPts val="200"/>
              </a:spcAft>
            </a:pPr>
            <a:r>
              <a:rPr sz="1200" b="0">
                <a:solidFill>
                  <a:srgbClr val="D4FF00"/>
                </a:solidFill>
                <a:latin typeface="Urbanist SemiBold"/>
              </a:rPr>
              <a:t>THREE CHANNELS</a:t>
            </a:r>
          </a:p>
          <a:p>
            <a:pPr algn="l">
              <a:spcBef>
                <a:spcPts val="0"/>
              </a:spcBef>
              <a:spcAft>
                <a:spcPts val="0"/>
              </a:spcAft>
            </a:pPr>
            <a:r>
              <a:rPr sz="1200" b="0">
                <a:solidFill>
                  <a:srgbClr val="FFFFFF"/>
                </a:solidFill>
                <a:latin typeface="Urbanist Medium"/>
              </a:rPr>
              <a:t>Direct DMs with the TSLA receipt attached. Leaderboard hosts add a measurement column. Builder channels at Robinhood Chain, Arbitrum, Phala.</a:t>
            </a:r>
          </a:p>
        </p:txBody>
      </p:sp>
      <p:sp>
        <p:nvSpPr>
          <p:cNvPr id="504" name="Rectangle 503"/>
          <p:cNvSpPr/>
          <p:nvPr/>
        </p:nvSpPr>
        <p:spPr>
          <a:xfrm>
            <a:off x="6126480" y="2148840"/>
            <a:ext cx="2743200" cy="132588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89611" bIns="89611"/>
          <a:lstStyle/>
          <a:p>
            <a:pPr algn="l">
              <a:spcBef>
                <a:spcPts val="0"/>
              </a:spcBef>
              <a:spcAft>
                <a:spcPts val="200"/>
              </a:spcAft>
            </a:pPr>
            <a:r>
              <a:rPr sz="1200" b="0">
                <a:solidFill>
                  <a:srgbClr val="D4FF00"/>
                </a:solidFill>
                <a:latin typeface="Urbanist SemiBold"/>
              </a:rPr>
              <a:t>THE INTRO THAT HELPS</a:t>
            </a:r>
          </a:p>
          <a:p>
            <a:pPr algn="l">
              <a:spcBef>
                <a:spcPts val="0"/>
              </a:spcBef>
              <a:spcAft>
                <a:spcPts val="0"/>
              </a:spcAft>
            </a:pPr>
            <a:r>
              <a:rPr sz="1300" b="0">
                <a:solidFill>
                  <a:srgbClr val="FFFFFF"/>
                </a:solidFill>
                <a:latin typeface="Urbanist Medium"/>
              </a:rPr>
              <a:t>Gaetan Thabot, Robinhood Chain partnerships. Ben Greenberg, Arbitrum Foundation DevRel.</a:t>
            </a:r>
          </a:p>
        </p:txBody>
      </p:sp>
      <p:sp>
        <p:nvSpPr>
          <p:cNvPr id="505" name="Rectangle 504"/>
          <p:cNvSpPr/>
          <p:nvPr/>
        </p:nvSpPr>
        <p:spPr>
          <a:xfrm>
            <a:off x="274320" y="3611880"/>
            <a:ext cx="8595360" cy="64008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89611" bIns="89611"/>
          <a:lstStyle/>
          <a:p>
            <a:pPr algn="l">
              <a:spcBef>
                <a:spcPts val="0"/>
              </a:spcBef>
              <a:spcAft>
                <a:spcPts val="0"/>
              </a:spcAft>
            </a:pPr>
            <a:r>
              <a:rPr sz="1400" b="0">
                <a:solidFill>
                  <a:srgbClr val="D4FF00"/>
                </a:solidFill>
                <a:latin typeface="Urbanist SemiBold"/>
              </a:rPr>
              <a:t>Proof first: </a:t>
            </a:r>
            <a:r>
              <a:rPr sz="1400" b="0">
                <a:solidFill>
                  <a:srgbClr val="FFFFFF"/>
                </a:solidFill>
                <a:latin typeface="Urbanist Medium"/>
              </a:rPr>
              <a:t>30 days of Stock Token trades from an outside creator, one measurement on every event.</a:t>
            </a:r>
          </a:p>
        </p:txBody>
      </p:sp>
      <p:sp>
        <p:nvSpPr>
          <p:cNvPr id="506" name="TextBox 505"/>
          <p:cNvSpPr txBox="1"/>
          <p:nvPr/>
        </p:nvSpPr>
        <p:spPr>
          <a:xfrm>
            <a:off x="274320" y="4334256"/>
            <a:ext cx="8595360" cy="329184"/>
          </a:xfrm>
          <a:prstGeom prst="rect">
            <a:avLst/>
          </a:prstGeom>
          <a:noFill/>
        </p:spPr>
        <p:txBody>
          <a:bodyPr wrap="square" anchor="ctr" lIns="18288" rIns="18288" tIns="12801" bIns="12801">
            <a:spAutoFit/>
          </a:bodyPr>
          <a:lstStyle/>
          <a:p>
            <a:pPr algn="l">
              <a:spcBef>
                <a:spcPts val="0"/>
              </a:spcBef>
              <a:spcAft>
                <a:spcPts val="0"/>
              </a:spcAft>
            </a:pPr>
            <a:r>
              <a:rPr sz="900" b="0">
                <a:solidFill>
                  <a:srgbClr val="00125F"/>
                </a:solidFill>
                <a:latin typeface="Urbanist SemiBold"/>
              </a:rPr>
              <a:t>Sources: arcana-arena.com, 2026-10-24 01:13Z, block 95,182,673; names and titles per the Open House judge roster; deck/canvas.html GTM canvas.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82880"/>
            <a:ext cx="8595360" cy="960120"/>
          </a:xfrm>
        </p:spPr>
        <p:txBody>
          <a:bodyPr wrap="square" anchor="ctr" lIns="45720" rIns="45720" tIns="32003" bIns="32003"/>
          <a:lstStyle/>
          <a:p>
            <a:pPr algn="l">
              <a:spcBef>
                <a:spcPts val="0"/>
              </a:spcBef>
              <a:spcAft>
                <a:spcPts val="0"/>
              </a:spcAft>
            </a:pPr>
            <a:r>
              <a:rPr sz="2800" b="0">
                <a:solidFill>
                  <a:srgbClr val="D4FF00"/>
                </a:solidFill>
                <a:latin typeface="Urbanist SemiBold"/>
              </a:rPr>
              <a:t>The ask: introductions now, milestone funding to put five creators on chain</a:t>
            </a:r>
          </a:p>
        </p:txBody>
      </p:sp>
      <p:sp>
        <p:nvSpPr>
          <p:cNvPr id="497" name="Google Shape;497;p45"/>
          <p:cNvSpPr txBox="1"/>
          <p:nvPr>
            <p:ph idx="7" type="subTitle"/>
          </p:nvPr>
        </p:nvSpPr>
        <p:spPr>
          <a:xfrm>
            <a:off x="3154650" y="4675975"/>
            <a:ext cx="2835000" cy="466800"/>
          </a:xfrm>
          <a:prstGeom prst="rect">
            <a:avLst/>
          </a:prstGeom>
        </p:spPr>
        <p:txBody>
          <a:bodyPr anchorCtr="0" anchor="ctr" bIns="0" lIns="0" spcFirstLastPara="1" rIns="0" wrap="square" tIns="0">
            <a:noAutofit/>
          </a:bodyPr>
          <a:lstStyle/>
          <a:p>
            <a:pPr indent="0" lvl="0" marL="0" rtl="0" algn="ctr">
              <a:spcBef>
                <a:spcPts val="0"/>
              </a:spcBef>
              <a:spcAft>
                <a:spcPts val="0"/>
              </a:spcAft>
              <a:buNone/>
            </a:pPr>
            <a:r>
              <a:rPr lang="en"/>
              <a:t>Open House Singapore</a:t>
            </a:r>
            <a:endParaRPr/>
          </a:p>
        </p:txBody>
      </p:sp>
      <p:sp>
        <p:nvSpPr>
          <p:cNvPr id="500" name="Google Shape;500;p45"/>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
        <p:nvSpPr>
          <p:cNvPr id="501" name="Rectangle 500"/>
          <p:cNvSpPr/>
          <p:nvPr/>
        </p:nvSpPr>
        <p:spPr>
          <a:xfrm>
            <a:off x="274320" y="1280160"/>
            <a:ext cx="3657600" cy="210312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102412" bIns="102412"/>
          <a:lstStyle/>
          <a:p>
            <a:pPr algn="l">
              <a:spcBef>
                <a:spcPts val="0"/>
              </a:spcBef>
              <a:spcAft>
                <a:spcPts val="300"/>
              </a:spcAft>
            </a:pPr>
            <a:r>
              <a:rPr sz="1300" b="0">
                <a:solidFill>
                  <a:srgbClr val="D4FF00"/>
                </a:solidFill>
                <a:latin typeface="Urbanist SemiBold"/>
              </a:rPr>
              <a:t>THE ASK</a:t>
            </a:r>
          </a:p>
          <a:p>
            <a:pPr algn="l">
              <a:spcBef>
                <a:spcPts val="0"/>
              </a:spcBef>
              <a:spcAft>
                <a:spcPts val="500"/>
              </a:spcAft>
            </a:pPr>
            <a:r>
              <a:rPr sz="1600" b="0">
                <a:solidFill>
                  <a:srgbClr val="FFFFFF"/>
                </a:solidFill>
                <a:latin typeface="Urbanist SemiBold"/>
              </a:rPr>
              <a:t>One introduction to Robinhood Chain partnerships</a:t>
            </a:r>
          </a:p>
          <a:p>
            <a:pPr algn="l">
              <a:spcBef>
                <a:spcPts val="0"/>
              </a:spcBef>
              <a:spcAft>
                <a:spcPts val="500"/>
              </a:spcAft>
            </a:pPr>
            <a:r>
              <a:rPr sz="1600" b="0">
                <a:solidFill>
                  <a:srgbClr val="FFFFFF"/>
                </a:solidFill>
                <a:latin typeface="Urbanist SemiBold"/>
              </a:rPr>
              <a:t>Five creators running agents in a TEE</a:t>
            </a:r>
          </a:p>
          <a:p>
            <a:pPr algn="l">
              <a:spcBef>
                <a:spcPts val="0"/>
              </a:spcBef>
              <a:spcAft>
                <a:spcPts val="0"/>
              </a:spcAft>
            </a:pPr>
            <a:r>
              <a:rPr sz="1600" b="0">
                <a:solidFill>
                  <a:srgbClr val="FFFFFF"/>
                </a:solidFill>
                <a:latin typeface="Urbanist SemiBold"/>
              </a:rPr>
              <a:t>Milestone-based funding</a:t>
            </a:r>
          </a:p>
        </p:txBody>
      </p:sp>
      <p:sp>
        <p:nvSpPr>
          <p:cNvPr id="502" name="Rectangle 501"/>
          <p:cNvSpPr/>
          <p:nvPr/>
        </p:nvSpPr>
        <p:spPr>
          <a:xfrm>
            <a:off x="4114800" y="1280160"/>
            <a:ext cx="4754880" cy="210312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102412" bIns="102412"/>
          <a:lstStyle/>
          <a:p>
            <a:pPr algn="l">
              <a:spcBef>
                <a:spcPts val="0"/>
              </a:spcBef>
              <a:spcAft>
                <a:spcPts val="400"/>
              </a:spcAft>
            </a:pPr>
            <a:r>
              <a:rPr sz="1300" b="0">
                <a:solidFill>
                  <a:srgbClr val="D4FF00"/>
                </a:solidFill>
                <a:latin typeface="Urbanist SemiBold"/>
              </a:rPr>
              <a:t>30-DAY MILESTONES</a:t>
            </a:r>
          </a:p>
          <a:p>
            <a:pPr algn="l">
              <a:spcBef>
                <a:spcPts val="0"/>
              </a:spcBef>
              <a:spcAft>
                <a:spcPts val="400"/>
              </a:spcAft>
            </a:pPr>
            <a:r>
              <a:rPr sz="1400" b="0">
                <a:solidFill>
                  <a:srgbClr val="D4FF00"/>
                </a:solidFill>
                <a:latin typeface="Urbanist SemiBold"/>
              </a:rPr>
              <a:t>Week 1  </a:t>
            </a:r>
            <a:r>
              <a:rPr sz="1400" b="0">
                <a:solidFill>
                  <a:srgbClr val="FFFFFF"/>
                </a:solidFill>
                <a:latin typeface="Urbanist Medium"/>
              </a:rPr>
              <a:t>First attested trades from the CVM whose compose pins the strategy hash</a:t>
            </a:r>
          </a:p>
          <a:p>
            <a:pPr algn="l">
              <a:spcBef>
                <a:spcPts val="0"/>
              </a:spcBef>
              <a:spcAft>
                <a:spcPts val="400"/>
              </a:spcAft>
            </a:pPr>
            <a:r>
              <a:rPr sz="1400" b="0">
                <a:solidFill>
                  <a:srgbClr val="D4FF00"/>
                </a:solidFill>
                <a:latin typeface="Urbanist SemiBold"/>
              </a:rPr>
              <a:t>Week 2  </a:t>
            </a:r>
            <a:r>
              <a:rPr sz="1400" b="0">
                <a:solidFill>
                  <a:srgbClr val="FFFFFF"/>
                </a:solidFill>
                <a:latin typeface="Urbanist Medium"/>
              </a:rPr>
              <a:t>Verifier with TCB, QE and revocation checks, tested on Intel PCS collateral, submitted for 46630</a:t>
            </a:r>
          </a:p>
          <a:p>
            <a:pPr algn="l">
              <a:spcBef>
                <a:spcPts val="0"/>
              </a:spcBef>
              <a:spcAft>
                <a:spcPts val="400"/>
              </a:spcAft>
            </a:pPr>
            <a:r>
              <a:rPr sz="1400" b="0">
                <a:solidFill>
                  <a:srgbClr val="D4FF00"/>
                </a:solidFill>
                <a:latin typeface="Urbanist SemiBold"/>
              </a:rPr>
              <a:t>Week 3  </a:t>
            </a:r>
            <a:r>
              <a:rPr sz="1400" b="0">
                <a:solidFill>
                  <a:srgbClr val="FFFFFF"/>
                </a:solidFill>
                <a:latin typeface="Urbanist Medium"/>
              </a:rPr>
              <a:t>Mainnet 4663 deployment from the runbook</a:t>
            </a:r>
          </a:p>
          <a:p>
            <a:pPr algn="l">
              <a:spcBef>
                <a:spcPts val="0"/>
              </a:spcBef>
              <a:spcAft>
                <a:spcPts val="400"/>
              </a:spcAft>
            </a:pPr>
            <a:r>
              <a:rPr sz="1400" b="0">
                <a:solidFill>
                  <a:srgbClr val="D4FF00"/>
                </a:solidFill>
                <a:latin typeface="Urbanist SemiBold"/>
              </a:rPr>
              <a:t>Week 4  </a:t>
            </a:r>
            <a:r>
              <a:rPr sz="1400" b="0">
                <a:solidFill>
                  <a:srgbClr val="FFFFFF"/>
                </a:solidFill>
                <a:latin typeface="Urbanist Medium"/>
              </a:rPr>
              <a:t>Five creators admitted, first trades naming one measurement each</a:t>
            </a:r>
          </a:p>
        </p:txBody>
      </p:sp>
      <p:sp>
        <p:nvSpPr>
          <p:cNvPr id="503" name="Rectangle 502"/>
          <p:cNvSpPr/>
          <p:nvPr/>
        </p:nvSpPr>
        <p:spPr>
          <a:xfrm>
            <a:off x="274320" y="3520440"/>
            <a:ext cx="8595360" cy="73152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102412" bIns="102412"/>
          <a:lstStyle/>
          <a:p>
            <a:pPr algn="l">
              <a:spcBef>
                <a:spcPts val="0"/>
              </a:spcBef>
              <a:spcAft>
                <a:spcPts val="300"/>
              </a:spcAft>
            </a:pPr>
            <a:r>
              <a:rPr sz="1500" b="0">
                <a:solidFill>
                  <a:srgbClr val="D4FF00"/>
                </a:solidFill>
                <a:latin typeface="Urbanist SemiBold"/>
              </a:rPr>
              <a:t>Team: </a:t>
            </a:r>
            <a:r>
              <a:rPr sz="1500" b="0">
                <a:solidFill>
                  <a:srgbClr val="FFFFFF"/>
                </a:solidFill>
                <a:latin typeface="Urbanist Medium"/>
              </a:rPr>
              <a:t>aarav1656 and pranjalcodesinw3, builders of every layer from the Stylus verifiers to the app.</a:t>
            </a:r>
          </a:p>
          <a:p>
            <a:pPr algn="l">
              <a:spcBef>
                <a:spcPts val="0"/>
              </a:spcBef>
              <a:spcAft>
                <a:spcPts val="0"/>
              </a:spcAft>
            </a:pPr>
            <a:r>
              <a:rPr sz="1500" b="0">
                <a:solidFill>
                  <a:srgbClr val="FFFFFF"/>
                </a:solidFill>
                <a:latin typeface="Urbanist SemiBold"/>
              </a:rPr>
              <a:t>Check the TSLA trade yourself: </a:t>
            </a:r>
            <a:r>
              <a:rPr sz="1500" b="0">
                <a:solidFill>
                  <a:srgbClr val="D4FF00"/>
                </a:solidFill>
                <a:latin typeface="Urbanist SemiBold"/>
                <a:hlinkClick r:id="rId2"/>
              </a:rPr>
              <a:t>tx 0x0023f359…3b03 on the explorer</a:t>
            </a:r>
          </a:p>
        </p:txBody>
      </p:sp>
      <p:sp>
        <p:nvSpPr>
          <p:cNvPr id="504" name="TextBox 503"/>
          <p:cNvSpPr txBox="1"/>
          <p:nvPr/>
        </p:nvSpPr>
        <p:spPr>
          <a:xfrm>
            <a:off x="274320" y="4334256"/>
            <a:ext cx="8595360" cy="329184"/>
          </a:xfrm>
          <a:prstGeom prst="rect">
            <a:avLst/>
          </a:prstGeom>
          <a:noFill/>
        </p:spPr>
        <p:txBody>
          <a:bodyPr wrap="square" anchor="ctr" lIns="18288" rIns="18288" tIns="12801" bIns="12801">
            <a:spAutoFit/>
          </a:bodyPr>
          <a:lstStyle/>
          <a:p>
            <a:pPr algn="l">
              <a:spcBef>
                <a:spcPts val="0"/>
              </a:spcBef>
              <a:spcAft>
                <a:spcPts val="0"/>
              </a:spcAft>
            </a:pPr>
            <a:r>
              <a:rPr sz="900" b="0">
                <a:solidFill>
                  <a:srgbClr val="00125F"/>
                </a:solidFill>
                <a:latin typeface="Urbanist SemiBold"/>
              </a:rPr>
              <a:t>Sources: github.com/pranjalcodesinw3/chiron commit history; docs/mainnet-runbook.md; milestones follow the Proof You Need First box of the GTM canvas.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24" name="Google Shape;524;p47"/>
          <p:cNvSpPr txBox="1"/>
          <p:nvPr>
            <p:ph idx="13" type="subTitle"/>
          </p:nvPr>
        </p:nvSpPr>
        <p:spPr>
          <a:xfrm>
            <a:off x="3154650" y="4675975"/>
            <a:ext cx="2835000" cy="466800"/>
          </a:xfrm>
          <a:prstGeom prst="rect">
            <a:avLst/>
          </a:prstGeom>
        </p:spPr>
        <p:txBody>
          <a:bodyPr anchorCtr="0" anchor="ctr" bIns="0" lIns="0" spcFirstLastPara="1" rIns="0" wrap="square" tIns="0">
            <a:noAutofit/>
          </a:bodyPr>
          <a:lstStyle/>
          <a:p>
            <a:pPr indent="0" lvl="0" marL="0" rtl="0" algn="ctr">
              <a:spcBef>
                <a:spcPts val="0"/>
              </a:spcBef>
              <a:spcAft>
                <a:spcPts val="0"/>
              </a:spcAft>
              <a:buNone/>
            </a:pPr>
            <a:r>
              <a:rPr lang="en">
                <a:solidFill>
                  <a:schemeClr val="lt1"/>
                </a:solidFill>
              </a:rPr>
              <a:t>Open House Singapore</a:t>
            </a:r>
            <a:endParaRPr/>
          </a:p>
        </p:txBody>
      </p:sp>
      <p:sp>
        <p:nvSpPr>
          <p:cNvPr id="525" name="Google Shape;525;p47"/>
          <p:cNvSpPr txBox="1"/>
          <p:nvPr>
            <p:ph idx="1" type="subTitle"/>
          </p:nvPr>
        </p:nvSpPr>
        <p:spPr>
          <a:xfrm>
            <a:off x="6859200" y="4683725"/>
            <a:ext cx="2056500" cy="228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a:t/>
            </a:r>
            <a:endParaRPr/>
          </a:p>
        </p:txBody>
      </p:sp>
      <p:sp>
        <p:nvSpPr>
          <p:cNvPr id="526" name="Google Shape;526;p47"/>
          <p:cNvSpPr txBox="1"/>
          <p:nvPr>
            <p:ph idx="2" type="subTitle"/>
          </p:nvPr>
        </p:nvSpPr>
        <p:spPr>
          <a:xfrm>
            <a:off x="320625" y="4675975"/>
            <a:ext cx="2700000" cy="2364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1100"/>
              <a:buNone/>
            </a:pPr>
            <a:r>
              <a:rPr lang="en"/>
              <a:t/>
            </a:r>
            <a:endParaRPr/>
          </a:p>
        </p:txBody>
      </p:sp>
      <p:sp>
        <p:nvSpPr>
          <p:cNvPr id="527" name="Google Shape;527;p47"/>
          <p:cNvSpPr txBox="1"/>
          <p:nvPr>
            <p:ph idx="4294967295" type="sldNum"/>
          </p:nvPr>
        </p:nvSpPr>
        <p:spPr>
          <a:xfrm>
            <a:off x="8556784" y="4749851"/>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
        <p:nvSpPr>
          <p:cNvPr id="528" name="Google Shape;528;p47"/>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
        <p:nvSpPr>
          <p:cNvPr id="529" name="Google Shape;529;p47"/>
          <p:cNvSpPr/>
          <p:nvPr/>
        </p:nvSpPr>
        <p:spPr>
          <a:xfrm>
            <a:off x="102062" y="114500"/>
            <a:ext cx="8919600" cy="489000"/>
          </a:xfrm>
          <a:prstGeom prst="rect">
            <a:avLst/>
          </a:prstGeom>
          <a:noFill/>
          <a:ln cap="flat" cmpd="sng" w="2857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sz="1500" b="0">
                <a:solidFill>
                  <a:srgbClr val="D4FF00"/>
                </a:solidFill>
                <a:latin typeface="Urbanist SemiBold"/>
              </a:rPr>
              <a:t>Team Name: Signet</a:t>
            </a:r>
            <a:endParaRPr b="1">
              <a:solidFill>
                <a:schemeClr val="lt1"/>
              </a:solidFill>
            </a:endParaRPr>
          </a:p>
          <a:p>
            <a:r>
              <a:rPr sz="1200" b="0">
                <a:solidFill>
                  <a:srgbClr val="FFFFFF"/>
                </a:solidFill>
                <a:latin typeface="Urbanist Medium"/>
              </a:rPr>
              <a:t>One line: What You’re Building: trading agents with a provable record and a private strategy</a:t>
            </a:r>
          </a:p>
        </p:txBody>
      </p:sp>
      <p:sp>
        <p:nvSpPr>
          <p:cNvPr id="530" name="Google Shape;530;p47"/>
          <p:cNvSpPr/>
          <p:nvPr/>
        </p:nvSpPr>
        <p:spPr>
          <a:xfrm>
            <a:off x="65338" y="765133"/>
            <a:ext cx="2788500" cy="1070100"/>
          </a:xfrm>
          <a:prstGeom prst="rect">
            <a:avLst/>
          </a:prstGeom>
          <a:noFill/>
          <a:ln cap="flat" cmpd="sng" w="16675">
            <a:solidFill>
              <a:schemeClr val="dk2"/>
            </a:solidFill>
            <a:prstDash val="solid"/>
            <a:round/>
            <a:headEnd len="sm" w="sm" type="none"/>
            <a:tailEnd len="sm" w="sm" type="none"/>
          </a:ln>
        </p:spPr>
        <p:txBody>
          <a:bodyPr anchorCtr="0" anchor="t" bIns="53300" lIns="53300" spcFirstLastPara="1" rIns="53300" wrap="square" tIns="53300">
            <a:noAutofit/>
          </a:bodyPr>
          <a:lstStyle/>
          <a:p>
            <a:pPr indent="0" lvl="0" marL="0" rtl="0" algn="l">
              <a:spcBef>
                <a:spcPts val="0"/>
              </a:spcBef>
              <a:spcAft>
                <a:spcPts val="0"/>
              </a:spcAft>
              <a:buNone/>
            </a:pPr>
            <a:r>
              <a:rPr sz="1200" b="0">
                <a:solidFill>
                  <a:srgbClr val="D4FF00"/>
                </a:solidFill>
                <a:latin typeface="Urbanist SemiBold"/>
              </a:rPr>
              <a:t>Who Buys, Who Uses</a:t>
            </a:r>
            <a:endParaRPr b="1" sz="1316">
              <a:solidFill>
                <a:schemeClr val="lt1"/>
              </a:solidFill>
            </a:endParaRPr>
          </a:p>
          <a:p>
            <a:r>
              <a:rPr sz="900" b="0">
                <a:solidFill>
                  <a:srgbClr val="FFFFFF"/>
                </a:solidFill>
                <a:latin typeface="Urbanist Medium"/>
              </a:rPr>
              <a:t>creators use it: they supply an agent and earn a performance fee on new profit, the business model. followers buy it: they subscribe, fund their own account and approve one measurement</a:t>
            </a:r>
          </a:p>
        </p:txBody>
      </p:sp>
      <p:sp>
        <p:nvSpPr>
          <p:cNvPr id="531" name="Google Shape;531;p47"/>
          <p:cNvSpPr/>
          <p:nvPr/>
        </p:nvSpPr>
        <p:spPr>
          <a:xfrm>
            <a:off x="3130808" y="765133"/>
            <a:ext cx="2788500" cy="1070100"/>
          </a:xfrm>
          <a:prstGeom prst="rect">
            <a:avLst/>
          </a:prstGeom>
          <a:noFill/>
          <a:ln cap="flat" cmpd="sng" w="16675">
            <a:solidFill>
              <a:schemeClr val="dk2"/>
            </a:solidFill>
            <a:prstDash val="solid"/>
            <a:round/>
            <a:headEnd len="sm" w="sm" type="none"/>
            <a:tailEnd len="sm" w="sm" type="none"/>
          </a:ln>
        </p:spPr>
        <p:txBody>
          <a:bodyPr anchorCtr="0" anchor="t" bIns="53300" lIns="53300" spcFirstLastPara="1" rIns="53300" wrap="square" tIns="53300">
            <a:noAutofit/>
          </a:bodyPr>
          <a:lstStyle/>
          <a:p>
            <a:pPr indent="0" lvl="0" marL="0" rtl="0" algn="l">
              <a:spcBef>
                <a:spcPts val="0"/>
              </a:spcBef>
              <a:spcAft>
                <a:spcPts val="0"/>
              </a:spcAft>
              <a:buNone/>
            </a:pPr>
            <a:r>
              <a:rPr sz="1200" b="0">
                <a:solidFill>
                  <a:srgbClr val="D4FF00"/>
                </a:solidFill>
                <a:latin typeface="Urbanist SemiBold"/>
              </a:rPr>
              <a:t>First Reachable Audience</a:t>
            </a:r>
            <a:endParaRPr b="1" sz="1316">
              <a:solidFill>
                <a:schemeClr val="lt1"/>
              </a:solidFill>
            </a:endParaRPr>
          </a:p>
          <a:p>
            <a:r>
              <a:rPr sz="900" b="0">
                <a:solidFill>
                  <a:srgbClr val="FFFFFF"/>
                </a:solidFill>
                <a:latin typeface="Urbanist Medium"/>
              </a:rPr>
              <a:t>40 creators and 51 agents on ARCANA's Season 2 US Equities board (block 95,182,673), plus operators who post Stock Token volume in public: @HarmonicAgents (2,502), @OxSimpleFarmer (28,443)</a:t>
            </a:r>
          </a:p>
        </p:txBody>
      </p:sp>
      <p:sp>
        <p:nvSpPr>
          <p:cNvPr id="532" name="Google Shape;532;p47"/>
          <p:cNvSpPr/>
          <p:nvPr/>
        </p:nvSpPr>
        <p:spPr>
          <a:xfrm>
            <a:off x="65338" y="1943976"/>
            <a:ext cx="2788500" cy="1070100"/>
          </a:xfrm>
          <a:prstGeom prst="rect">
            <a:avLst/>
          </a:prstGeom>
          <a:noFill/>
          <a:ln cap="flat" cmpd="sng" w="38100">
            <a:solidFill>
              <a:schemeClr val="dk2"/>
            </a:solidFill>
            <a:prstDash val="solid"/>
            <a:round/>
            <a:headEnd len="sm" w="sm" type="none"/>
            <a:tailEnd len="sm" w="sm" type="none"/>
          </a:ln>
        </p:spPr>
        <p:txBody>
          <a:bodyPr anchorCtr="0" anchor="t" bIns="53300" lIns="53300" spcFirstLastPara="1" rIns="53300" wrap="square" tIns="53300">
            <a:noAutofit/>
          </a:bodyPr>
          <a:lstStyle/>
          <a:p>
            <a:pPr indent="0" lvl="0" marL="0" rtl="0" algn="l">
              <a:spcBef>
                <a:spcPts val="0"/>
              </a:spcBef>
              <a:spcAft>
                <a:spcPts val="0"/>
              </a:spcAft>
              <a:buNone/>
            </a:pPr>
            <a:r>
              <a:rPr sz="1200" b="0">
                <a:solidFill>
                  <a:srgbClr val="D4FF00"/>
                </a:solidFill>
                <a:latin typeface="Urbanist SemiBold"/>
              </a:rPr>
              <a:t>3 Distribution Channels</a:t>
            </a:r>
            <a:endParaRPr b="1" sz="1316">
              <a:solidFill>
                <a:schemeClr val="lt1"/>
              </a:solidFill>
            </a:endParaRPr>
          </a:p>
          <a:p>
            <a:r>
              <a:rPr sz="900" b="0">
                <a:solidFill>
                  <a:srgbClr val="FFFFFF"/>
                </a:solidFill>
                <a:latin typeface="Urbanist Medium"/>
              </a:rPr>
              <a:t>direct dms to stock token operators with the TSLA receipt attached; leaderboard hosts like ARCANA and Senpi adding a measurement column; builder channels at Robinhood Chain, Arbitrum and Phala</a:t>
            </a:r>
          </a:p>
        </p:txBody>
      </p:sp>
      <p:sp>
        <p:nvSpPr>
          <p:cNvPr id="533" name="Google Shape;533;p47"/>
          <p:cNvSpPr/>
          <p:nvPr/>
        </p:nvSpPr>
        <p:spPr>
          <a:xfrm>
            <a:off x="3130806" y="1943976"/>
            <a:ext cx="2788500" cy="1070100"/>
          </a:xfrm>
          <a:prstGeom prst="rect">
            <a:avLst/>
          </a:prstGeom>
          <a:noFill/>
          <a:ln cap="flat" cmpd="sng" w="16675">
            <a:solidFill>
              <a:schemeClr val="dk2"/>
            </a:solidFill>
            <a:prstDash val="solid"/>
            <a:round/>
            <a:headEnd len="sm" w="sm" type="none"/>
            <a:tailEnd len="sm" w="sm" type="none"/>
          </a:ln>
        </p:spPr>
        <p:txBody>
          <a:bodyPr anchorCtr="0" anchor="t" bIns="53300" lIns="53300" spcFirstLastPara="1" rIns="53300" wrap="square" tIns="53300">
            <a:noAutofit/>
          </a:bodyPr>
          <a:lstStyle/>
          <a:p>
            <a:pPr indent="0" lvl="0" marL="0" rtl="0" algn="l">
              <a:spcBef>
                <a:spcPts val="0"/>
              </a:spcBef>
              <a:spcAft>
                <a:spcPts val="0"/>
              </a:spcAft>
              <a:buNone/>
            </a:pPr>
            <a:r>
              <a:rPr sz="1200" b="0">
                <a:solidFill>
                  <a:srgbClr val="D4FF00"/>
                </a:solidFill>
                <a:latin typeface="Urbanist SemiBold"/>
              </a:rPr>
              <a:t>Core Message, One Sentence</a:t>
            </a:r>
            <a:endParaRPr b="1" sz="1316">
              <a:solidFill>
                <a:schemeClr val="lt1"/>
              </a:solidFill>
            </a:endParaRPr>
          </a:p>
          <a:p>
            <a:r>
              <a:rPr sz="900" b="0">
                <a:solidFill>
                  <a:srgbClr val="FFFFFF"/>
                </a:solidFill>
                <a:latin typeface="Urbanist Medium"/>
              </a:rPr>
              <a:t>your next track record can be a measurement, not a screenshot: every trade names the workload the follower approved, and the strategy text stays sealed behind a hash the measurement pins</a:t>
            </a:r>
          </a:p>
        </p:txBody>
      </p:sp>
      <p:sp>
        <p:nvSpPr>
          <p:cNvPr id="534" name="Google Shape;534;p47"/>
          <p:cNvSpPr/>
          <p:nvPr/>
        </p:nvSpPr>
        <p:spPr>
          <a:xfrm>
            <a:off x="6196266" y="765112"/>
            <a:ext cx="2788500" cy="1070100"/>
          </a:xfrm>
          <a:prstGeom prst="rect">
            <a:avLst/>
          </a:prstGeom>
          <a:noFill/>
          <a:ln cap="flat" cmpd="sng" w="16675">
            <a:solidFill>
              <a:schemeClr val="dk2"/>
            </a:solidFill>
            <a:prstDash val="solid"/>
            <a:round/>
            <a:headEnd len="sm" w="sm" type="none"/>
            <a:tailEnd len="sm" w="sm" type="none"/>
          </a:ln>
        </p:spPr>
        <p:txBody>
          <a:bodyPr anchorCtr="0" anchor="t" bIns="53300" lIns="53300" spcFirstLastPara="1" rIns="53300" wrap="square" tIns="53300">
            <a:noAutofit/>
          </a:bodyPr>
          <a:lstStyle/>
          <a:p>
            <a:pPr indent="0" lvl="0" marL="0" rtl="0" algn="l">
              <a:spcBef>
                <a:spcPts val="0"/>
              </a:spcBef>
              <a:spcAft>
                <a:spcPts val="0"/>
              </a:spcAft>
              <a:buNone/>
            </a:pPr>
            <a:r>
              <a:rPr sz="1200" b="0">
                <a:solidFill>
                  <a:srgbClr val="D4FF00"/>
                </a:solidFill>
                <a:latin typeface="Urbanist SemiBold"/>
              </a:rPr>
              <a:t>Proof You Need First</a:t>
            </a:r>
            <a:endParaRPr b="1" sz="1316">
              <a:solidFill>
                <a:schemeClr val="lt1"/>
              </a:solidFill>
            </a:endParaRPr>
          </a:p>
          <a:p>
            <a:r>
              <a:rPr sz="900" b="0">
                <a:solidFill>
                  <a:srgbClr val="FFFFFF"/>
                </a:solidFill>
                <a:latin typeface="Urbanist Medium"/>
              </a:rPr>
              <a:t>30 days of Stock Token trades from an outside creator, one measurement on every receipt. today on chain: one attested TSLA trade (block 127,188,951) and one refused workload (block 127,632,496)</a:t>
            </a:r>
          </a:p>
        </p:txBody>
      </p:sp>
      <p:sp>
        <p:nvSpPr>
          <p:cNvPr id="535" name="Google Shape;535;p47"/>
          <p:cNvSpPr/>
          <p:nvPr/>
        </p:nvSpPr>
        <p:spPr>
          <a:xfrm>
            <a:off x="6196265" y="1943955"/>
            <a:ext cx="2788500" cy="1070100"/>
          </a:xfrm>
          <a:prstGeom prst="rect">
            <a:avLst/>
          </a:prstGeom>
          <a:noFill/>
          <a:ln cap="flat" cmpd="sng" w="16675">
            <a:solidFill>
              <a:schemeClr val="dk2"/>
            </a:solidFill>
            <a:prstDash val="solid"/>
            <a:round/>
            <a:headEnd len="sm" w="sm" type="none"/>
            <a:tailEnd len="sm" w="sm" type="none"/>
          </a:ln>
        </p:spPr>
        <p:txBody>
          <a:bodyPr anchorCtr="0" anchor="t" bIns="53300" lIns="53300" spcFirstLastPara="1" rIns="53300" wrap="square" tIns="53300">
            <a:noAutofit/>
          </a:bodyPr>
          <a:lstStyle/>
          <a:p>
            <a:pPr indent="0" lvl="0" marL="0" rtl="0" algn="l">
              <a:spcBef>
                <a:spcPts val="0"/>
              </a:spcBef>
              <a:spcAft>
                <a:spcPts val="0"/>
              </a:spcAft>
              <a:buNone/>
            </a:pPr>
            <a:r>
              <a:rPr sz="1200" b="0">
                <a:solidFill>
                  <a:srgbClr val="D4FF00"/>
                </a:solidFill>
                <a:latin typeface="Urbanist SemiBold"/>
              </a:rPr>
              <a:t>The Intro That Helps</a:t>
            </a:r>
            <a:endParaRPr b="1" sz="1316">
              <a:solidFill>
                <a:schemeClr val="lt1"/>
              </a:solidFill>
            </a:endParaRPr>
          </a:p>
          <a:p>
            <a:r>
              <a:rPr sz="900" b="0">
                <a:solidFill>
                  <a:srgbClr val="FFFFFF"/>
                </a:solidFill>
                <a:latin typeface="Urbanist Medium"/>
              </a:rPr>
              <a:t>Gaetan Thabot (@GThabot), Robinhood Chain partnerships, for stock token creators. Ben Greenberg (@hummusonrails), Arbitrum DevRel, for the Stylus verifier. Phala as the TEE partner for creator CVMs</a:t>
            </a:r>
          </a:p>
        </p:txBody>
      </p:sp>
      <p:sp>
        <p:nvSpPr>
          <p:cNvPr id="536" name="Google Shape;536;p47"/>
          <p:cNvSpPr/>
          <p:nvPr/>
        </p:nvSpPr>
        <p:spPr>
          <a:xfrm>
            <a:off x="65275" y="3151285"/>
            <a:ext cx="4331400" cy="1301400"/>
          </a:xfrm>
          <a:prstGeom prst="rect">
            <a:avLst/>
          </a:prstGeom>
          <a:noFill/>
          <a:ln cap="flat" cmpd="sng" w="20100">
            <a:solidFill>
              <a:schemeClr val="dk2"/>
            </a:solidFill>
            <a:prstDash val="solid"/>
            <a:round/>
            <a:headEnd len="sm" w="sm" type="none"/>
            <a:tailEnd len="sm" w="sm" type="none"/>
          </a:ln>
        </p:spPr>
        <p:txBody>
          <a:bodyPr anchorCtr="0" anchor="t" bIns="64175" lIns="64175" spcFirstLastPara="1" rIns="64175" wrap="square" tIns="64175">
            <a:noAutofit/>
          </a:bodyPr>
          <a:lstStyle/>
          <a:p>
            <a:pPr indent="0" lvl="0" marL="0" rtl="0" algn="l">
              <a:spcBef>
                <a:spcPts val="0"/>
              </a:spcBef>
              <a:spcAft>
                <a:spcPts val="0"/>
              </a:spcAft>
              <a:buNone/>
            </a:pPr>
            <a:r>
              <a:rPr sz="1300" b="0">
                <a:solidFill>
                  <a:srgbClr val="D4FF00"/>
                </a:solidFill>
                <a:latin typeface="Urbanist SemiBold"/>
              </a:rPr>
              <a:t>5 Named Targets</a:t>
            </a:r>
            <a:endParaRPr b="1" sz="1383">
              <a:solidFill>
                <a:schemeClr val="lt1"/>
              </a:solidFill>
            </a:endParaRPr>
          </a:p>
          <a:p>
            <a:r>
              <a:rPr sz="1050" b="0">
                <a:solidFill>
                  <a:srgbClr val="FFFFFF"/>
                </a:solidFill>
                <a:latin typeface="Urbanist Medium"/>
              </a:rPr>
              <a:t>@HarmonicAgents (2,502, trades Stock Tokens); @OxSimpleFarmer (28,443, Stock Token LP bots); @Agent_Minimum (470, weekly Stock Token buyer); @DeployFinance (7,295, $100,000 agent for 70 days); @GrowiHF (1,592, $2.94M all-time vault PnL)</a:t>
            </a:r>
          </a:p>
        </p:txBody>
      </p:sp>
      <p:sp>
        <p:nvSpPr>
          <p:cNvPr id="537" name="Google Shape;537;p47"/>
          <p:cNvSpPr/>
          <p:nvPr/>
        </p:nvSpPr>
        <p:spPr>
          <a:xfrm>
            <a:off x="4653427" y="3151285"/>
            <a:ext cx="4331400" cy="1301400"/>
          </a:xfrm>
          <a:prstGeom prst="rect">
            <a:avLst/>
          </a:prstGeom>
          <a:noFill/>
          <a:ln cap="flat" cmpd="sng" w="20100">
            <a:solidFill>
              <a:schemeClr val="dk2"/>
            </a:solidFill>
            <a:prstDash val="solid"/>
            <a:round/>
            <a:headEnd len="sm" w="sm" type="none"/>
            <a:tailEnd len="sm" w="sm" type="none"/>
          </a:ln>
        </p:spPr>
        <p:txBody>
          <a:bodyPr anchorCtr="0" anchor="t" bIns="64175" lIns="64175" spcFirstLastPara="1" rIns="64175" wrap="square" tIns="64175">
            <a:noAutofit/>
          </a:bodyPr>
          <a:lstStyle/>
          <a:p>
            <a:pPr indent="0" lvl="0" marL="0" rtl="0" algn="l">
              <a:spcBef>
                <a:spcPts val="0"/>
              </a:spcBef>
              <a:spcAft>
                <a:spcPts val="0"/>
              </a:spcAft>
              <a:buNone/>
            </a:pPr>
            <a:r>
              <a:rPr sz="1300" b="0">
                <a:solidFill>
                  <a:srgbClr val="D4FF00"/>
                </a:solidFill>
                <a:latin typeface="Urbanist SemiBold"/>
              </a:rPr>
              <a:t>The Ask This Weekend</a:t>
            </a:r>
            <a:endParaRPr b="1" sz="1383">
              <a:solidFill>
                <a:schemeClr val="lt1"/>
              </a:solidFill>
            </a:endParaRPr>
          </a:p>
          <a:p>
            <a:r>
              <a:rPr sz="1050" b="0">
                <a:solidFill>
                  <a:srgbClr val="FFFFFF"/>
                </a:solidFill>
                <a:latin typeface="Urbanist Medium"/>
              </a:rPr>
              <a:t>one intro to Robinhood Chain partnerships and one to Arbitrum DevRel, plus five creators willing to run an agent in a TEE. CTA: open tx 0x0023f359...3b03 on the Robinhood Chain explorer and read the measurement and model hash</a:t>
            </a:r>
          </a:p>
        </p:txBody>
      </p:sp>
      <p:sp>
        <p:nvSpPr>
          <p:cNvPr id="538" name="TextBox 537"/>
          <p:cNvSpPr txBox="1"/>
          <p:nvPr/>
        </p:nvSpPr>
        <p:spPr>
          <a:xfrm>
            <a:off x="109728" y="4462272"/>
            <a:ext cx="8924544" cy="219456"/>
          </a:xfrm>
          <a:prstGeom prst="rect">
            <a:avLst/>
          </a:prstGeom>
          <a:noFill/>
        </p:spPr>
        <p:txBody>
          <a:bodyPr wrap="square" anchor="t" lIns="18288" rIns="18288" tIns="12801" bIns="12801">
            <a:spAutoFit/>
          </a:bodyPr>
          <a:lstStyle/>
          <a:p>
            <a:pPr algn="l">
              <a:spcBef>
                <a:spcPts val="0"/>
              </a:spcBef>
              <a:spcAft>
                <a:spcPts val="0"/>
              </a:spcAft>
            </a:pPr>
            <a:r>
              <a:rPr sz="650" b="0">
                <a:solidFill>
                  <a:srgbClr val="FFFFFF"/>
                </a:solidFill>
                <a:latin typeface="Urbanist Medium"/>
              </a:rPr>
              <a:t>Sources: arcana-arena.com 2026-10-24 01:13Z, block 95,182,673; @HarmonicAgents post 2026-10-23, followers per fxtwitter 2026-10-24; tx 0x0023f359...3b03 and 0xf98156ad...fcc8, chain 46630; names and titles per the Open House judge roster; @DeployFinance post 2026-10-23; @GrowiHF Hyperliquid vaultDetails 2026-10-24.</a:t>
            </a: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Dark Particles">
  <a:themeElements>
    <a:clrScheme name="Simple Light">
      <a:dk1>
        <a:srgbClr val="000000"/>
      </a:dk1>
      <a:lt1>
        <a:srgbClr val="D4FF00"/>
      </a:lt1>
      <a:dk2>
        <a:srgbClr val="D4FF00"/>
      </a:dk2>
      <a:lt2>
        <a:srgbClr val="434343"/>
      </a:lt2>
      <a:accent1>
        <a:srgbClr val="434343"/>
      </a:accent1>
      <a:accent2>
        <a:srgbClr val="252525"/>
      </a:accent2>
      <a:accent3>
        <a:srgbClr val="D4FF00"/>
      </a:accent3>
      <a:accent4>
        <a:srgbClr val="D4FF00"/>
      </a:accent4>
      <a:accent5>
        <a:srgbClr val="D4FF00"/>
      </a:accent5>
      <a:accent6>
        <a:srgbClr val="13AAFF"/>
      </a:accent6>
      <a:hlink>
        <a:srgbClr val="13AA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